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13"/>
  </p:notesMasterIdLst>
  <p:sldIdLst>
    <p:sldId id="256" r:id="rId5"/>
    <p:sldId id="258" r:id="rId6"/>
    <p:sldId id="265" r:id="rId7"/>
    <p:sldId id="324" r:id="rId8"/>
    <p:sldId id="325" r:id="rId9"/>
    <p:sldId id="321" r:id="rId10"/>
    <p:sldId id="322" r:id="rId11"/>
    <p:sldId id="323" r:id="rId12"/>
  </p:sldIdLst>
  <p:sldSz cx="20104100" cy="1185545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4250"/>
    <a:srgbClr val="FF8CA6"/>
    <a:srgbClr val="974B59"/>
    <a:srgbClr val="965942"/>
    <a:srgbClr val="CFA5AA"/>
    <a:srgbClr val="3421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77" autoAdjust="0"/>
    <p:restoredTop sz="96489"/>
  </p:normalViewPr>
  <p:slideViewPr>
    <p:cSldViewPr snapToGrid="0">
      <p:cViewPr>
        <p:scale>
          <a:sx n="53" d="100"/>
          <a:sy n="53" d="100"/>
        </p:scale>
        <p:origin x="1832" y="11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Valeria Mendoza Cipagauta" userId="9d05f6fe-bc3e-4e8b-b0a3-47cfb1c3fad5" providerId="ADAL" clId="{DCBF2146-F0C7-48C3-8180-818FFD00ACCD}"/>
    <pc:docChg chg="custSel addSld delSld modSld">
      <pc:chgData name="Ana Valeria Mendoza Cipagauta" userId="9d05f6fe-bc3e-4e8b-b0a3-47cfb1c3fad5" providerId="ADAL" clId="{DCBF2146-F0C7-48C3-8180-818FFD00ACCD}" dt="2023-01-20T13:05:48.843" v="2" actId="27636"/>
      <pc:docMkLst>
        <pc:docMk/>
      </pc:docMkLst>
      <pc:sldChg chg="modSp">
        <pc:chgData name="Ana Valeria Mendoza Cipagauta" userId="9d05f6fe-bc3e-4e8b-b0a3-47cfb1c3fad5" providerId="ADAL" clId="{DCBF2146-F0C7-48C3-8180-818FFD00ACCD}" dt="2023-01-20T13:05:48.843" v="2" actId="27636"/>
        <pc:sldMkLst>
          <pc:docMk/>
          <pc:sldMk cId="2908288428" sldId="256"/>
        </pc:sldMkLst>
        <pc:spChg chg="mod">
          <ac:chgData name="Ana Valeria Mendoza Cipagauta" userId="9d05f6fe-bc3e-4e8b-b0a3-47cfb1c3fad5" providerId="ADAL" clId="{DCBF2146-F0C7-48C3-8180-818FFD00ACCD}" dt="2023-01-20T13:05:48.843" v="2" actId="27636"/>
          <ac:spMkLst>
            <pc:docMk/>
            <pc:sldMk cId="2908288428" sldId="256"/>
            <ac:spMk id="3" creationId="{2D598DFA-329B-2E42-B0CD-A299535D3FF7}"/>
          </ac:spMkLst>
        </pc:spChg>
      </pc:sldChg>
      <pc:sldChg chg="del">
        <pc:chgData name="Ana Valeria Mendoza Cipagauta" userId="9d05f6fe-bc3e-4e8b-b0a3-47cfb1c3fad5" providerId="ADAL" clId="{DCBF2146-F0C7-48C3-8180-818FFD00ACCD}" dt="2023-01-20T13:05:46.987" v="0" actId="2696"/>
        <pc:sldMkLst>
          <pc:docMk/>
          <pc:sldMk cId="2526152964" sldId="274"/>
        </pc:sldMkLst>
      </pc:sldChg>
      <pc:sldChg chg="add">
        <pc:chgData name="Ana Valeria Mendoza Cipagauta" userId="9d05f6fe-bc3e-4e8b-b0a3-47cfb1c3fad5" providerId="ADAL" clId="{DCBF2146-F0C7-48C3-8180-818FFD00ACCD}" dt="2023-01-20T13:05:48.725" v="1"/>
        <pc:sldMkLst>
          <pc:docMk/>
          <pc:sldMk cId="4171484528" sldId="323"/>
        </pc:sldMkLst>
      </pc:sldChg>
    </pc:docChg>
  </pc:docChgLst>
  <pc:docChgLst>
    <pc:chgData name="Ana Valeria Mendoza Cipagauta" userId="9d05f6fe-bc3e-4e8b-b0a3-47cfb1c3fad5" providerId="ADAL" clId="{308DE6AD-0DAA-4929-8B30-9973B8A65921}"/>
    <pc:docChg chg="custSel addSld modSld">
      <pc:chgData name="Ana Valeria Mendoza Cipagauta" userId="9d05f6fe-bc3e-4e8b-b0a3-47cfb1c3fad5" providerId="ADAL" clId="{308DE6AD-0DAA-4929-8B30-9973B8A65921}" dt="2023-01-18T20:05:40.266" v="1" actId="27636"/>
      <pc:docMkLst>
        <pc:docMk/>
      </pc:docMkLst>
      <pc:sldChg chg="modSp">
        <pc:chgData name="Ana Valeria Mendoza Cipagauta" userId="9d05f6fe-bc3e-4e8b-b0a3-47cfb1c3fad5" providerId="ADAL" clId="{308DE6AD-0DAA-4929-8B30-9973B8A65921}" dt="2023-01-18T20:05:40.266" v="1" actId="27636"/>
        <pc:sldMkLst>
          <pc:docMk/>
          <pc:sldMk cId="2908288428" sldId="256"/>
        </pc:sldMkLst>
        <pc:spChg chg="mod">
          <ac:chgData name="Ana Valeria Mendoza Cipagauta" userId="9d05f6fe-bc3e-4e8b-b0a3-47cfb1c3fad5" providerId="ADAL" clId="{308DE6AD-0DAA-4929-8B30-9973B8A65921}" dt="2023-01-18T20:05:40.266" v="1" actId="27636"/>
          <ac:spMkLst>
            <pc:docMk/>
            <pc:sldMk cId="2908288428" sldId="256"/>
            <ac:spMk id="3" creationId="{2D598DFA-329B-2E42-B0CD-A299535D3FF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5EE62C-472A-0944-B273-7A532AA1B9AC}" type="datetimeFigureOut">
              <a:rPr lang="en-CO" smtClean="0"/>
              <a:t>31/08/25</a:t>
            </a:fld>
            <a:endParaRPr lang="en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9850" y="857250"/>
            <a:ext cx="3924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ACABF-6E5F-1440-8A94-6FA0FACD68FC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10014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1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04090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2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848712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3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68105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027B5-2379-C0E1-69AE-E8E49BBD1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0090A-DAD9-AD9C-5D20-A0B812AB2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48066-60C1-0595-AACC-BCF861DC4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8B726-95DF-0CCF-6126-8F0200F7D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4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956352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28BD0-235B-C712-F413-C5268AD7C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E4D63-7A10-7C5F-B3AC-48C2648FE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26985-9D41-AD5E-5E6B-EB4D63708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AA8CE-09C0-11B4-58BF-A250BCBF6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5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218898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6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931475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7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1481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3013" y="1940233"/>
            <a:ext cx="15078075" cy="4127453"/>
          </a:xfrm>
        </p:spPr>
        <p:txBody>
          <a:bodyPr anchor="b"/>
          <a:lstStyle>
            <a:lvl1pPr algn="ctr">
              <a:defRPr sz="98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3013" y="6226856"/>
            <a:ext cx="15078075" cy="2862322"/>
          </a:xfr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301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688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86" y="2955631"/>
            <a:ext cx="17339786" cy="4931537"/>
          </a:xfrm>
        </p:spPr>
        <p:txBody>
          <a:bodyPr anchor="b"/>
          <a:lstStyle>
            <a:lvl1pPr>
              <a:defRPr sz="98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86" y="7933822"/>
            <a:ext cx="17339786" cy="2593379"/>
          </a:xfrm>
        </p:spPr>
        <p:txBody>
          <a:bodyPr/>
          <a:lstStyle>
            <a:lvl1pPr marL="0" indent="0">
              <a:buNone/>
              <a:defRPr sz="3958">
                <a:solidFill>
                  <a:schemeClr val="tx1">
                    <a:tint val="75000"/>
                  </a:schemeClr>
                </a:solidFill>
              </a:defRPr>
            </a:lvl1pPr>
            <a:lvl2pPr marL="753923" indent="0">
              <a:buNone/>
              <a:defRPr sz="329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634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2157" y="3155965"/>
            <a:ext cx="8544243" cy="75221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77700" y="3155965"/>
            <a:ext cx="8544243" cy="75221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805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631194"/>
            <a:ext cx="17339786" cy="229150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4776" y="2906233"/>
            <a:ext cx="8504976" cy="1424300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4776" y="4330532"/>
            <a:ext cx="8504976" cy="63695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77701" y="2906233"/>
            <a:ext cx="8546861" cy="1424300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77701" y="4330532"/>
            <a:ext cx="8546861" cy="63695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1842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6793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82AC05-58CE-4E49-B563-09D5951AE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64448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790363"/>
            <a:ext cx="6484095" cy="2766272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46861" y="1706966"/>
            <a:ext cx="10177701" cy="8425054"/>
          </a:xfrm>
        </p:spPr>
        <p:txBody>
          <a:bodyPr/>
          <a:lstStyle>
            <a:lvl1pPr>
              <a:defRPr sz="5277"/>
            </a:lvl1pPr>
            <a:lvl2pPr>
              <a:defRPr sz="4617"/>
            </a:lvl2pPr>
            <a:lvl3pPr>
              <a:defRPr sz="3958"/>
            </a:lvl3pPr>
            <a:lvl4pPr>
              <a:defRPr sz="3298"/>
            </a:lvl4pPr>
            <a:lvl5pPr>
              <a:defRPr sz="3298"/>
            </a:lvl5pPr>
            <a:lvl6pPr>
              <a:defRPr sz="3298"/>
            </a:lvl6pPr>
            <a:lvl7pPr>
              <a:defRPr sz="3298"/>
            </a:lvl7pPr>
            <a:lvl8pPr>
              <a:defRPr sz="3298"/>
            </a:lvl8pPr>
            <a:lvl9pPr>
              <a:defRPr sz="329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4776" y="3556635"/>
            <a:ext cx="6484095" cy="6589106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8044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790363"/>
            <a:ext cx="6484095" cy="2766272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46861" y="1706966"/>
            <a:ext cx="10177701" cy="8425054"/>
          </a:xfrm>
        </p:spPr>
        <p:txBody>
          <a:bodyPr anchor="t"/>
          <a:lstStyle>
            <a:lvl1pPr marL="0" indent="0">
              <a:buNone/>
              <a:defRPr sz="5277"/>
            </a:lvl1pPr>
            <a:lvl2pPr marL="753923" indent="0">
              <a:buNone/>
              <a:defRPr sz="4617"/>
            </a:lvl2pPr>
            <a:lvl3pPr marL="1507846" indent="0">
              <a:buNone/>
              <a:defRPr sz="3958"/>
            </a:lvl3pPr>
            <a:lvl4pPr marL="2261768" indent="0">
              <a:buNone/>
              <a:defRPr sz="3298"/>
            </a:lvl4pPr>
            <a:lvl5pPr marL="3015691" indent="0">
              <a:buNone/>
              <a:defRPr sz="3298"/>
            </a:lvl5pPr>
            <a:lvl6pPr marL="3769614" indent="0">
              <a:buNone/>
              <a:defRPr sz="3298"/>
            </a:lvl6pPr>
            <a:lvl7pPr marL="4523537" indent="0">
              <a:buNone/>
              <a:defRPr sz="3298"/>
            </a:lvl7pPr>
            <a:lvl8pPr marL="5277460" indent="0">
              <a:buNone/>
              <a:defRPr sz="3298"/>
            </a:lvl8pPr>
            <a:lvl9pPr marL="6031382" indent="0">
              <a:buNone/>
              <a:defRPr sz="3298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4776" y="3556635"/>
            <a:ext cx="6484095" cy="6589106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6099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103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86996" y="631193"/>
            <a:ext cx="4334947" cy="1004694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2157" y="631193"/>
            <a:ext cx="12753538" cy="1004694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9588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derecha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15994" y="5373094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67" name="object 4">
            <a:extLst>
              <a:ext uri="{FF2B5EF4-FFF2-40B4-BE49-F238E27FC236}">
                <a16:creationId xmlns:a16="http://schemas.microsoft.com/office/drawing/2014/main" id="{C12A065A-7C27-40A8-AA7E-3555F4C887AB}"/>
              </a:ext>
            </a:extLst>
          </p:cNvPr>
          <p:cNvSpPr/>
          <p:nvPr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8" name="object 5">
            <a:extLst>
              <a:ext uri="{FF2B5EF4-FFF2-40B4-BE49-F238E27FC236}">
                <a16:creationId xmlns:a16="http://schemas.microsoft.com/office/drawing/2014/main" id="{427FDD6C-7AC9-4896-BBA6-16154F68F579}"/>
              </a:ext>
            </a:extLst>
          </p:cNvPr>
          <p:cNvSpPr/>
          <p:nvPr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9" name="object 6">
            <a:extLst>
              <a:ext uri="{FF2B5EF4-FFF2-40B4-BE49-F238E27FC236}">
                <a16:creationId xmlns:a16="http://schemas.microsoft.com/office/drawing/2014/main" id="{953A2053-6469-4CA1-BFF3-27FB46B80B50}"/>
              </a:ext>
            </a:extLst>
          </p:cNvPr>
          <p:cNvSpPr/>
          <p:nvPr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0" name="object 7">
            <a:extLst>
              <a:ext uri="{FF2B5EF4-FFF2-40B4-BE49-F238E27FC236}">
                <a16:creationId xmlns:a16="http://schemas.microsoft.com/office/drawing/2014/main" id="{5BEE9C81-C824-44C2-8B82-5B785F68440F}"/>
              </a:ext>
            </a:extLst>
          </p:cNvPr>
          <p:cNvSpPr/>
          <p:nvPr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1" name="object 8">
            <a:extLst>
              <a:ext uri="{FF2B5EF4-FFF2-40B4-BE49-F238E27FC236}">
                <a16:creationId xmlns:a16="http://schemas.microsoft.com/office/drawing/2014/main" id="{C68F89CB-FCB1-4F38-A174-FEA6B5B54169}"/>
              </a:ext>
            </a:extLst>
          </p:cNvPr>
          <p:cNvSpPr/>
          <p:nvPr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2" name="object 9">
            <a:extLst>
              <a:ext uri="{FF2B5EF4-FFF2-40B4-BE49-F238E27FC236}">
                <a16:creationId xmlns:a16="http://schemas.microsoft.com/office/drawing/2014/main" id="{E962C8AB-58E7-481F-88A2-A4EDFB35497E}"/>
              </a:ext>
            </a:extLst>
          </p:cNvPr>
          <p:cNvSpPr txBox="1"/>
          <p:nvPr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73" name="object 10">
            <a:extLst>
              <a:ext uri="{FF2B5EF4-FFF2-40B4-BE49-F238E27FC236}">
                <a16:creationId xmlns:a16="http://schemas.microsoft.com/office/drawing/2014/main" id="{8DE9B7B0-98C0-47A1-BDBD-CA6F24CB6F8F}"/>
              </a:ext>
            </a:extLst>
          </p:cNvPr>
          <p:cNvSpPr txBox="1"/>
          <p:nvPr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74" name="object 11">
            <a:extLst>
              <a:ext uri="{FF2B5EF4-FFF2-40B4-BE49-F238E27FC236}">
                <a16:creationId xmlns:a16="http://schemas.microsoft.com/office/drawing/2014/main" id="{4F88753D-903E-4624-AA78-314F78FABC53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5" name="object 12">
            <a:extLst>
              <a:ext uri="{FF2B5EF4-FFF2-40B4-BE49-F238E27FC236}">
                <a16:creationId xmlns:a16="http://schemas.microsoft.com/office/drawing/2014/main" id="{6AA3D325-B7F5-4BE1-9791-ED288C3BA581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FCF593A5-0849-4543-B4C9-D07E405D43E5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7" name="object 14">
            <a:extLst>
              <a:ext uri="{FF2B5EF4-FFF2-40B4-BE49-F238E27FC236}">
                <a16:creationId xmlns:a16="http://schemas.microsoft.com/office/drawing/2014/main" id="{2D7AF1DB-637A-43AF-80E5-F31A52C66D8A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8" name="object 15">
            <a:extLst>
              <a:ext uri="{FF2B5EF4-FFF2-40B4-BE49-F238E27FC236}">
                <a16:creationId xmlns:a16="http://schemas.microsoft.com/office/drawing/2014/main" id="{F96D07C3-3AB7-4EE5-A223-FDAAD894D70B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9" name="object 16">
            <a:extLst>
              <a:ext uri="{FF2B5EF4-FFF2-40B4-BE49-F238E27FC236}">
                <a16:creationId xmlns:a16="http://schemas.microsoft.com/office/drawing/2014/main" id="{8A90BB90-3DA0-47C0-9E58-65AB628A8A0E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0" name="object 17">
            <a:extLst>
              <a:ext uri="{FF2B5EF4-FFF2-40B4-BE49-F238E27FC236}">
                <a16:creationId xmlns:a16="http://schemas.microsoft.com/office/drawing/2014/main" id="{1C621E47-F80E-4EC7-8C3E-EA4AC2C499EC}"/>
              </a:ext>
            </a:extLst>
          </p:cNvPr>
          <p:cNvSpPr/>
          <p:nvPr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1" name="object 18">
            <a:extLst>
              <a:ext uri="{FF2B5EF4-FFF2-40B4-BE49-F238E27FC236}">
                <a16:creationId xmlns:a16="http://schemas.microsoft.com/office/drawing/2014/main" id="{1A14C7C0-7FA5-496A-97FA-8736A24D89E7}"/>
              </a:ext>
            </a:extLst>
          </p:cNvPr>
          <p:cNvSpPr/>
          <p:nvPr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2" name="object 19">
            <a:extLst>
              <a:ext uri="{FF2B5EF4-FFF2-40B4-BE49-F238E27FC236}">
                <a16:creationId xmlns:a16="http://schemas.microsoft.com/office/drawing/2014/main" id="{0DBA6063-A179-4CB3-B25D-55A98691DA17}"/>
              </a:ext>
            </a:extLst>
          </p:cNvPr>
          <p:cNvSpPr/>
          <p:nvPr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3" name="object 20">
            <a:extLst>
              <a:ext uri="{FF2B5EF4-FFF2-40B4-BE49-F238E27FC236}">
                <a16:creationId xmlns:a16="http://schemas.microsoft.com/office/drawing/2014/main" id="{A6CF6F57-A992-4DA6-93D6-14847FF13203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21">
            <a:extLst>
              <a:ext uri="{FF2B5EF4-FFF2-40B4-BE49-F238E27FC236}">
                <a16:creationId xmlns:a16="http://schemas.microsoft.com/office/drawing/2014/main" id="{9C37B140-257B-4ED0-9375-88DF6F1A8647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22">
            <a:extLst>
              <a:ext uri="{FF2B5EF4-FFF2-40B4-BE49-F238E27FC236}">
                <a16:creationId xmlns:a16="http://schemas.microsoft.com/office/drawing/2014/main" id="{CACE08B5-1F52-425F-861D-DC6F5D131080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23">
            <a:extLst>
              <a:ext uri="{FF2B5EF4-FFF2-40B4-BE49-F238E27FC236}">
                <a16:creationId xmlns:a16="http://schemas.microsoft.com/office/drawing/2014/main" id="{B3C5A46B-E89D-4FF7-8B2E-53C4DBEBF1AB}"/>
              </a:ext>
            </a:extLst>
          </p:cNvPr>
          <p:cNvSpPr/>
          <p:nvPr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object 24">
            <a:extLst>
              <a:ext uri="{FF2B5EF4-FFF2-40B4-BE49-F238E27FC236}">
                <a16:creationId xmlns:a16="http://schemas.microsoft.com/office/drawing/2014/main" id="{F9F24890-B240-4B38-B677-5C1F04091C77}"/>
              </a:ext>
            </a:extLst>
          </p:cNvPr>
          <p:cNvSpPr/>
          <p:nvPr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6A9484B0-F8DA-3942-AEB4-AC77CA4CE475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8698A834-C399-FE4A-8AF7-4C083617CB7A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713501B0-9E0E-6645-A7CE-91BB42BEB3EB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E0AB0AA3-FC6C-B442-8456-AD7F97AEE4F7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9C8A4095-0BD9-5C44-B5C0-04E5BCAFD5D7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6D5C7BA6-D3B5-084C-AAFC-8B119C6FCE6B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30" name="object 10">
            <a:extLst>
              <a:ext uri="{FF2B5EF4-FFF2-40B4-BE49-F238E27FC236}">
                <a16:creationId xmlns:a16="http://schemas.microsoft.com/office/drawing/2014/main" id="{82202673-B67E-1346-B14E-FD3C26EE47B9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31" name="object 11">
            <a:extLst>
              <a:ext uri="{FF2B5EF4-FFF2-40B4-BE49-F238E27FC236}">
                <a16:creationId xmlns:a16="http://schemas.microsoft.com/office/drawing/2014/main" id="{DBC11555-86E2-D644-878F-9F1BC77B8DF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object 12">
            <a:extLst>
              <a:ext uri="{FF2B5EF4-FFF2-40B4-BE49-F238E27FC236}">
                <a16:creationId xmlns:a16="http://schemas.microsoft.com/office/drawing/2014/main" id="{891AEE34-A4D3-754C-93D6-13460BA10354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39891505-45EC-E642-B8BB-D51703AB6297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object 14">
            <a:extLst>
              <a:ext uri="{FF2B5EF4-FFF2-40B4-BE49-F238E27FC236}">
                <a16:creationId xmlns:a16="http://schemas.microsoft.com/office/drawing/2014/main" id="{A9A10BBC-C781-914C-BB86-52D279784C53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" name="object 15">
            <a:extLst>
              <a:ext uri="{FF2B5EF4-FFF2-40B4-BE49-F238E27FC236}">
                <a16:creationId xmlns:a16="http://schemas.microsoft.com/office/drawing/2014/main" id="{4128F62F-287A-F54D-92ED-3B9739C5760D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6" name="object 16">
            <a:extLst>
              <a:ext uri="{FF2B5EF4-FFF2-40B4-BE49-F238E27FC236}">
                <a16:creationId xmlns:a16="http://schemas.microsoft.com/office/drawing/2014/main" id="{9541C34C-174C-6943-98EE-1AECE5B74A70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" name="object 17">
            <a:extLst>
              <a:ext uri="{FF2B5EF4-FFF2-40B4-BE49-F238E27FC236}">
                <a16:creationId xmlns:a16="http://schemas.microsoft.com/office/drawing/2014/main" id="{CDC678A1-7F8B-6145-9FA6-F789269E1CD2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D564D977-A150-4248-8049-C15579447985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object 19">
            <a:extLst>
              <a:ext uri="{FF2B5EF4-FFF2-40B4-BE49-F238E27FC236}">
                <a16:creationId xmlns:a16="http://schemas.microsoft.com/office/drawing/2014/main" id="{419A55DF-1CB9-5D4D-BBF6-0C145438DDDB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object 20">
            <a:extLst>
              <a:ext uri="{FF2B5EF4-FFF2-40B4-BE49-F238E27FC236}">
                <a16:creationId xmlns:a16="http://schemas.microsoft.com/office/drawing/2014/main" id="{6E2D8DD1-4DE5-3F44-BEFA-11DBAB77446E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FF1AAF08-9EC7-0F48-AD70-BE5CA3BE2461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object 22">
            <a:extLst>
              <a:ext uri="{FF2B5EF4-FFF2-40B4-BE49-F238E27FC236}">
                <a16:creationId xmlns:a16="http://schemas.microsoft.com/office/drawing/2014/main" id="{66A14E71-8851-7949-8634-48CDA7549E45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object 23">
            <a:extLst>
              <a:ext uri="{FF2B5EF4-FFF2-40B4-BE49-F238E27FC236}">
                <a16:creationId xmlns:a16="http://schemas.microsoft.com/office/drawing/2014/main" id="{0A7A9DCD-8185-1B48-90AD-58F373A655CB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object 24">
            <a:extLst>
              <a:ext uri="{FF2B5EF4-FFF2-40B4-BE49-F238E27FC236}">
                <a16:creationId xmlns:a16="http://schemas.microsoft.com/office/drawing/2014/main" id="{CA3D13B8-0C93-D443-87F1-694A1BEBFA5F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5713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a la derecha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9">
            <a:extLst>
              <a:ext uri="{FF2B5EF4-FFF2-40B4-BE49-F238E27FC236}">
                <a16:creationId xmlns:a16="http://schemas.microsoft.com/office/drawing/2014/main" id="{379144B4-8526-4FBA-9FE7-4C4F4A861EA9}"/>
              </a:ext>
            </a:extLst>
          </p:cNvPr>
          <p:cNvSpPr txBox="1"/>
          <p:nvPr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EB89E1CA-2EF2-4970-A4CA-508B7FF81810}"/>
              </a:ext>
            </a:extLst>
          </p:cNvPr>
          <p:cNvSpPr txBox="1"/>
          <p:nvPr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7680B916-344D-4856-BB05-B38F82BDBDE6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322C8ED-85BA-44B9-9A28-941F57348002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28757609-A84E-4F08-9160-3C3FC1E213C7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C5E80038-1A8D-4109-8E13-5B526754A336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DDD5D5B0-17CA-4139-9854-1AAC4BF646D3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467BDE7C-2E30-4FFC-8AE4-C74378D0211A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D7CBC121-9763-4BE7-B30F-98A9C3A69962}"/>
              </a:ext>
            </a:extLst>
          </p:cNvPr>
          <p:cNvSpPr/>
          <p:nvPr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6EC78C8B-C656-4A82-8E74-6968C43CD600}"/>
              </a:ext>
            </a:extLst>
          </p:cNvPr>
          <p:cNvSpPr/>
          <p:nvPr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FDF498A1-00FC-4274-8E31-17A3F30D26AA}"/>
              </a:ext>
            </a:extLst>
          </p:cNvPr>
          <p:cNvSpPr/>
          <p:nvPr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3FCCB3F0-8DC9-47AC-92F8-F7CC7B890FB2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19E9EF25-6994-4124-BB25-1668FEEAA030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>
            <a:extLst>
              <a:ext uri="{FF2B5EF4-FFF2-40B4-BE49-F238E27FC236}">
                <a16:creationId xmlns:a16="http://schemas.microsoft.com/office/drawing/2014/main" id="{3DFCF5EC-C759-4BC9-976B-749A55B5CE83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3">
            <a:extLst>
              <a:ext uri="{FF2B5EF4-FFF2-40B4-BE49-F238E27FC236}">
                <a16:creationId xmlns:a16="http://schemas.microsoft.com/office/drawing/2014/main" id="{A23855B9-7333-4415-AC9D-2A5AE7DA10DE}"/>
              </a:ext>
            </a:extLst>
          </p:cNvPr>
          <p:cNvSpPr/>
          <p:nvPr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4">
            <a:extLst>
              <a:ext uri="{FF2B5EF4-FFF2-40B4-BE49-F238E27FC236}">
                <a16:creationId xmlns:a16="http://schemas.microsoft.com/office/drawing/2014/main" id="{E832B23B-542D-440B-9707-9D2906BF1C92}"/>
              </a:ext>
            </a:extLst>
          </p:cNvPr>
          <p:cNvSpPr/>
          <p:nvPr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2BDF57BC-14AD-45B8-A927-0180574745C9}"/>
              </a:ext>
            </a:extLst>
          </p:cNvPr>
          <p:cNvSpPr/>
          <p:nvPr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0944E5DF-CF18-42B5-883C-D60075DC41F8}"/>
              </a:ext>
            </a:extLst>
          </p:cNvPr>
          <p:cNvSpPr/>
          <p:nvPr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0FFA4639-A5D4-42C5-9F54-89E02BE0D4F8}"/>
              </a:ext>
            </a:extLst>
          </p:cNvPr>
          <p:cNvSpPr/>
          <p:nvPr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C3F3A592-C18E-4F81-9B0B-FAD84C849F78}"/>
              </a:ext>
            </a:extLst>
          </p:cNvPr>
          <p:cNvSpPr/>
          <p:nvPr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8038BBEA-E71F-4B94-B51A-30745837DA8E}"/>
              </a:ext>
            </a:extLst>
          </p:cNvPr>
          <p:cNvSpPr/>
          <p:nvPr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30A12454-B9DC-4DDB-BB37-293B9A237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36010" y="5586594"/>
            <a:ext cx="4559300" cy="809837"/>
          </a:xfrm>
        </p:spPr>
        <p:txBody>
          <a:bodyPr/>
          <a:lstStyle>
            <a:lvl1pPr marL="0" indent="0">
              <a:buNone/>
              <a:defRPr lang="es-ES" sz="5150" b="0" kern="1200" spc="10" dirty="0" smtClean="0">
                <a:solidFill>
                  <a:schemeClr val="tx1"/>
                </a:solidFill>
                <a:latin typeface="GT America"/>
                <a:ea typeface="+mj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  <a:endParaRPr lang="es-CO" dirty="0"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17AC649C-F953-AF45-B24A-74DC73993AE2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25" name="object 10">
            <a:extLst>
              <a:ext uri="{FF2B5EF4-FFF2-40B4-BE49-F238E27FC236}">
                <a16:creationId xmlns:a16="http://schemas.microsoft.com/office/drawing/2014/main" id="{7F2733B0-6D43-154E-868C-C6BD44604690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C9E2229B-D6C0-B04D-83FB-E9A816CBE95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2">
            <a:extLst>
              <a:ext uri="{FF2B5EF4-FFF2-40B4-BE49-F238E27FC236}">
                <a16:creationId xmlns:a16="http://schemas.microsoft.com/office/drawing/2014/main" id="{7A2288C5-077D-1743-85E1-4ECEFBD1F431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3">
            <a:extLst>
              <a:ext uri="{FF2B5EF4-FFF2-40B4-BE49-F238E27FC236}">
                <a16:creationId xmlns:a16="http://schemas.microsoft.com/office/drawing/2014/main" id="{835C88AC-A107-7042-A036-E51E76415B90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4">
            <a:extLst>
              <a:ext uri="{FF2B5EF4-FFF2-40B4-BE49-F238E27FC236}">
                <a16:creationId xmlns:a16="http://schemas.microsoft.com/office/drawing/2014/main" id="{6A3AA805-12B7-E442-B945-30D7D0F5D4F9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5">
            <a:extLst>
              <a:ext uri="{FF2B5EF4-FFF2-40B4-BE49-F238E27FC236}">
                <a16:creationId xmlns:a16="http://schemas.microsoft.com/office/drawing/2014/main" id="{0AA6B5E5-961E-2640-A80B-26975E30CD92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6">
            <a:extLst>
              <a:ext uri="{FF2B5EF4-FFF2-40B4-BE49-F238E27FC236}">
                <a16:creationId xmlns:a16="http://schemas.microsoft.com/office/drawing/2014/main" id="{175672B5-4116-C241-91B0-35EC4C7558E3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F290B3F7-F827-5347-8F2F-2DE09B8AC4DA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8">
            <a:extLst>
              <a:ext uri="{FF2B5EF4-FFF2-40B4-BE49-F238E27FC236}">
                <a16:creationId xmlns:a16="http://schemas.microsoft.com/office/drawing/2014/main" id="{AB7F6A5C-8D68-2A47-86F0-2A45FCBACAD9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9">
            <a:extLst>
              <a:ext uri="{FF2B5EF4-FFF2-40B4-BE49-F238E27FC236}">
                <a16:creationId xmlns:a16="http://schemas.microsoft.com/office/drawing/2014/main" id="{0BEC6072-6810-9442-AD0C-8019A3AC643B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20">
            <a:extLst>
              <a:ext uri="{FF2B5EF4-FFF2-40B4-BE49-F238E27FC236}">
                <a16:creationId xmlns:a16="http://schemas.microsoft.com/office/drawing/2014/main" id="{9B250FE4-36BF-F146-9400-1814D11DC01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21">
            <a:extLst>
              <a:ext uri="{FF2B5EF4-FFF2-40B4-BE49-F238E27FC236}">
                <a16:creationId xmlns:a16="http://schemas.microsoft.com/office/drawing/2014/main" id="{901CB690-F8A5-314D-AA60-61A529B056E5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2">
            <a:extLst>
              <a:ext uri="{FF2B5EF4-FFF2-40B4-BE49-F238E27FC236}">
                <a16:creationId xmlns:a16="http://schemas.microsoft.com/office/drawing/2014/main" id="{670E0DBE-C1CD-EC4B-9631-D439DAADD578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3">
            <a:extLst>
              <a:ext uri="{FF2B5EF4-FFF2-40B4-BE49-F238E27FC236}">
                <a16:creationId xmlns:a16="http://schemas.microsoft.com/office/drawing/2014/main" id="{2DD5A65C-0AF7-3841-AB61-CB516969BA2C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4">
            <a:extLst>
              <a:ext uri="{FF2B5EF4-FFF2-40B4-BE49-F238E27FC236}">
                <a16:creationId xmlns:a16="http://schemas.microsoft.com/office/drawing/2014/main" id="{CBF7C7F1-A62B-7946-8E02-45E004FA6408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EAC3854A-CBC3-A447-AAF1-52893408CDCA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5">
            <a:extLst>
              <a:ext uri="{FF2B5EF4-FFF2-40B4-BE49-F238E27FC236}">
                <a16:creationId xmlns:a16="http://schemas.microsoft.com/office/drawing/2014/main" id="{3D614B4C-F3EE-D746-AE1D-3A2CC38E6723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6">
            <a:extLst>
              <a:ext uri="{FF2B5EF4-FFF2-40B4-BE49-F238E27FC236}">
                <a16:creationId xmlns:a16="http://schemas.microsoft.com/office/drawing/2014/main" id="{266ED586-2D27-A34D-AE62-88FC460EF07F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7">
            <a:extLst>
              <a:ext uri="{FF2B5EF4-FFF2-40B4-BE49-F238E27FC236}">
                <a16:creationId xmlns:a16="http://schemas.microsoft.com/office/drawing/2014/main" id="{FF569CA1-924D-C144-8D08-0C31DC9CB07D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8">
            <a:extLst>
              <a:ext uri="{FF2B5EF4-FFF2-40B4-BE49-F238E27FC236}">
                <a16:creationId xmlns:a16="http://schemas.microsoft.com/office/drawing/2014/main" id="{4D484B88-E07B-074A-9430-B8CFAEEE19A3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7711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entrado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4">
            <a:extLst>
              <a:ext uri="{FF2B5EF4-FFF2-40B4-BE49-F238E27FC236}">
                <a16:creationId xmlns:a16="http://schemas.microsoft.com/office/drawing/2014/main" id="{0DD370BE-C9EE-4479-A519-B1F99E6EFD1F}"/>
              </a:ext>
            </a:extLst>
          </p:cNvPr>
          <p:cNvSpPr/>
          <p:nvPr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6CC36620-FBC7-46F9-AEB1-87EEE3612054}"/>
              </a:ext>
            </a:extLst>
          </p:cNvPr>
          <p:cNvSpPr/>
          <p:nvPr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0452F128-277B-4AAF-80AE-DD2857DAC8D6}"/>
              </a:ext>
            </a:extLst>
          </p:cNvPr>
          <p:cNvSpPr/>
          <p:nvPr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2E007DEF-227D-4942-8676-A19E00251D9B}"/>
              </a:ext>
            </a:extLst>
          </p:cNvPr>
          <p:cNvSpPr/>
          <p:nvPr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3C81411D-10DB-463E-B674-4FCF77AD68D8}"/>
              </a:ext>
            </a:extLst>
          </p:cNvPr>
          <p:cNvSpPr/>
          <p:nvPr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A2E5B1DD-0EF7-44BB-86B0-6BA14DE4789E}"/>
              </a:ext>
            </a:extLst>
          </p:cNvPr>
          <p:cNvSpPr txBox="1"/>
          <p:nvPr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0A3A1D4A-CC7C-4D38-B3AE-22AA71954620}"/>
              </a:ext>
            </a:extLst>
          </p:cNvPr>
          <p:cNvSpPr/>
          <p:nvPr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6BD2CC71-EC38-4ED2-A627-60F38D2A4A79}"/>
              </a:ext>
            </a:extLst>
          </p:cNvPr>
          <p:cNvSpPr/>
          <p:nvPr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408E8C0C-8320-48DF-B167-514A0DCFF1EA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01A28FDC-0707-488B-88D7-5E1543BC235D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2AF050C7-A4C7-40D7-AF5A-DB1A4D703682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79C55B6D-D8B7-448E-98B0-34E056151AF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B3EF9D17-1762-486C-AA31-BD4B67CE69D1}"/>
              </a:ext>
            </a:extLst>
          </p:cNvPr>
          <p:cNvSpPr/>
          <p:nvPr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D92A3342-C68B-4BFE-B0A5-DEE6FB897D2A}"/>
              </a:ext>
            </a:extLst>
          </p:cNvPr>
          <p:cNvSpPr/>
          <p:nvPr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5AC17AF6-EA0E-40A4-B2C1-6B3A6CD97C05}"/>
              </a:ext>
            </a:extLst>
          </p:cNvPr>
          <p:cNvSpPr/>
          <p:nvPr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52BA1FD-08CA-40F9-9B97-B7B811220606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2889C62D-BCBD-495E-93ED-2E0AC88065CF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4ECD9530-1E44-4F91-908D-CBD6257AD1BD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C6080D5A-7733-4C37-8A7F-7149ECA8D93E}"/>
              </a:ext>
            </a:extLst>
          </p:cNvPr>
          <p:cNvSpPr/>
          <p:nvPr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4">
            <a:extLst>
              <a:ext uri="{FF2B5EF4-FFF2-40B4-BE49-F238E27FC236}">
                <a16:creationId xmlns:a16="http://schemas.microsoft.com/office/drawing/2014/main" id="{A4F7D278-869B-40BE-82A5-35C2C1D1EC05}"/>
              </a:ext>
            </a:extLst>
          </p:cNvPr>
          <p:cNvSpPr/>
          <p:nvPr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1F1A160C-6F38-4ADD-A8D9-49C1826DE6D7}"/>
              </a:ext>
            </a:extLst>
          </p:cNvPr>
          <p:cNvSpPr txBox="1">
            <a:spLocks/>
          </p:cNvSpPr>
          <p:nvPr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482645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A252CD70-906A-5E46-8AA4-C762E8ECD5A7}"/>
              </a:ext>
            </a:extLst>
          </p:cNvPr>
          <p:cNvSpPr/>
          <p:nvPr userDrawn="1"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5">
            <a:extLst>
              <a:ext uri="{FF2B5EF4-FFF2-40B4-BE49-F238E27FC236}">
                <a16:creationId xmlns:a16="http://schemas.microsoft.com/office/drawing/2014/main" id="{2C07B2A4-8F50-5242-8938-A16E772EDBC7}"/>
              </a:ext>
            </a:extLst>
          </p:cNvPr>
          <p:cNvSpPr/>
          <p:nvPr userDrawn="1"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6">
            <a:extLst>
              <a:ext uri="{FF2B5EF4-FFF2-40B4-BE49-F238E27FC236}">
                <a16:creationId xmlns:a16="http://schemas.microsoft.com/office/drawing/2014/main" id="{B61E0EE2-83A6-E545-8741-6BFFA1A4BF3C}"/>
              </a:ext>
            </a:extLst>
          </p:cNvPr>
          <p:cNvSpPr/>
          <p:nvPr userDrawn="1"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7">
            <a:extLst>
              <a:ext uri="{FF2B5EF4-FFF2-40B4-BE49-F238E27FC236}">
                <a16:creationId xmlns:a16="http://schemas.microsoft.com/office/drawing/2014/main" id="{8E58896A-38B0-E14A-8997-A017554DE67A}"/>
              </a:ext>
            </a:extLst>
          </p:cNvPr>
          <p:cNvSpPr/>
          <p:nvPr userDrawn="1"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8">
            <a:extLst>
              <a:ext uri="{FF2B5EF4-FFF2-40B4-BE49-F238E27FC236}">
                <a16:creationId xmlns:a16="http://schemas.microsoft.com/office/drawing/2014/main" id="{2EE54B99-A907-B945-8CCD-D2DB182FD1E1}"/>
              </a:ext>
            </a:extLst>
          </p:cNvPr>
          <p:cNvSpPr/>
          <p:nvPr userDrawn="1"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0">
            <a:extLst>
              <a:ext uri="{FF2B5EF4-FFF2-40B4-BE49-F238E27FC236}">
                <a16:creationId xmlns:a16="http://schemas.microsoft.com/office/drawing/2014/main" id="{5A1D3919-490E-2C40-A029-3FF708F75DD6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52" name="object 11">
            <a:extLst>
              <a:ext uri="{FF2B5EF4-FFF2-40B4-BE49-F238E27FC236}">
                <a16:creationId xmlns:a16="http://schemas.microsoft.com/office/drawing/2014/main" id="{C38B9151-0E56-B342-9B48-B074865DF62E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2">
            <a:extLst>
              <a:ext uri="{FF2B5EF4-FFF2-40B4-BE49-F238E27FC236}">
                <a16:creationId xmlns:a16="http://schemas.microsoft.com/office/drawing/2014/main" id="{672C652E-9210-D144-AAFE-3D0A1D99F969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13">
            <a:extLst>
              <a:ext uri="{FF2B5EF4-FFF2-40B4-BE49-F238E27FC236}">
                <a16:creationId xmlns:a16="http://schemas.microsoft.com/office/drawing/2014/main" id="{ABA2F8DA-A9D9-9C4B-82DB-C907C5ABEA7B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14">
            <a:extLst>
              <a:ext uri="{FF2B5EF4-FFF2-40B4-BE49-F238E27FC236}">
                <a16:creationId xmlns:a16="http://schemas.microsoft.com/office/drawing/2014/main" id="{C4CA5A63-BD19-6040-B2B3-5FE3F7997A72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5">
            <a:extLst>
              <a:ext uri="{FF2B5EF4-FFF2-40B4-BE49-F238E27FC236}">
                <a16:creationId xmlns:a16="http://schemas.microsoft.com/office/drawing/2014/main" id="{855FB243-8412-BF4B-96EE-B3B181C4B5D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6">
            <a:extLst>
              <a:ext uri="{FF2B5EF4-FFF2-40B4-BE49-F238E27FC236}">
                <a16:creationId xmlns:a16="http://schemas.microsoft.com/office/drawing/2014/main" id="{7522AE22-522A-444E-A43A-95AF34460D8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17">
            <a:extLst>
              <a:ext uri="{FF2B5EF4-FFF2-40B4-BE49-F238E27FC236}">
                <a16:creationId xmlns:a16="http://schemas.microsoft.com/office/drawing/2014/main" id="{4F1491BF-C22E-2D47-ABF7-3F83E5CCF596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18">
            <a:extLst>
              <a:ext uri="{FF2B5EF4-FFF2-40B4-BE49-F238E27FC236}">
                <a16:creationId xmlns:a16="http://schemas.microsoft.com/office/drawing/2014/main" id="{773713B7-5530-C943-88DF-3F82542DF6B0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19">
            <a:extLst>
              <a:ext uri="{FF2B5EF4-FFF2-40B4-BE49-F238E27FC236}">
                <a16:creationId xmlns:a16="http://schemas.microsoft.com/office/drawing/2014/main" id="{7588C906-0804-8946-9814-503C77F4FB76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20">
            <a:extLst>
              <a:ext uri="{FF2B5EF4-FFF2-40B4-BE49-F238E27FC236}">
                <a16:creationId xmlns:a16="http://schemas.microsoft.com/office/drawing/2014/main" id="{1224459D-8A29-F14F-B974-76841C177968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21">
            <a:extLst>
              <a:ext uri="{FF2B5EF4-FFF2-40B4-BE49-F238E27FC236}">
                <a16:creationId xmlns:a16="http://schemas.microsoft.com/office/drawing/2014/main" id="{F01D0FC8-1000-BB43-A19F-DD9054C12E50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22">
            <a:extLst>
              <a:ext uri="{FF2B5EF4-FFF2-40B4-BE49-F238E27FC236}">
                <a16:creationId xmlns:a16="http://schemas.microsoft.com/office/drawing/2014/main" id="{A91A5EC2-6CCA-214C-80ED-A630B9E2BEA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23">
            <a:extLst>
              <a:ext uri="{FF2B5EF4-FFF2-40B4-BE49-F238E27FC236}">
                <a16:creationId xmlns:a16="http://schemas.microsoft.com/office/drawing/2014/main" id="{8BF7E66E-3587-D447-9356-2DEF2831F8F5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24">
            <a:extLst>
              <a:ext uri="{FF2B5EF4-FFF2-40B4-BE49-F238E27FC236}">
                <a16:creationId xmlns:a16="http://schemas.microsoft.com/office/drawing/2014/main" id="{47D78474-8427-0E49-8D0F-92A10E3C673C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9">
            <a:extLst>
              <a:ext uri="{FF2B5EF4-FFF2-40B4-BE49-F238E27FC236}">
                <a16:creationId xmlns:a16="http://schemas.microsoft.com/office/drawing/2014/main" id="{38AE06D4-D5D5-2545-B745-34D5E64A3E72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09785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entrado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3">
            <a:extLst>
              <a:ext uri="{FF2B5EF4-FFF2-40B4-BE49-F238E27FC236}">
                <a16:creationId xmlns:a16="http://schemas.microsoft.com/office/drawing/2014/main" id="{F5B55B80-F91D-4AED-8DB3-AD2B94786812}"/>
              </a:ext>
            </a:extLst>
          </p:cNvPr>
          <p:cNvSpPr/>
          <p:nvPr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7" name="object 4">
            <a:extLst>
              <a:ext uri="{FF2B5EF4-FFF2-40B4-BE49-F238E27FC236}">
                <a16:creationId xmlns:a16="http://schemas.microsoft.com/office/drawing/2014/main" id="{59F6F8F2-9549-4E60-9CC2-FCA0D7999E49}"/>
              </a:ext>
            </a:extLst>
          </p:cNvPr>
          <p:cNvSpPr/>
          <p:nvPr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object 5">
            <a:extLst>
              <a:ext uri="{FF2B5EF4-FFF2-40B4-BE49-F238E27FC236}">
                <a16:creationId xmlns:a16="http://schemas.microsoft.com/office/drawing/2014/main" id="{7CA6ED11-484F-47E7-8F15-8D43EE89A2D2}"/>
              </a:ext>
            </a:extLst>
          </p:cNvPr>
          <p:cNvSpPr/>
          <p:nvPr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9" name="object 6">
            <a:extLst>
              <a:ext uri="{FF2B5EF4-FFF2-40B4-BE49-F238E27FC236}">
                <a16:creationId xmlns:a16="http://schemas.microsoft.com/office/drawing/2014/main" id="{E7B6A472-EDE0-47E0-BE33-079F327A4D31}"/>
              </a:ext>
            </a:extLst>
          </p:cNvPr>
          <p:cNvSpPr/>
          <p:nvPr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0" name="object 7">
            <a:extLst>
              <a:ext uri="{FF2B5EF4-FFF2-40B4-BE49-F238E27FC236}">
                <a16:creationId xmlns:a16="http://schemas.microsoft.com/office/drawing/2014/main" id="{3A42E184-9AEC-423D-B7B0-1E473B027D44}"/>
              </a:ext>
            </a:extLst>
          </p:cNvPr>
          <p:cNvSpPr/>
          <p:nvPr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object 8">
            <a:extLst>
              <a:ext uri="{FF2B5EF4-FFF2-40B4-BE49-F238E27FC236}">
                <a16:creationId xmlns:a16="http://schemas.microsoft.com/office/drawing/2014/main" id="{31A0B6AC-E5D1-40F2-A5A8-4DB89C1505CF}"/>
              </a:ext>
            </a:extLst>
          </p:cNvPr>
          <p:cNvSpPr txBox="1">
            <a:spLocks/>
          </p:cNvSpPr>
          <p:nvPr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2" name="object 9">
            <a:extLst>
              <a:ext uri="{FF2B5EF4-FFF2-40B4-BE49-F238E27FC236}">
                <a16:creationId xmlns:a16="http://schemas.microsoft.com/office/drawing/2014/main" id="{D6CCEB1C-722F-4E1F-835C-D869AD140A72}"/>
              </a:ext>
            </a:extLst>
          </p:cNvPr>
          <p:cNvSpPr txBox="1"/>
          <p:nvPr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53" name="object 10">
            <a:extLst>
              <a:ext uri="{FF2B5EF4-FFF2-40B4-BE49-F238E27FC236}">
                <a16:creationId xmlns:a16="http://schemas.microsoft.com/office/drawing/2014/main" id="{24199D36-AC00-4B12-93A2-C2ED45FF17B6}"/>
              </a:ext>
            </a:extLst>
          </p:cNvPr>
          <p:cNvSpPr/>
          <p:nvPr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C302700F-D539-411D-AF71-147A008F7345}"/>
              </a:ext>
            </a:extLst>
          </p:cNvPr>
          <p:cNvSpPr/>
          <p:nvPr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5" name="object 12">
            <a:extLst>
              <a:ext uri="{FF2B5EF4-FFF2-40B4-BE49-F238E27FC236}">
                <a16:creationId xmlns:a16="http://schemas.microsoft.com/office/drawing/2014/main" id="{1FF09462-3BA9-4C7E-A3D9-36C7C79AE645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6" name="object 13">
            <a:extLst>
              <a:ext uri="{FF2B5EF4-FFF2-40B4-BE49-F238E27FC236}">
                <a16:creationId xmlns:a16="http://schemas.microsoft.com/office/drawing/2014/main" id="{FEBBB93D-5A1C-44E0-9331-6016EB29B6FF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7" name="object 14">
            <a:extLst>
              <a:ext uri="{FF2B5EF4-FFF2-40B4-BE49-F238E27FC236}">
                <a16:creationId xmlns:a16="http://schemas.microsoft.com/office/drawing/2014/main" id="{5F137981-A4CD-45F0-9AA1-CCBBE8306D6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8" name="object 15">
            <a:extLst>
              <a:ext uri="{FF2B5EF4-FFF2-40B4-BE49-F238E27FC236}">
                <a16:creationId xmlns:a16="http://schemas.microsoft.com/office/drawing/2014/main" id="{A7BCFF4A-3A87-43D7-A7D9-A6FA64AC0F0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9" name="object 16">
            <a:extLst>
              <a:ext uri="{FF2B5EF4-FFF2-40B4-BE49-F238E27FC236}">
                <a16:creationId xmlns:a16="http://schemas.microsoft.com/office/drawing/2014/main" id="{8D292F96-8782-462C-8A07-10584846A2CD}"/>
              </a:ext>
            </a:extLst>
          </p:cNvPr>
          <p:cNvSpPr/>
          <p:nvPr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0" name="object 17">
            <a:extLst>
              <a:ext uri="{FF2B5EF4-FFF2-40B4-BE49-F238E27FC236}">
                <a16:creationId xmlns:a16="http://schemas.microsoft.com/office/drawing/2014/main" id="{169F8950-E386-406E-B72C-4E8679C02625}"/>
              </a:ext>
            </a:extLst>
          </p:cNvPr>
          <p:cNvSpPr/>
          <p:nvPr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1" name="object 18">
            <a:extLst>
              <a:ext uri="{FF2B5EF4-FFF2-40B4-BE49-F238E27FC236}">
                <a16:creationId xmlns:a16="http://schemas.microsoft.com/office/drawing/2014/main" id="{BF9E2035-8220-48E9-9883-E2035E9401BB}"/>
              </a:ext>
            </a:extLst>
          </p:cNvPr>
          <p:cNvSpPr/>
          <p:nvPr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2" name="object 19">
            <a:extLst>
              <a:ext uri="{FF2B5EF4-FFF2-40B4-BE49-F238E27FC236}">
                <a16:creationId xmlns:a16="http://schemas.microsoft.com/office/drawing/2014/main" id="{F0B9024F-172F-42A7-9B5B-70C49921FBBE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3" name="object 20">
            <a:extLst>
              <a:ext uri="{FF2B5EF4-FFF2-40B4-BE49-F238E27FC236}">
                <a16:creationId xmlns:a16="http://schemas.microsoft.com/office/drawing/2014/main" id="{2D956D51-E3CB-437E-B8E1-31644542C558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4" name="object 21">
            <a:extLst>
              <a:ext uri="{FF2B5EF4-FFF2-40B4-BE49-F238E27FC236}">
                <a16:creationId xmlns:a16="http://schemas.microsoft.com/office/drawing/2014/main" id="{72F22BD7-43A4-46CE-9309-1913B8229B96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5" name="object 22">
            <a:extLst>
              <a:ext uri="{FF2B5EF4-FFF2-40B4-BE49-F238E27FC236}">
                <a16:creationId xmlns:a16="http://schemas.microsoft.com/office/drawing/2014/main" id="{3EFDB32E-A823-4F47-857F-C041BABD66FA}"/>
              </a:ext>
            </a:extLst>
          </p:cNvPr>
          <p:cNvSpPr/>
          <p:nvPr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6" name="object 23">
            <a:extLst>
              <a:ext uri="{FF2B5EF4-FFF2-40B4-BE49-F238E27FC236}">
                <a16:creationId xmlns:a16="http://schemas.microsoft.com/office/drawing/2014/main" id="{4435C06B-E9EF-48FD-AAAA-505B41BA5254}"/>
              </a:ext>
            </a:extLst>
          </p:cNvPr>
          <p:cNvSpPr/>
          <p:nvPr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7" name="Marcador de texto 49">
            <a:extLst>
              <a:ext uri="{FF2B5EF4-FFF2-40B4-BE49-F238E27FC236}">
                <a16:creationId xmlns:a16="http://schemas.microsoft.com/office/drawing/2014/main" id="{3F5E93B8-6609-4939-9667-85EA33BDAE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683496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chemeClr val="tx1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8F7949E4-9FE3-E843-BC24-AAD406A12A3A}"/>
              </a:ext>
            </a:extLst>
          </p:cNvPr>
          <p:cNvSpPr/>
          <p:nvPr userDrawn="1"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7885FFCA-4F47-7A49-9EDB-82031A050E2B}"/>
              </a:ext>
            </a:extLst>
          </p:cNvPr>
          <p:cNvSpPr/>
          <p:nvPr userDrawn="1"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17D4FA60-4B8F-7A4F-BCDE-08E917C474D0}"/>
              </a:ext>
            </a:extLst>
          </p:cNvPr>
          <p:cNvSpPr/>
          <p:nvPr userDrawn="1"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3ADE5F61-DFCC-FE4A-84D5-6F52D4EBFDC2}"/>
              </a:ext>
            </a:extLst>
          </p:cNvPr>
          <p:cNvSpPr/>
          <p:nvPr userDrawn="1"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9F344F8C-FD67-554F-957F-A8034BC6349B}"/>
              </a:ext>
            </a:extLst>
          </p:cNvPr>
          <p:cNvSpPr/>
          <p:nvPr userDrawn="1"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572E963D-A50F-274E-8712-28616CC44718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9C544DA1-C647-B144-920D-6A3B50281502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9510FC97-6053-1C46-9F93-DA4CF953D51F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D2883D3C-4A97-B24B-AFBF-8AF1F55D5855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34C5B976-3C81-3545-A6D3-43D4219CF55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FFF3CF60-E9F7-6A4F-ACF0-8B8BCFEE191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D35FEBC2-2834-634B-808D-1F61D282191D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B956163E-C304-FB4B-9A84-047354E7D5CC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FE9D06D4-5794-F14C-860B-C7C8CC2997DA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ACCD3DFD-36CD-B844-8F6E-4576F9324EFC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4FB37C75-3E4B-F742-BF10-C3561C91185D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4D9F86F6-916E-0649-94DA-F96453FC3D65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DFE5203F-2403-1C47-A7C6-AB202AED1F61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54EDD20F-6F2E-1D42-A947-D5400E7E5ED9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EAF0179D-DDDA-6148-B7B0-67F99D5AF01C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940DCEB7-206E-3047-ABDD-2AF10B3B8C6B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68566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B52D28F9-F37F-4DF5-A2D1-AA68FCF34B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608154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57789202-1793-4245-AFD0-7A37AFAF3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79188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1648929-BBD8-40CA-8CD6-942223EF4E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4943" y="2608154"/>
            <a:ext cx="11405712" cy="844213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547018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9777898-8777-4729-86D3-6D903457F0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54100" y="2500313"/>
            <a:ext cx="5408693" cy="8596312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3701190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esor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087477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esor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40667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59040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445" y="521962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913660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derecha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15994" y="5373094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67" name="object 4">
            <a:extLst>
              <a:ext uri="{FF2B5EF4-FFF2-40B4-BE49-F238E27FC236}">
                <a16:creationId xmlns:a16="http://schemas.microsoft.com/office/drawing/2014/main" id="{C12A065A-7C27-40A8-AA7E-3555F4C887AB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8" name="object 5">
            <a:extLst>
              <a:ext uri="{FF2B5EF4-FFF2-40B4-BE49-F238E27FC236}">
                <a16:creationId xmlns:a16="http://schemas.microsoft.com/office/drawing/2014/main" id="{427FDD6C-7AC9-4896-BBA6-16154F68F579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9" name="object 6">
            <a:extLst>
              <a:ext uri="{FF2B5EF4-FFF2-40B4-BE49-F238E27FC236}">
                <a16:creationId xmlns:a16="http://schemas.microsoft.com/office/drawing/2014/main" id="{953A2053-6469-4CA1-BFF3-27FB46B80B50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0" name="object 7">
            <a:extLst>
              <a:ext uri="{FF2B5EF4-FFF2-40B4-BE49-F238E27FC236}">
                <a16:creationId xmlns:a16="http://schemas.microsoft.com/office/drawing/2014/main" id="{5BEE9C81-C824-44C2-8B82-5B785F68440F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1" name="object 8">
            <a:extLst>
              <a:ext uri="{FF2B5EF4-FFF2-40B4-BE49-F238E27FC236}">
                <a16:creationId xmlns:a16="http://schemas.microsoft.com/office/drawing/2014/main" id="{C68F89CB-FCB1-4F38-A174-FEA6B5B54169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2" name="object 9">
            <a:extLst>
              <a:ext uri="{FF2B5EF4-FFF2-40B4-BE49-F238E27FC236}">
                <a16:creationId xmlns:a16="http://schemas.microsoft.com/office/drawing/2014/main" id="{E962C8AB-58E7-481F-88A2-A4EDFB35497E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73" name="object 10">
            <a:extLst>
              <a:ext uri="{FF2B5EF4-FFF2-40B4-BE49-F238E27FC236}">
                <a16:creationId xmlns:a16="http://schemas.microsoft.com/office/drawing/2014/main" id="{8DE9B7B0-98C0-47A1-BDBD-CA6F24CB6F8F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74" name="object 11">
            <a:extLst>
              <a:ext uri="{FF2B5EF4-FFF2-40B4-BE49-F238E27FC236}">
                <a16:creationId xmlns:a16="http://schemas.microsoft.com/office/drawing/2014/main" id="{4F88753D-903E-4624-AA78-314F78FABC53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5" name="object 12">
            <a:extLst>
              <a:ext uri="{FF2B5EF4-FFF2-40B4-BE49-F238E27FC236}">
                <a16:creationId xmlns:a16="http://schemas.microsoft.com/office/drawing/2014/main" id="{6AA3D325-B7F5-4BE1-9791-ED288C3BA581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FCF593A5-0849-4543-B4C9-D07E405D43E5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7" name="object 14">
            <a:extLst>
              <a:ext uri="{FF2B5EF4-FFF2-40B4-BE49-F238E27FC236}">
                <a16:creationId xmlns:a16="http://schemas.microsoft.com/office/drawing/2014/main" id="{2D7AF1DB-637A-43AF-80E5-F31A52C66D8A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8" name="object 15">
            <a:extLst>
              <a:ext uri="{FF2B5EF4-FFF2-40B4-BE49-F238E27FC236}">
                <a16:creationId xmlns:a16="http://schemas.microsoft.com/office/drawing/2014/main" id="{F96D07C3-3AB7-4EE5-A223-FDAAD894D70B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9" name="object 16">
            <a:extLst>
              <a:ext uri="{FF2B5EF4-FFF2-40B4-BE49-F238E27FC236}">
                <a16:creationId xmlns:a16="http://schemas.microsoft.com/office/drawing/2014/main" id="{8A90BB90-3DA0-47C0-9E58-65AB628A8A0E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0" name="object 17">
            <a:extLst>
              <a:ext uri="{FF2B5EF4-FFF2-40B4-BE49-F238E27FC236}">
                <a16:creationId xmlns:a16="http://schemas.microsoft.com/office/drawing/2014/main" id="{1C621E47-F80E-4EC7-8C3E-EA4AC2C499EC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1" name="object 18">
            <a:extLst>
              <a:ext uri="{FF2B5EF4-FFF2-40B4-BE49-F238E27FC236}">
                <a16:creationId xmlns:a16="http://schemas.microsoft.com/office/drawing/2014/main" id="{1A14C7C0-7FA5-496A-97FA-8736A24D89E7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2" name="object 19">
            <a:extLst>
              <a:ext uri="{FF2B5EF4-FFF2-40B4-BE49-F238E27FC236}">
                <a16:creationId xmlns:a16="http://schemas.microsoft.com/office/drawing/2014/main" id="{0DBA6063-A179-4CB3-B25D-55A98691DA17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3" name="object 20">
            <a:extLst>
              <a:ext uri="{FF2B5EF4-FFF2-40B4-BE49-F238E27FC236}">
                <a16:creationId xmlns:a16="http://schemas.microsoft.com/office/drawing/2014/main" id="{A6CF6F57-A992-4DA6-93D6-14847FF13203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21">
            <a:extLst>
              <a:ext uri="{FF2B5EF4-FFF2-40B4-BE49-F238E27FC236}">
                <a16:creationId xmlns:a16="http://schemas.microsoft.com/office/drawing/2014/main" id="{9C37B140-257B-4ED0-9375-88DF6F1A8647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22">
            <a:extLst>
              <a:ext uri="{FF2B5EF4-FFF2-40B4-BE49-F238E27FC236}">
                <a16:creationId xmlns:a16="http://schemas.microsoft.com/office/drawing/2014/main" id="{CACE08B5-1F52-425F-861D-DC6F5D13108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23">
            <a:extLst>
              <a:ext uri="{FF2B5EF4-FFF2-40B4-BE49-F238E27FC236}">
                <a16:creationId xmlns:a16="http://schemas.microsoft.com/office/drawing/2014/main" id="{B3C5A46B-E89D-4FF7-8B2E-53C4DBEBF1AB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object 24">
            <a:extLst>
              <a:ext uri="{FF2B5EF4-FFF2-40B4-BE49-F238E27FC236}">
                <a16:creationId xmlns:a16="http://schemas.microsoft.com/office/drawing/2014/main" id="{F9F24890-B240-4B38-B677-5C1F04091C77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537770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a la derecha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9">
            <a:extLst>
              <a:ext uri="{FF2B5EF4-FFF2-40B4-BE49-F238E27FC236}">
                <a16:creationId xmlns:a16="http://schemas.microsoft.com/office/drawing/2014/main" id="{379144B4-8526-4FBA-9FE7-4C4F4A861EA9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EB89E1CA-2EF2-4970-A4CA-508B7FF81810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7680B916-344D-4856-BB05-B38F82BDBDE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322C8ED-85BA-44B9-9A28-941F57348002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28757609-A84E-4F08-9160-3C3FC1E213C7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C5E80038-1A8D-4109-8E13-5B526754A336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DDD5D5B0-17CA-4139-9854-1AAC4BF646D3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467BDE7C-2E30-4FFC-8AE4-C74378D0211A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D7CBC121-9763-4BE7-B30F-98A9C3A69962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6EC78C8B-C656-4A82-8E74-6968C43CD600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FDF498A1-00FC-4274-8E31-17A3F30D26AA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3FCCB3F0-8DC9-47AC-92F8-F7CC7B890FB2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19E9EF25-6994-4124-BB25-1668FEEAA03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>
            <a:extLst>
              <a:ext uri="{FF2B5EF4-FFF2-40B4-BE49-F238E27FC236}">
                <a16:creationId xmlns:a16="http://schemas.microsoft.com/office/drawing/2014/main" id="{3DFCF5EC-C759-4BC9-976B-749A55B5CE83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3">
            <a:extLst>
              <a:ext uri="{FF2B5EF4-FFF2-40B4-BE49-F238E27FC236}">
                <a16:creationId xmlns:a16="http://schemas.microsoft.com/office/drawing/2014/main" id="{A23855B9-7333-4415-AC9D-2A5AE7DA10DE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4">
            <a:extLst>
              <a:ext uri="{FF2B5EF4-FFF2-40B4-BE49-F238E27FC236}">
                <a16:creationId xmlns:a16="http://schemas.microsoft.com/office/drawing/2014/main" id="{E832B23B-542D-440B-9707-9D2906BF1C92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2BDF57BC-14AD-45B8-A927-0180574745C9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0944E5DF-CF18-42B5-883C-D60075DC41F8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0FFA4639-A5D4-42C5-9F54-89E02BE0D4F8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C3F3A592-C18E-4F81-9B0B-FAD84C849F78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8038BBEA-E71F-4B94-B51A-30745837DA8E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30A12454-B9DC-4DDB-BB37-293B9A237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36010" y="5586594"/>
            <a:ext cx="4559300" cy="809837"/>
          </a:xfrm>
        </p:spPr>
        <p:txBody>
          <a:bodyPr/>
          <a:lstStyle>
            <a:lvl1pPr marL="0" indent="0">
              <a:buNone/>
              <a:defRPr lang="es-ES" sz="5150" b="0" kern="1200" spc="10" dirty="0" smtClean="0">
                <a:solidFill>
                  <a:schemeClr val="tx1"/>
                </a:solidFill>
                <a:latin typeface="GT America"/>
                <a:ea typeface="+mj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334422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centrado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4">
            <a:extLst>
              <a:ext uri="{FF2B5EF4-FFF2-40B4-BE49-F238E27FC236}">
                <a16:creationId xmlns:a16="http://schemas.microsoft.com/office/drawing/2014/main" id="{0DD370BE-C9EE-4479-A519-B1F99E6EFD1F}"/>
              </a:ext>
            </a:extLst>
          </p:cNvPr>
          <p:cNvSpPr/>
          <p:nvPr userDrawn="1"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6CC36620-FBC7-46F9-AEB1-87EEE3612054}"/>
              </a:ext>
            </a:extLst>
          </p:cNvPr>
          <p:cNvSpPr/>
          <p:nvPr userDrawn="1"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0452F128-277B-4AAF-80AE-DD2857DAC8D6}"/>
              </a:ext>
            </a:extLst>
          </p:cNvPr>
          <p:cNvSpPr/>
          <p:nvPr userDrawn="1"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2E007DEF-227D-4942-8676-A19E00251D9B}"/>
              </a:ext>
            </a:extLst>
          </p:cNvPr>
          <p:cNvSpPr/>
          <p:nvPr userDrawn="1"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3C81411D-10DB-463E-B674-4FCF77AD68D8}"/>
              </a:ext>
            </a:extLst>
          </p:cNvPr>
          <p:cNvSpPr/>
          <p:nvPr userDrawn="1"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A2E5B1DD-0EF7-44BB-86B0-6BA14DE4789E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0A3A1D4A-CC7C-4D38-B3AE-22AA71954620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6BD2CC71-EC38-4ED2-A627-60F38D2A4A79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408E8C0C-8320-48DF-B167-514A0DCFF1EA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01A28FDC-0707-488B-88D7-5E1543BC235D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2AF050C7-A4C7-40D7-AF5A-DB1A4D703682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79C55B6D-D8B7-448E-98B0-34E056151AF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B3EF9D17-1762-486C-AA31-BD4B67CE69D1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D92A3342-C68B-4BFE-B0A5-DEE6FB897D2A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5AC17AF6-EA0E-40A4-B2C1-6B3A6CD97C05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52BA1FD-08CA-40F9-9B97-B7B81122060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2889C62D-BCBD-495E-93ED-2E0AC88065CF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4ECD9530-1E44-4F91-908D-CBD6257AD1BD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C6080D5A-7733-4C37-8A7F-7149ECA8D93E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4">
            <a:extLst>
              <a:ext uri="{FF2B5EF4-FFF2-40B4-BE49-F238E27FC236}">
                <a16:creationId xmlns:a16="http://schemas.microsoft.com/office/drawing/2014/main" id="{A4F7D278-869B-40BE-82A5-35C2C1D1EC05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1F1A160C-6F38-4ADD-A8D9-49C1826DE6D7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482645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1938216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centrado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3">
            <a:extLst>
              <a:ext uri="{FF2B5EF4-FFF2-40B4-BE49-F238E27FC236}">
                <a16:creationId xmlns:a16="http://schemas.microsoft.com/office/drawing/2014/main" id="{F5B55B80-F91D-4AED-8DB3-AD2B94786812}"/>
              </a:ext>
            </a:extLst>
          </p:cNvPr>
          <p:cNvSpPr/>
          <p:nvPr userDrawn="1"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7" name="object 4">
            <a:extLst>
              <a:ext uri="{FF2B5EF4-FFF2-40B4-BE49-F238E27FC236}">
                <a16:creationId xmlns:a16="http://schemas.microsoft.com/office/drawing/2014/main" id="{59F6F8F2-9549-4E60-9CC2-FCA0D7999E49}"/>
              </a:ext>
            </a:extLst>
          </p:cNvPr>
          <p:cNvSpPr/>
          <p:nvPr userDrawn="1"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object 5">
            <a:extLst>
              <a:ext uri="{FF2B5EF4-FFF2-40B4-BE49-F238E27FC236}">
                <a16:creationId xmlns:a16="http://schemas.microsoft.com/office/drawing/2014/main" id="{7CA6ED11-484F-47E7-8F15-8D43EE89A2D2}"/>
              </a:ext>
            </a:extLst>
          </p:cNvPr>
          <p:cNvSpPr/>
          <p:nvPr userDrawn="1"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9" name="object 6">
            <a:extLst>
              <a:ext uri="{FF2B5EF4-FFF2-40B4-BE49-F238E27FC236}">
                <a16:creationId xmlns:a16="http://schemas.microsoft.com/office/drawing/2014/main" id="{E7B6A472-EDE0-47E0-BE33-079F327A4D31}"/>
              </a:ext>
            </a:extLst>
          </p:cNvPr>
          <p:cNvSpPr/>
          <p:nvPr userDrawn="1"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0" name="object 7">
            <a:extLst>
              <a:ext uri="{FF2B5EF4-FFF2-40B4-BE49-F238E27FC236}">
                <a16:creationId xmlns:a16="http://schemas.microsoft.com/office/drawing/2014/main" id="{3A42E184-9AEC-423D-B7B0-1E473B027D44}"/>
              </a:ext>
            </a:extLst>
          </p:cNvPr>
          <p:cNvSpPr/>
          <p:nvPr userDrawn="1"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object 8">
            <a:extLst>
              <a:ext uri="{FF2B5EF4-FFF2-40B4-BE49-F238E27FC236}">
                <a16:creationId xmlns:a16="http://schemas.microsoft.com/office/drawing/2014/main" id="{31A0B6AC-E5D1-40F2-A5A8-4DB89C1505CF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2" name="object 9">
            <a:extLst>
              <a:ext uri="{FF2B5EF4-FFF2-40B4-BE49-F238E27FC236}">
                <a16:creationId xmlns:a16="http://schemas.microsoft.com/office/drawing/2014/main" id="{D6CCEB1C-722F-4E1F-835C-D869AD140A72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53" name="object 10">
            <a:extLst>
              <a:ext uri="{FF2B5EF4-FFF2-40B4-BE49-F238E27FC236}">
                <a16:creationId xmlns:a16="http://schemas.microsoft.com/office/drawing/2014/main" id="{24199D36-AC00-4B12-93A2-C2ED45FF17B6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C302700F-D539-411D-AF71-147A008F7345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5" name="object 12">
            <a:extLst>
              <a:ext uri="{FF2B5EF4-FFF2-40B4-BE49-F238E27FC236}">
                <a16:creationId xmlns:a16="http://schemas.microsoft.com/office/drawing/2014/main" id="{1FF09462-3BA9-4C7E-A3D9-36C7C79AE64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6" name="object 13">
            <a:extLst>
              <a:ext uri="{FF2B5EF4-FFF2-40B4-BE49-F238E27FC236}">
                <a16:creationId xmlns:a16="http://schemas.microsoft.com/office/drawing/2014/main" id="{FEBBB93D-5A1C-44E0-9331-6016EB29B6FF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7" name="object 14">
            <a:extLst>
              <a:ext uri="{FF2B5EF4-FFF2-40B4-BE49-F238E27FC236}">
                <a16:creationId xmlns:a16="http://schemas.microsoft.com/office/drawing/2014/main" id="{5F137981-A4CD-45F0-9AA1-CCBBE8306D6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8" name="object 15">
            <a:extLst>
              <a:ext uri="{FF2B5EF4-FFF2-40B4-BE49-F238E27FC236}">
                <a16:creationId xmlns:a16="http://schemas.microsoft.com/office/drawing/2014/main" id="{A7BCFF4A-3A87-43D7-A7D9-A6FA64AC0F0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9" name="object 16">
            <a:extLst>
              <a:ext uri="{FF2B5EF4-FFF2-40B4-BE49-F238E27FC236}">
                <a16:creationId xmlns:a16="http://schemas.microsoft.com/office/drawing/2014/main" id="{8D292F96-8782-462C-8A07-10584846A2CD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0" name="object 17">
            <a:extLst>
              <a:ext uri="{FF2B5EF4-FFF2-40B4-BE49-F238E27FC236}">
                <a16:creationId xmlns:a16="http://schemas.microsoft.com/office/drawing/2014/main" id="{169F8950-E386-406E-B72C-4E8679C02625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1" name="object 18">
            <a:extLst>
              <a:ext uri="{FF2B5EF4-FFF2-40B4-BE49-F238E27FC236}">
                <a16:creationId xmlns:a16="http://schemas.microsoft.com/office/drawing/2014/main" id="{BF9E2035-8220-48E9-9883-E2035E9401BB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2" name="object 19">
            <a:extLst>
              <a:ext uri="{FF2B5EF4-FFF2-40B4-BE49-F238E27FC236}">
                <a16:creationId xmlns:a16="http://schemas.microsoft.com/office/drawing/2014/main" id="{F0B9024F-172F-42A7-9B5B-70C49921FBBE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3" name="object 20">
            <a:extLst>
              <a:ext uri="{FF2B5EF4-FFF2-40B4-BE49-F238E27FC236}">
                <a16:creationId xmlns:a16="http://schemas.microsoft.com/office/drawing/2014/main" id="{2D956D51-E3CB-437E-B8E1-31644542C558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4" name="object 21">
            <a:extLst>
              <a:ext uri="{FF2B5EF4-FFF2-40B4-BE49-F238E27FC236}">
                <a16:creationId xmlns:a16="http://schemas.microsoft.com/office/drawing/2014/main" id="{72F22BD7-43A4-46CE-9309-1913B8229B9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5" name="object 22">
            <a:extLst>
              <a:ext uri="{FF2B5EF4-FFF2-40B4-BE49-F238E27FC236}">
                <a16:creationId xmlns:a16="http://schemas.microsoft.com/office/drawing/2014/main" id="{3EFDB32E-A823-4F47-857F-C041BABD66FA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6" name="object 23">
            <a:extLst>
              <a:ext uri="{FF2B5EF4-FFF2-40B4-BE49-F238E27FC236}">
                <a16:creationId xmlns:a16="http://schemas.microsoft.com/office/drawing/2014/main" id="{4435C06B-E9EF-48FD-AAAA-505B41BA5254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7" name="Marcador de texto 49">
            <a:extLst>
              <a:ext uri="{FF2B5EF4-FFF2-40B4-BE49-F238E27FC236}">
                <a16:creationId xmlns:a16="http://schemas.microsoft.com/office/drawing/2014/main" id="{3F5E93B8-6609-4939-9667-85EA33BDAE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683496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chemeClr val="tx1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3301145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B52D28F9-F37F-4DF5-A2D1-AA68FCF34B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608154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57789202-1793-4245-AFD0-7A37AFAF3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79188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1648929-BBD8-40CA-8CD6-942223EF4E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4943" y="2608154"/>
            <a:ext cx="11405712" cy="844213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2466025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9777898-8777-4729-86D3-6D903457F0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54100" y="2500313"/>
            <a:ext cx="5408693" cy="8596312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29956608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fesor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8643645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fesor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40667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59040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445" y="521962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6816873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19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2157" y="631194"/>
            <a:ext cx="17339786" cy="2291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2157" y="3155965"/>
            <a:ext cx="17339786" cy="7522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2157" y="10988247"/>
            <a:ext cx="4523423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59483" y="10988247"/>
            <a:ext cx="6785134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198520" y="10988247"/>
            <a:ext cx="4523423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195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693" r:id="rId20"/>
    <p:sldLayoutId id="2147483686" r:id="rId21"/>
    <p:sldLayoutId id="2147483687" r:id="rId22"/>
    <p:sldLayoutId id="2147483689" r:id="rId23"/>
    <p:sldLayoutId id="2147483688" r:id="rId24"/>
    <p:sldLayoutId id="2147483690" r:id="rId25"/>
    <p:sldLayoutId id="2147483691" r:id="rId26"/>
    <p:sldLayoutId id="2147483692" r:id="rId27"/>
    <p:sldLayoutId id="2147483714" r:id="rId28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7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6961" indent="-376961" algn="l" defTabSz="150784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kern="1200">
          <a:solidFill>
            <a:schemeClr val="tx1"/>
          </a:solidFill>
          <a:latin typeface="+mn-lt"/>
          <a:ea typeface="+mn-ea"/>
          <a:cs typeface="+mn-cs"/>
        </a:defRPr>
      </a:lvl1pPr>
      <a:lvl2pPr marL="113088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kern="1200">
          <a:solidFill>
            <a:schemeClr val="tx1"/>
          </a:solidFill>
          <a:latin typeface="+mn-lt"/>
          <a:ea typeface="+mn-ea"/>
          <a:cs typeface="+mn-cs"/>
        </a:defRPr>
      </a:lvl2pPr>
      <a:lvl3pPr marL="1884807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kern="1200">
          <a:solidFill>
            <a:schemeClr val="tx1"/>
          </a:solidFill>
          <a:latin typeface="+mn-lt"/>
          <a:ea typeface="+mn-ea"/>
          <a:cs typeface="+mn-cs"/>
        </a:defRPr>
      </a:lvl3pPr>
      <a:lvl4pPr marL="2638730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392653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5E50992-41E3-B944-B348-48647978B8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61289" y="3854844"/>
            <a:ext cx="8207296" cy="1284526"/>
          </a:xfrm>
        </p:spPr>
        <p:txBody>
          <a:bodyPr>
            <a:normAutofit lnSpcReduction="10000"/>
          </a:bodyPr>
          <a:lstStyle/>
          <a:p>
            <a:r>
              <a:rPr lang="es-CO" sz="4000" dirty="0"/>
              <a:t>Cuaderno de Trabajo 4- Parte I</a:t>
            </a:r>
          </a:p>
          <a:p>
            <a:r>
              <a:rPr lang="es-CO" sz="4000" dirty="0"/>
              <a:t>Estilos de arquitectura</a:t>
            </a:r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2D598DFA-329B-2E42-B0CD-A299535D3FF7}"/>
              </a:ext>
            </a:extLst>
          </p:cNvPr>
          <p:cNvSpPr txBox="1">
            <a:spLocks/>
          </p:cNvSpPr>
          <p:nvPr/>
        </p:nvSpPr>
        <p:spPr>
          <a:xfrm>
            <a:off x="10447866" y="6716081"/>
            <a:ext cx="9443633" cy="169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507846" rtl="0" eaLnBrk="1" latinLnBrk="0" hangingPunct="1">
              <a:lnSpc>
                <a:spcPct val="90000"/>
              </a:lnSpc>
              <a:spcBef>
                <a:spcPts val="1649"/>
              </a:spcBef>
              <a:buFont typeface="Arial" panose="020B0604020202020204" pitchFamily="34" charset="0"/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  <a:lvl2pPr marL="113088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9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3600" dirty="0"/>
              <a:t>Principios de diseño y arquitectura de software</a:t>
            </a:r>
          </a:p>
          <a:p>
            <a:r>
              <a:rPr lang="es-CO" sz="3600" dirty="0"/>
              <a:t>Módulo 4</a:t>
            </a:r>
          </a:p>
        </p:txBody>
      </p:sp>
    </p:spTree>
    <p:extLst>
      <p:ext uri="{BB962C8B-B14F-4D97-AF65-F5344CB8AC3E}">
        <p14:creationId xmlns:p14="http://schemas.microsoft.com/office/powerpoint/2010/main" val="2908288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riangle 36">
            <a:extLst>
              <a:ext uri="{FF2B5EF4-FFF2-40B4-BE49-F238E27FC236}">
                <a16:creationId xmlns:a16="http://schemas.microsoft.com/office/drawing/2014/main" id="{3FCA2B96-8A3D-E242-A5E3-D4E41B6FDAA1}"/>
              </a:ext>
            </a:extLst>
          </p:cNvPr>
          <p:cNvSpPr/>
          <p:nvPr/>
        </p:nvSpPr>
        <p:spPr>
          <a:xfrm>
            <a:off x="3398809" y="0"/>
            <a:ext cx="16705292" cy="11855450"/>
          </a:xfrm>
          <a:prstGeom prst="triangle">
            <a:avLst>
              <a:gd name="adj" fmla="val 9961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082241-1E6D-2F45-A434-4397FC7D8E66}"/>
              </a:ext>
            </a:extLst>
          </p:cNvPr>
          <p:cNvSpPr txBox="1"/>
          <p:nvPr/>
        </p:nvSpPr>
        <p:spPr>
          <a:xfrm>
            <a:off x="8275723" y="8708318"/>
            <a:ext cx="11213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3600" dirty="0">
                <a:solidFill>
                  <a:schemeClr val="bg1"/>
                </a:solidFill>
              </a:rPr>
              <a:t>Objetivo:</a:t>
            </a:r>
          </a:p>
          <a:p>
            <a:endParaRPr lang="en-CO" sz="3600" dirty="0">
              <a:solidFill>
                <a:schemeClr val="bg1"/>
              </a:solidFill>
            </a:endParaRPr>
          </a:p>
          <a:p>
            <a:r>
              <a:rPr lang="en-CO" sz="3600" dirty="0">
                <a:solidFill>
                  <a:schemeClr val="bg1"/>
                </a:solidFill>
              </a:rPr>
              <a:t>Identificar estilos de arquitectura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BCF646-4805-9749-93FF-6DCB67979D08}"/>
              </a:ext>
            </a:extLst>
          </p:cNvPr>
          <p:cNvSpPr txBox="1"/>
          <p:nvPr/>
        </p:nvSpPr>
        <p:spPr>
          <a:xfrm>
            <a:off x="2402592" y="3338496"/>
            <a:ext cx="78398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O" sz="6000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Estilos de Arquitectura</a:t>
            </a:r>
          </a:p>
        </p:txBody>
      </p:sp>
    </p:spTree>
    <p:extLst>
      <p:ext uri="{BB962C8B-B14F-4D97-AF65-F5344CB8AC3E}">
        <p14:creationId xmlns:p14="http://schemas.microsoft.com/office/powerpoint/2010/main" val="1173090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entagon 35">
            <a:extLst>
              <a:ext uri="{FF2B5EF4-FFF2-40B4-BE49-F238E27FC236}">
                <a16:creationId xmlns:a16="http://schemas.microsoft.com/office/drawing/2014/main" id="{846DF9A9-623E-B94B-ABFB-55F40F134C51}"/>
              </a:ext>
            </a:extLst>
          </p:cNvPr>
          <p:cNvSpPr/>
          <p:nvPr/>
        </p:nvSpPr>
        <p:spPr>
          <a:xfrm>
            <a:off x="968334" y="819883"/>
            <a:ext cx="15855351" cy="1293286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4400" dirty="0"/>
              <a:t>Instrucciones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06D19-67FB-F64C-8F91-4A22F32D7DCB}"/>
              </a:ext>
            </a:extLst>
          </p:cNvPr>
          <p:cNvSpPr txBox="1"/>
          <p:nvPr/>
        </p:nvSpPr>
        <p:spPr>
          <a:xfrm>
            <a:off x="1499016" y="3078299"/>
            <a:ext cx="14270636" cy="68605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CO" sz="2800" dirty="0">
                <a:solidFill>
                  <a:schemeClr val="accent1"/>
                </a:solidFill>
              </a:rPr>
              <a:t>Si es </a:t>
            </a:r>
            <a:r>
              <a:rPr lang="en-CO" sz="2800" dirty="0" err="1">
                <a:solidFill>
                  <a:schemeClr val="accent1"/>
                </a:solidFill>
              </a:rPr>
              <a:t>necesario</a:t>
            </a:r>
            <a:r>
              <a:rPr lang="en-CO" sz="2800" dirty="0">
                <a:solidFill>
                  <a:schemeClr val="accent1"/>
                </a:solidFill>
              </a:rPr>
              <a:t>, l</a:t>
            </a:r>
            <a:r>
              <a:rPr lang="en-US" sz="2800" dirty="0">
                <a:solidFill>
                  <a:schemeClr val="accent1"/>
                </a:solidFill>
              </a:rPr>
              <a:t>e</a:t>
            </a:r>
            <a:r>
              <a:rPr lang="en-CO" sz="2800" dirty="0">
                <a:solidFill>
                  <a:schemeClr val="accent1"/>
                </a:solidFill>
              </a:rPr>
              <a:t>a de nuevo el </a:t>
            </a:r>
            <a:r>
              <a:rPr lang="en-CO" sz="2800" dirty="0" err="1">
                <a:solidFill>
                  <a:schemeClr val="accent1"/>
                </a:solidFill>
              </a:rPr>
              <a:t>enunciado</a:t>
            </a:r>
            <a:r>
              <a:rPr lang="en-CO" sz="2800" dirty="0">
                <a:solidFill>
                  <a:schemeClr val="accent1"/>
                </a:solidFill>
              </a:rPr>
              <a:t> del </a:t>
            </a:r>
            <a:r>
              <a:rPr lang="en-CO" sz="2800" dirty="0" err="1">
                <a:solidFill>
                  <a:schemeClr val="accent1"/>
                </a:solidFill>
              </a:rPr>
              <a:t>proyecto</a:t>
            </a:r>
            <a:r>
              <a:rPr lang="en-CO" sz="2800" dirty="0">
                <a:solidFill>
                  <a:schemeClr val="accent1"/>
                </a:solidFill>
              </a:rPr>
              <a:t> del </a:t>
            </a:r>
            <a:r>
              <a:rPr lang="en-CO" sz="2800" dirty="0" err="1">
                <a:solidFill>
                  <a:schemeClr val="accent1"/>
                </a:solidFill>
              </a:rPr>
              <a:t>curso</a:t>
            </a:r>
            <a:r>
              <a:rPr lang="en-CO" sz="2800" dirty="0">
                <a:solidFill>
                  <a:schemeClr val="accent1"/>
                </a:solidFill>
              </a:rPr>
              <a:t>.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CO" sz="2800" dirty="0" err="1">
                <a:solidFill>
                  <a:schemeClr val="accent1"/>
                </a:solidFill>
              </a:rPr>
              <a:t>Diseñe</a:t>
            </a:r>
            <a:r>
              <a:rPr lang="en-CO" sz="2800" dirty="0">
                <a:solidFill>
                  <a:schemeClr val="accent1"/>
                </a:solidFill>
              </a:rPr>
              <a:t> un </a:t>
            </a:r>
            <a:r>
              <a:rPr lang="en-CO" sz="2800" dirty="0" err="1">
                <a:solidFill>
                  <a:schemeClr val="accent1"/>
                </a:solidFill>
              </a:rPr>
              <a:t>modelo</a:t>
            </a:r>
            <a:r>
              <a:rPr lang="en-CO" sz="2800" dirty="0">
                <a:solidFill>
                  <a:schemeClr val="accent1"/>
                </a:solidFill>
              </a:rPr>
              <a:t> de la vista </a:t>
            </a:r>
            <a:r>
              <a:rPr lang="en-CO" sz="2800" dirty="0" err="1">
                <a:solidFill>
                  <a:schemeClr val="accent1"/>
                </a:solidFill>
              </a:rPr>
              <a:t>funcional</a:t>
            </a:r>
            <a:r>
              <a:rPr lang="en-CO" sz="2800" dirty="0">
                <a:solidFill>
                  <a:schemeClr val="accent1"/>
                </a:solidFill>
              </a:rPr>
              <a:t>, </a:t>
            </a:r>
            <a:r>
              <a:rPr lang="en-CO" sz="2800" dirty="0" err="1">
                <a:solidFill>
                  <a:schemeClr val="accent1"/>
                </a:solidFill>
              </a:rPr>
              <a:t>conforme</a:t>
            </a:r>
            <a:r>
              <a:rPr lang="en-CO" sz="2800" dirty="0">
                <a:solidFill>
                  <a:schemeClr val="accent1"/>
                </a:solidFill>
              </a:rPr>
              <a:t> a </a:t>
            </a:r>
            <a:r>
              <a:rPr lang="en-CO" sz="2800" dirty="0" err="1">
                <a:solidFill>
                  <a:schemeClr val="accent1"/>
                </a:solidFill>
              </a:rPr>
              <a:t>alguno</a:t>
            </a:r>
            <a:r>
              <a:rPr lang="en-CO" sz="2800" dirty="0">
                <a:solidFill>
                  <a:schemeClr val="accent1"/>
                </a:solidFill>
              </a:rPr>
              <a:t> de los </a:t>
            </a:r>
            <a:r>
              <a:rPr lang="en-CO" sz="2800" dirty="0" err="1">
                <a:solidFill>
                  <a:schemeClr val="accent1"/>
                </a:solidFill>
              </a:rPr>
              <a:t>estilos</a:t>
            </a:r>
            <a:r>
              <a:rPr lang="en-CO" sz="2800" dirty="0">
                <a:solidFill>
                  <a:schemeClr val="accent1"/>
                </a:solidFill>
              </a:rPr>
              <a:t> de </a:t>
            </a:r>
            <a:r>
              <a:rPr lang="en-CO" sz="2800" dirty="0" err="1">
                <a:solidFill>
                  <a:schemeClr val="accent1"/>
                </a:solidFill>
              </a:rPr>
              <a:t>arquitectura</a:t>
            </a:r>
            <a:r>
              <a:rPr lang="en-CO" sz="2800" dirty="0">
                <a:solidFill>
                  <a:schemeClr val="accent1"/>
                </a:solidFill>
              </a:rPr>
              <a:t> </a:t>
            </a:r>
            <a:r>
              <a:rPr lang="en-CO" sz="2800" dirty="0" err="1">
                <a:solidFill>
                  <a:schemeClr val="accent1"/>
                </a:solidFill>
              </a:rPr>
              <a:t>componente-conector</a:t>
            </a:r>
            <a:r>
              <a:rPr lang="en-CO" sz="2800" dirty="0">
                <a:solidFill>
                  <a:schemeClr val="accent1"/>
                </a:solidFill>
              </a:rPr>
              <a:t>.</a:t>
            </a:r>
            <a:endParaRPr lang="en-CO" sz="2800" dirty="0">
              <a:solidFill>
                <a:schemeClr val="accent1"/>
              </a:solidFill>
              <a:cs typeface="Arial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CO" sz="2800" dirty="0" err="1">
                <a:solidFill>
                  <a:schemeClr val="accent1"/>
                </a:solidFill>
              </a:rPr>
              <a:t>Diseñe</a:t>
            </a:r>
            <a:r>
              <a:rPr lang="en-CO" sz="2800" dirty="0">
                <a:solidFill>
                  <a:schemeClr val="accent1"/>
                </a:solidFill>
              </a:rPr>
              <a:t> un </a:t>
            </a:r>
            <a:r>
              <a:rPr lang="en-CO" sz="2800" dirty="0" err="1">
                <a:solidFill>
                  <a:schemeClr val="accent1"/>
                </a:solidFill>
              </a:rPr>
              <a:t>modelo</a:t>
            </a:r>
            <a:r>
              <a:rPr lang="en-CO" sz="2800" dirty="0">
                <a:solidFill>
                  <a:schemeClr val="accent1"/>
                </a:solidFill>
              </a:rPr>
              <a:t> de la vista de </a:t>
            </a:r>
            <a:r>
              <a:rPr lang="en-CO" sz="2800" dirty="0" err="1">
                <a:solidFill>
                  <a:schemeClr val="accent1"/>
                </a:solidFill>
              </a:rPr>
              <a:t>despliegue</a:t>
            </a:r>
            <a:r>
              <a:rPr lang="en-CO" sz="2800" dirty="0">
                <a:solidFill>
                  <a:schemeClr val="accent1"/>
                </a:solidFill>
              </a:rPr>
              <a:t>, </a:t>
            </a:r>
            <a:r>
              <a:rPr lang="en-CO" sz="2800" dirty="0" err="1">
                <a:solidFill>
                  <a:schemeClr val="accent1"/>
                </a:solidFill>
              </a:rPr>
              <a:t>conforme</a:t>
            </a:r>
            <a:r>
              <a:rPr lang="en-CO" sz="2800" dirty="0">
                <a:solidFill>
                  <a:schemeClr val="accent1"/>
                </a:solidFill>
              </a:rPr>
              <a:t> a </a:t>
            </a:r>
            <a:r>
              <a:rPr lang="en-CO" sz="2800" dirty="0" err="1">
                <a:solidFill>
                  <a:schemeClr val="accent1"/>
                </a:solidFill>
              </a:rPr>
              <a:t>alguno</a:t>
            </a:r>
            <a:r>
              <a:rPr lang="en-CO" sz="2800" dirty="0">
                <a:solidFill>
                  <a:schemeClr val="accent1"/>
                </a:solidFill>
              </a:rPr>
              <a:t> de los </a:t>
            </a:r>
            <a:r>
              <a:rPr lang="en-CO" sz="2800" dirty="0" err="1">
                <a:solidFill>
                  <a:schemeClr val="accent1"/>
                </a:solidFill>
              </a:rPr>
              <a:t>estilos</a:t>
            </a:r>
            <a:r>
              <a:rPr lang="en-CO" sz="2800" dirty="0">
                <a:solidFill>
                  <a:schemeClr val="accent1"/>
                </a:solidFill>
              </a:rPr>
              <a:t> de </a:t>
            </a:r>
            <a:r>
              <a:rPr lang="en-CO" sz="2800" dirty="0" err="1">
                <a:solidFill>
                  <a:schemeClr val="accent1"/>
                </a:solidFill>
              </a:rPr>
              <a:t>arquitectura</a:t>
            </a:r>
            <a:r>
              <a:rPr lang="en-CO" sz="2800" dirty="0">
                <a:solidFill>
                  <a:schemeClr val="accent1"/>
                </a:solidFill>
              </a:rPr>
              <a:t> de </a:t>
            </a:r>
            <a:r>
              <a:rPr lang="en-CO" sz="2800" dirty="0" err="1">
                <a:solidFill>
                  <a:schemeClr val="accent1"/>
                </a:solidFill>
              </a:rPr>
              <a:t>asignación</a:t>
            </a:r>
            <a:r>
              <a:rPr lang="en-CO" sz="2800" dirty="0">
                <a:solidFill>
                  <a:schemeClr val="accent1"/>
                </a:solidFill>
              </a:rPr>
              <a:t>.</a:t>
            </a:r>
            <a:endParaRPr lang="en-CO" sz="2800" dirty="0">
              <a:solidFill>
                <a:schemeClr val="accent1"/>
              </a:solidFill>
              <a:cs typeface="Arial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n-CO" sz="2800" dirty="0" err="1">
                <a:solidFill>
                  <a:schemeClr val="accent1"/>
                </a:solidFill>
              </a:rPr>
              <a:t>Diseñe</a:t>
            </a:r>
            <a:r>
              <a:rPr lang="en-CO" sz="2800" dirty="0">
                <a:solidFill>
                  <a:schemeClr val="accent1"/>
                </a:solidFill>
              </a:rPr>
              <a:t> un </a:t>
            </a:r>
            <a:r>
              <a:rPr lang="en-CO" sz="2800" dirty="0" err="1">
                <a:solidFill>
                  <a:schemeClr val="accent1"/>
                </a:solidFill>
              </a:rPr>
              <a:t>modelo</a:t>
            </a:r>
            <a:r>
              <a:rPr lang="en-CO" sz="2800" dirty="0">
                <a:solidFill>
                  <a:schemeClr val="accent1"/>
                </a:solidFill>
              </a:rPr>
              <a:t> de la vista </a:t>
            </a:r>
            <a:r>
              <a:rPr lang="en-CO" sz="2800" dirty="0" err="1">
                <a:solidFill>
                  <a:schemeClr val="accent1"/>
                </a:solidFill>
              </a:rPr>
              <a:t>funcional</a:t>
            </a:r>
            <a:r>
              <a:rPr lang="en-CO" sz="2800" dirty="0">
                <a:solidFill>
                  <a:schemeClr val="accent1"/>
                </a:solidFill>
              </a:rPr>
              <a:t>, </a:t>
            </a:r>
            <a:r>
              <a:rPr lang="en-CO" sz="2800" dirty="0" err="1">
                <a:solidFill>
                  <a:schemeClr val="accent1"/>
                </a:solidFill>
              </a:rPr>
              <a:t>conforme</a:t>
            </a:r>
            <a:r>
              <a:rPr lang="en-CO" sz="2800" dirty="0">
                <a:solidFill>
                  <a:schemeClr val="accent1"/>
                </a:solidFill>
              </a:rPr>
              <a:t> a un </a:t>
            </a:r>
            <a:r>
              <a:rPr lang="en-CO" sz="2800" dirty="0" err="1">
                <a:solidFill>
                  <a:schemeClr val="accent1"/>
                </a:solidFill>
              </a:rPr>
              <a:t>estilo</a:t>
            </a:r>
            <a:r>
              <a:rPr lang="en-CO" sz="2800" dirty="0">
                <a:solidFill>
                  <a:schemeClr val="accent1"/>
                </a:solidFill>
              </a:rPr>
              <a:t> por </a:t>
            </a:r>
            <a:r>
              <a:rPr lang="en-CO" sz="2800" dirty="0" err="1">
                <a:solidFill>
                  <a:schemeClr val="accent1"/>
                </a:solidFill>
              </a:rPr>
              <a:t>capas</a:t>
            </a:r>
            <a:r>
              <a:rPr lang="en-CO" sz="2800" dirty="0">
                <a:solidFill>
                  <a:schemeClr val="accent1"/>
                </a:solidFill>
              </a:rPr>
              <a:t> del </a:t>
            </a:r>
            <a:r>
              <a:rPr lang="en-CO" sz="2800" dirty="0" err="1">
                <a:solidFill>
                  <a:schemeClr val="accent1"/>
                </a:solidFill>
              </a:rPr>
              <a:t>tipo</a:t>
            </a:r>
            <a:r>
              <a:rPr lang="en-CO" sz="2800" dirty="0">
                <a:solidFill>
                  <a:schemeClr val="accent1"/>
                </a:solidFill>
              </a:rPr>
              <a:t> </a:t>
            </a:r>
            <a:r>
              <a:rPr lang="en-CO" sz="2800" dirty="0" err="1">
                <a:solidFill>
                  <a:schemeClr val="accent1"/>
                </a:solidFill>
              </a:rPr>
              <a:t>módulo</a:t>
            </a:r>
            <a:r>
              <a:rPr lang="en-CO" sz="2800" dirty="0">
                <a:solidFill>
                  <a:schemeClr val="accent1"/>
                </a:solidFill>
              </a:rPr>
              <a:t>.</a:t>
            </a:r>
            <a:endParaRPr lang="en-CO" sz="2800" dirty="0">
              <a:solidFill>
                <a:schemeClr val="accent1"/>
              </a:solidFill>
              <a:cs typeface="Arial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endParaRPr lang="en-CO" sz="2800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CO" sz="2800" b="1" dirty="0">
                <a:solidFill>
                  <a:schemeClr val="accent1"/>
                </a:solidFill>
              </a:rPr>
              <a:t>Nota</a:t>
            </a:r>
            <a:r>
              <a:rPr lang="en-CO" sz="2800" dirty="0">
                <a:solidFill>
                  <a:schemeClr val="accent1"/>
                </a:solidFill>
              </a:rPr>
              <a:t>:  </a:t>
            </a:r>
            <a:r>
              <a:rPr lang="en-CO" sz="2800" dirty="0" err="1">
                <a:solidFill>
                  <a:schemeClr val="accent1"/>
                </a:solidFill>
              </a:rPr>
              <a:t>Puede</a:t>
            </a:r>
            <a:r>
              <a:rPr lang="en-CO" sz="2800" dirty="0">
                <a:solidFill>
                  <a:schemeClr val="accent1"/>
                </a:solidFill>
              </a:rPr>
              <a:t> </a:t>
            </a:r>
            <a:r>
              <a:rPr lang="en-CO" sz="2800" dirty="0" err="1">
                <a:solidFill>
                  <a:schemeClr val="accent1"/>
                </a:solidFill>
              </a:rPr>
              <a:t>reutilizar</a:t>
            </a:r>
            <a:r>
              <a:rPr lang="en-CO" sz="2800" dirty="0">
                <a:solidFill>
                  <a:schemeClr val="accent1"/>
                </a:solidFill>
              </a:rPr>
              <a:t> y </a:t>
            </a:r>
            <a:r>
              <a:rPr lang="en-CO" sz="2800" dirty="0" err="1">
                <a:solidFill>
                  <a:schemeClr val="accent1"/>
                </a:solidFill>
              </a:rPr>
              <a:t>adecuar</a:t>
            </a:r>
            <a:r>
              <a:rPr lang="en-CO" sz="2800" dirty="0">
                <a:solidFill>
                  <a:schemeClr val="accent1"/>
                </a:solidFill>
              </a:rPr>
              <a:t> </a:t>
            </a:r>
            <a:r>
              <a:rPr lang="en-US" sz="2800" dirty="0">
                <a:solidFill>
                  <a:schemeClr val="accent1"/>
                </a:solidFill>
                <a:ea typeface="+mn-lt"/>
                <a:cs typeface="+mn-lt"/>
              </a:rPr>
              <a:t>los </a:t>
            </a:r>
            <a:r>
              <a:rPr lang="en-US" sz="2800" dirty="0" err="1">
                <a:solidFill>
                  <a:schemeClr val="accent1"/>
                </a:solidFill>
                <a:ea typeface="+mn-lt"/>
                <a:cs typeface="+mn-lt"/>
              </a:rPr>
              <a:t>modelos</a:t>
            </a:r>
            <a:r>
              <a:rPr lang="en-US" sz="2800" dirty="0">
                <a:solidFill>
                  <a:schemeClr val="accent1"/>
                </a:solidFill>
                <a:ea typeface="+mn-lt"/>
                <a:cs typeface="+mn-lt"/>
              </a:rPr>
              <a:t> </a:t>
            </a:r>
            <a:r>
              <a:rPr lang="en-US" sz="2800" dirty="0" err="1">
                <a:solidFill>
                  <a:schemeClr val="accent1"/>
                </a:solidFill>
                <a:ea typeface="+mn-lt"/>
                <a:cs typeface="+mn-lt"/>
              </a:rPr>
              <a:t>diseñados</a:t>
            </a:r>
            <a:r>
              <a:rPr lang="en-US" sz="2800" dirty="0">
                <a:solidFill>
                  <a:schemeClr val="accent1"/>
                </a:solidFill>
                <a:ea typeface="+mn-lt"/>
                <a:cs typeface="+mn-lt"/>
              </a:rPr>
              <a:t> en el </a:t>
            </a:r>
            <a:r>
              <a:rPr lang="en-US" sz="2800" dirty="0" err="1">
                <a:solidFill>
                  <a:schemeClr val="accent1"/>
                </a:solidFill>
                <a:ea typeface="+mn-lt"/>
                <a:cs typeface="+mn-lt"/>
              </a:rPr>
              <a:t>cuaderno</a:t>
            </a:r>
            <a:r>
              <a:rPr lang="en-US" sz="2800" dirty="0">
                <a:solidFill>
                  <a:schemeClr val="accent1"/>
                </a:solidFill>
                <a:ea typeface="+mn-lt"/>
                <a:cs typeface="+mn-lt"/>
              </a:rPr>
              <a:t> de </a:t>
            </a:r>
            <a:r>
              <a:rPr lang="en-US" sz="2800" dirty="0" err="1">
                <a:solidFill>
                  <a:schemeClr val="accent1"/>
                </a:solidFill>
                <a:ea typeface="+mn-lt"/>
                <a:cs typeface="+mn-lt"/>
              </a:rPr>
              <a:t>trabajo</a:t>
            </a:r>
            <a:r>
              <a:rPr lang="en-US" sz="2800" dirty="0">
                <a:solidFill>
                  <a:schemeClr val="accent1"/>
                </a:solidFill>
                <a:ea typeface="+mn-lt"/>
                <a:cs typeface="+mn-lt"/>
              </a:rPr>
              <a:t> anterior</a:t>
            </a:r>
            <a:r>
              <a:rPr lang="en-US" sz="2800" dirty="0">
                <a:solidFill>
                  <a:schemeClr val="accent1"/>
                </a:solidFill>
              </a:rPr>
              <a:t> </a:t>
            </a:r>
            <a:r>
              <a:rPr lang="en-CO" sz="2800" dirty="0" err="1">
                <a:solidFill>
                  <a:schemeClr val="accent1"/>
                </a:solidFill>
              </a:rPr>
              <a:t>como</a:t>
            </a:r>
            <a:r>
              <a:rPr lang="en-CO" sz="2800" dirty="0">
                <a:solidFill>
                  <a:schemeClr val="accent1"/>
                </a:solidFill>
              </a:rPr>
              <a:t> lo </a:t>
            </a:r>
            <a:r>
              <a:rPr lang="en-CO" sz="2800" dirty="0" err="1">
                <a:solidFill>
                  <a:schemeClr val="accent1"/>
                </a:solidFill>
              </a:rPr>
              <a:t>considere</a:t>
            </a:r>
            <a:r>
              <a:rPr lang="en-CO" sz="2800" dirty="0">
                <a:solidFill>
                  <a:schemeClr val="accent1"/>
                </a:solidFill>
              </a:rPr>
              <a:t> </a:t>
            </a:r>
            <a:r>
              <a:rPr lang="en-CO" sz="2800" dirty="0" err="1">
                <a:solidFill>
                  <a:schemeClr val="accent1"/>
                </a:solidFill>
              </a:rPr>
              <a:t>necesario</a:t>
            </a:r>
            <a:r>
              <a:rPr lang="en-CO" sz="2800" dirty="0">
                <a:solidFill>
                  <a:schemeClr val="accent1"/>
                </a:solidFill>
              </a:rPr>
              <a:t>, </a:t>
            </a:r>
            <a:endParaRPr lang="en-CO" sz="2800">
              <a:solidFill>
                <a:schemeClr val="accent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993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596D8-1944-CEEE-6E73-E65E3793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35A56DE-641A-62E4-DBD8-78EAB2D60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178EA383-E37D-06AB-FEA6-007B37E453E4}"/>
              </a:ext>
            </a:extLst>
          </p:cNvPr>
          <p:cNvSpPr/>
          <p:nvPr/>
        </p:nvSpPr>
        <p:spPr>
          <a:xfrm>
            <a:off x="2124375" y="121514"/>
            <a:ext cx="14865178" cy="150730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2800" dirty="0"/>
              <a:t>Vista Funcional: Diseñe un modelo de componentes en el que se identifique claramente al </a:t>
            </a:r>
            <a:r>
              <a:rPr lang="en-CO" sz="2800" err="1"/>
              <a:t>menos</a:t>
            </a:r>
            <a:r>
              <a:rPr lang="en-CO" sz="2800"/>
              <a:t> un estilo de arquitectura del tipo componente-conector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DFF0B1F-CD62-54F5-0592-5F471EA20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215574"/>
              </p:ext>
            </p:extLst>
          </p:nvPr>
        </p:nvGraphicFramePr>
        <p:xfrm>
          <a:off x="178274" y="1719921"/>
          <a:ext cx="17064697" cy="99816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183995">
                  <a:extLst>
                    <a:ext uri="{9D8B030D-6E8A-4147-A177-3AD203B41FA5}">
                      <a16:colId xmlns:a16="http://schemas.microsoft.com/office/drawing/2014/main" val="1435256288"/>
                    </a:ext>
                  </a:extLst>
                </a:gridCol>
                <a:gridCol w="5784980">
                  <a:extLst>
                    <a:ext uri="{9D8B030D-6E8A-4147-A177-3AD203B41FA5}">
                      <a16:colId xmlns:a16="http://schemas.microsoft.com/office/drawing/2014/main" val="3480751451"/>
                    </a:ext>
                  </a:extLst>
                </a:gridCol>
                <a:gridCol w="1448400">
                  <a:extLst>
                    <a:ext uri="{9D8B030D-6E8A-4147-A177-3AD203B41FA5}">
                      <a16:colId xmlns:a16="http://schemas.microsoft.com/office/drawing/2014/main" val="1671568136"/>
                    </a:ext>
                  </a:extLst>
                </a:gridCol>
                <a:gridCol w="1668024">
                  <a:extLst>
                    <a:ext uri="{9D8B030D-6E8A-4147-A177-3AD203B41FA5}">
                      <a16:colId xmlns:a16="http://schemas.microsoft.com/office/drawing/2014/main" val="3727561595"/>
                    </a:ext>
                  </a:extLst>
                </a:gridCol>
                <a:gridCol w="1530221">
                  <a:extLst>
                    <a:ext uri="{9D8B030D-6E8A-4147-A177-3AD203B41FA5}">
                      <a16:colId xmlns:a16="http://schemas.microsoft.com/office/drawing/2014/main" val="1075840741"/>
                    </a:ext>
                  </a:extLst>
                </a:gridCol>
                <a:gridCol w="2537926">
                  <a:extLst>
                    <a:ext uri="{9D8B030D-6E8A-4147-A177-3AD203B41FA5}">
                      <a16:colId xmlns:a16="http://schemas.microsoft.com/office/drawing/2014/main" val="3389565005"/>
                    </a:ext>
                  </a:extLst>
                </a:gridCol>
                <a:gridCol w="1231641">
                  <a:extLst>
                    <a:ext uri="{9D8B030D-6E8A-4147-A177-3AD203B41FA5}">
                      <a16:colId xmlns:a16="http://schemas.microsoft.com/office/drawing/2014/main" val="3673519758"/>
                    </a:ext>
                  </a:extLst>
                </a:gridCol>
                <a:gridCol w="1679510">
                  <a:extLst>
                    <a:ext uri="{9D8B030D-6E8A-4147-A177-3AD203B41FA5}">
                      <a16:colId xmlns:a16="http://schemas.microsoft.com/office/drawing/2014/main" val="948677684"/>
                    </a:ext>
                  </a:extLst>
                </a:gridCol>
              </a:tblGrid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Proyecto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Medisupply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VF-001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Elaboración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Uniandes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Versión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2.0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56644"/>
                  </a:ext>
                </a:extLst>
              </a:tr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Vista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CO" sz="1600" dirty="0"/>
                        <a:t>Funcional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5078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O" sz="1600" b="1" dirty="0"/>
                        <a:t>Modelo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CO" sz="1600" dirty="0"/>
                        <a:t> Componentes - Cátalogo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01259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AAF0EF-13BA-324E-4308-2C66C7D19BA5}"/>
              </a:ext>
            </a:extLst>
          </p:cNvPr>
          <p:cNvGraphicFramePr>
            <a:graphicFrameLocks noGrp="1"/>
          </p:cNvGraphicFramePr>
          <p:nvPr/>
        </p:nvGraphicFramePr>
        <p:xfrm>
          <a:off x="17291464" y="1719920"/>
          <a:ext cx="2396973" cy="10222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341642">
                <a:tc>
                  <a:txBody>
                    <a:bodyPr/>
                    <a:lstStyle/>
                    <a:p>
                      <a:pPr algn="ctr"/>
                      <a:r>
                        <a:rPr lang="en-CO" sz="1800" b="1" dirty="0"/>
                        <a:t>Convención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  <a:tr h="656518">
                <a:tc>
                  <a:txBody>
                    <a:bodyPr/>
                    <a:lstStyle/>
                    <a:p>
                      <a:pPr algn="ctr"/>
                      <a:r>
                        <a:rPr lang="en-CO" sz="1800" dirty="0"/>
                        <a:t>UML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44275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A51CA11-CD21-1FDF-7370-B483BD436A79}"/>
              </a:ext>
            </a:extLst>
          </p:cNvPr>
          <p:cNvGraphicFramePr>
            <a:graphicFrameLocks noGrp="1"/>
          </p:cNvGraphicFramePr>
          <p:nvPr/>
        </p:nvGraphicFramePr>
        <p:xfrm>
          <a:off x="17291464" y="2742198"/>
          <a:ext cx="2396973" cy="87717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8771778">
                <a:tc>
                  <a:txBody>
                    <a:bodyPr/>
                    <a:lstStyle/>
                    <a:p>
                      <a:endParaRPr lang="en-CO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472D7A5-CE9E-AE85-39A8-FF86B50D3B99}"/>
              </a:ext>
            </a:extLst>
          </p:cNvPr>
          <p:cNvGraphicFramePr>
            <a:graphicFrameLocks noGrp="1"/>
          </p:cNvGraphicFramePr>
          <p:nvPr/>
        </p:nvGraphicFramePr>
        <p:xfrm>
          <a:off x="17282727" y="6579447"/>
          <a:ext cx="2396973" cy="36576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341642">
                <a:tc>
                  <a:txBody>
                    <a:bodyPr/>
                    <a:lstStyle/>
                    <a:p>
                      <a:pPr algn="ctr"/>
                      <a:r>
                        <a:rPr lang="en-CO" sz="1800" b="1" dirty="0"/>
                        <a:t>Estilo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948C0A4-E001-989C-86FE-D2FFCBBEE33D}"/>
              </a:ext>
            </a:extLst>
          </p:cNvPr>
          <p:cNvSpPr txBox="1"/>
          <p:nvPr/>
        </p:nvSpPr>
        <p:spPr>
          <a:xfrm>
            <a:off x="17730768" y="7128087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dirty="0"/>
              <a:t>Call Return: </a:t>
            </a:r>
          </a:p>
          <a:p>
            <a:r>
              <a:rPr lang="en-CO" dirty="0"/>
              <a:t>Client Server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2E724E-4659-4023-BD99-AEF8E2873B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755" y="2626837"/>
            <a:ext cx="13154418" cy="863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855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E4B5B-7AF5-4DCC-1415-CDD4E214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68A1612F-3721-17B1-C34A-2A8E547770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E5345A81-3FEF-9B39-56EF-498E9D57E985}"/>
              </a:ext>
            </a:extLst>
          </p:cNvPr>
          <p:cNvSpPr/>
          <p:nvPr/>
        </p:nvSpPr>
        <p:spPr>
          <a:xfrm>
            <a:off x="2124375" y="121514"/>
            <a:ext cx="14865178" cy="150730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2800" dirty="0"/>
              <a:t>Vista Funcional: Diseñe un modelo de componentes en el que se identifique claramente al </a:t>
            </a:r>
            <a:r>
              <a:rPr lang="en-CO" sz="2800" err="1"/>
              <a:t>menos</a:t>
            </a:r>
            <a:r>
              <a:rPr lang="en-CO" sz="2800"/>
              <a:t> un estilo de arquitectura del tipo componente-conector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94EEC2-4326-B255-4E21-8011E7CFB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962083"/>
              </p:ext>
            </p:extLst>
          </p:nvPr>
        </p:nvGraphicFramePr>
        <p:xfrm>
          <a:off x="178274" y="1719921"/>
          <a:ext cx="17064697" cy="99816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183995">
                  <a:extLst>
                    <a:ext uri="{9D8B030D-6E8A-4147-A177-3AD203B41FA5}">
                      <a16:colId xmlns:a16="http://schemas.microsoft.com/office/drawing/2014/main" val="1435256288"/>
                    </a:ext>
                  </a:extLst>
                </a:gridCol>
                <a:gridCol w="5784980">
                  <a:extLst>
                    <a:ext uri="{9D8B030D-6E8A-4147-A177-3AD203B41FA5}">
                      <a16:colId xmlns:a16="http://schemas.microsoft.com/office/drawing/2014/main" val="3480751451"/>
                    </a:ext>
                  </a:extLst>
                </a:gridCol>
                <a:gridCol w="1448400">
                  <a:extLst>
                    <a:ext uri="{9D8B030D-6E8A-4147-A177-3AD203B41FA5}">
                      <a16:colId xmlns:a16="http://schemas.microsoft.com/office/drawing/2014/main" val="1671568136"/>
                    </a:ext>
                  </a:extLst>
                </a:gridCol>
                <a:gridCol w="1668024">
                  <a:extLst>
                    <a:ext uri="{9D8B030D-6E8A-4147-A177-3AD203B41FA5}">
                      <a16:colId xmlns:a16="http://schemas.microsoft.com/office/drawing/2014/main" val="3727561595"/>
                    </a:ext>
                  </a:extLst>
                </a:gridCol>
                <a:gridCol w="1530221">
                  <a:extLst>
                    <a:ext uri="{9D8B030D-6E8A-4147-A177-3AD203B41FA5}">
                      <a16:colId xmlns:a16="http://schemas.microsoft.com/office/drawing/2014/main" val="1075840741"/>
                    </a:ext>
                  </a:extLst>
                </a:gridCol>
                <a:gridCol w="2537926">
                  <a:extLst>
                    <a:ext uri="{9D8B030D-6E8A-4147-A177-3AD203B41FA5}">
                      <a16:colId xmlns:a16="http://schemas.microsoft.com/office/drawing/2014/main" val="3389565005"/>
                    </a:ext>
                  </a:extLst>
                </a:gridCol>
                <a:gridCol w="1231641">
                  <a:extLst>
                    <a:ext uri="{9D8B030D-6E8A-4147-A177-3AD203B41FA5}">
                      <a16:colId xmlns:a16="http://schemas.microsoft.com/office/drawing/2014/main" val="3673519758"/>
                    </a:ext>
                  </a:extLst>
                </a:gridCol>
                <a:gridCol w="1679510">
                  <a:extLst>
                    <a:ext uri="{9D8B030D-6E8A-4147-A177-3AD203B41FA5}">
                      <a16:colId xmlns:a16="http://schemas.microsoft.com/office/drawing/2014/main" val="948677684"/>
                    </a:ext>
                  </a:extLst>
                </a:gridCol>
              </a:tblGrid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Proyecto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Medisupply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VF-001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Elaboración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Uniandes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Versión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2.0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56644"/>
                  </a:ext>
                </a:extLst>
              </a:tr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Vista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CO" sz="1600" dirty="0"/>
                        <a:t>Funcional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5078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O" sz="1600" b="1" dirty="0"/>
                        <a:t>Modelo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CO" sz="1600" dirty="0"/>
                        <a:t> Componentes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01259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0DB7725-BB6A-9DC4-9598-54404022CF84}"/>
              </a:ext>
            </a:extLst>
          </p:cNvPr>
          <p:cNvGraphicFramePr>
            <a:graphicFrameLocks noGrp="1"/>
          </p:cNvGraphicFramePr>
          <p:nvPr/>
        </p:nvGraphicFramePr>
        <p:xfrm>
          <a:off x="17291464" y="1719920"/>
          <a:ext cx="2396973" cy="10222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341642">
                <a:tc>
                  <a:txBody>
                    <a:bodyPr/>
                    <a:lstStyle/>
                    <a:p>
                      <a:pPr algn="ctr"/>
                      <a:r>
                        <a:rPr lang="en-CO" sz="1800" b="1" dirty="0"/>
                        <a:t>Convención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  <a:tr h="656518">
                <a:tc>
                  <a:txBody>
                    <a:bodyPr/>
                    <a:lstStyle/>
                    <a:p>
                      <a:pPr algn="ctr"/>
                      <a:r>
                        <a:rPr lang="en-CO" sz="1800" dirty="0"/>
                        <a:t>UML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44275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43EF339-A9B2-9AAA-194E-14280243DD64}"/>
              </a:ext>
            </a:extLst>
          </p:cNvPr>
          <p:cNvGraphicFramePr>
            <a:graphicFrameLocks noGrp="1"/>
          </p:cNvGraphicFramePr>
          <p:nvPr/>
        </p:nvGraphicFramePr>
        <p:xfrm>
          <a:off x="17291464" y="2742198"/>
          <a:ext cx="2396973" cy="87717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8771778">
                <a:tc>
                  <a:txBody>
                    <a:bodyPr/>
                    <a:lstStyle/>
                    <a:p>
                      <a:endParaRPr lang="en-CO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61A5794-20D6-606C-1428-8E800316C369}"/>
              </a:ext>
            </a:extLst>
          </p:cNvPr>
          <p:cNvGraphicFramePr>
            <a:graphicFrameLocks noGrp="1"/>
          </p:cNvGraphicFramePr>
          <p:nvPr/>
        </p:nvGraphicFramePr>
        <p:xfrm>
          <a:off x="17282727" y="6579447"/>
          <a:ext cx="2396973" cy="36576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341642">
                <a:tc>
                  <a:txBody>
                    <a:bodyPr/>
                    <a:lstStyle/>
                    <a:p>
                      <a:pPr algn="ctr"/>
                      <a:r>
                        <a:rPr lang="en-CO" sz="1800" b="1" dirty="0"/>
                        <a:t>Estilo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A280797-534C-ED4C-089A-601C3CFEA256}"/>
              </a:ext>
            </a:extLst>
          </p:cNvPr>
          <p:cNvSpPr txBox="1"/>
          <p:nvPr/>
        </p:nvSpPr>
        <p:spPr>
          <a:xfrm>
            <a:off x="17730768" y="7128087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dirty="0"/>
              <a:t>Call Return: </a:t>
            </a:r>
          </a:p>
          <a:p>
            <a:r>
              <a:rPr lang="en-CO" dirty="0"/>
              <a:t>Client Server</a:t>
            </a:r>
          </a:p>
        </p:txBody>
      </p:sp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198D3F36-B0B1-D545-C3BB-7310B51A0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51" y="4239491"/>
            <a:ext cx="17371041" cy="534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82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8993EA5-4301-964F-9A92-263EFB99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82D6CAAB-6CC9-A64B-B333-02B3D135DD61}"/>
              </a:ext>
            </a:extLst>
          </p:cNvPr>
          <p:cNvSpPr/>
          <p:nvPr/>
        </p:nvSpPr>
        <p:spPr>
          <a:xfrm>
            <a:off x="2124375" y="121514"/>
            <a:ext cx="14865178" cy="150730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2800" dirty="0"/>
              <a:t>Vista Despliegue: Diseñe un modelo de despliegue para el proyecto del curso en el que se identifique al menos un estilo de arquitectura de tipo asignación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884282-3B36-0C4F-9785-77FB28227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252362"/>
              </p:ext>
            </p:extLst>
          </p:nvPr>
        </p:nvGraphicFramePr>
        <p:xfrm>
          <a:off x="178274" y="1719921"/>
          <a:ext cx="17064697" cy="99816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183995">
                  <a:extLst>
                    <a:ext uri="{9D8B030D-6E8A-4147-A177-3AD203B41FA5}">
                      <a16:colId xmlns:a16="http://schemas.microsoft.com/office/drawing/2014/main" val="1435256288"/>
                    </a:ext>
                  </a:extLst>
                </a:gridCol>
                <a:gridCol w="5784980">
                  <a:extLst>
                    <a:ext uri="{9D8B030D-6E8A-4147-A177-3AD203B41FA5}">
                      <a16:colId xmlns:a16="http://schemas.microsoft.com/office/drawing/2014/main" val="3480751451"/>
                    </a:ext>
                  </a:extLst>
                </a:gridCol>
                <a:gridCol w="1448400">
                  <a:extLst>
                    <a:ext uri="{9D8B030D-6E8A-4147-A177-3AD203B41FA5}">
                      <a16:colId xmlns:a16="http://schemas.microsoft.com/office/drawing/2014/main" val="1671568136"/>
                    </a:ext>
                  </a:extLst>
                </a:gridCol>
                <a:gridCol w="1668024">
                  <a:extLst>
                    <a:ext uri="{9D8B030D-6E8A-4147-A177-3AD203B41FA5}">
                      <a16:colId xmlns:a16="http://schemas.microsoft.com/office/drawing/2014/main" val="3727561595"/>
                    </a:ext>
                  </a:extLst>
                </a:gridCol>
                <a:gridCol w="1530221">
                  <a:extLst>
                    <a:ext uri="{9D8B030D-6E8A-4147-A177-3AD203B41FA5}">
                      <a16:colId xmlns:a16="http://schemas.microsoft.com/office/drawing/2014/main" val="1075840741"/>
                    </a:ext>
                  </a:extLst>
                </a:gridCol>
                <a:gridCol w="2537926">
                  <a:extLst>
                    <a:ext uri="{9D8B030D-6E8A-4147-A177-3AD203B41FA5}">
                      <a16:colId xmlns:a16="http://schemas.microsoft.com/office/drawing/2014/main" val="3389565005"/>
                    </a:ext>
                  </a:extLst>
                </a:gridCol>
                <a:gridCol w="1231641">
                  <a:extLst>
                    <a:ext uri="{9D8B030D-6E8A-4147-A177-3AD203B41FA5}">
                      <a16:colId xmlns:a16="http://schemas.microsoft.com/office/drawing/2014/main" val="3673519758"/>
                    </a:ext>
                  </a:extLst>
                </a:gridCol>
                <a:gridCol w="1679510">
                  <a:extLst>
                    <a:ext uri="{9D8B030D-6E8A-4147-A177-3AD203B41FA5}">
                      <a16:colId xmlns:a16="http://schemas.microsoft.com/office/drawing/2014/main" val="948677684"/>
                    </a:ext>
                  </a:extLst>
                </a:gridCol>
              </a:tblGrid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Proyecto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Medisupply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VD-001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Elaboración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Uniandes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Versión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2.0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56644"/>
                  </a:ext>
                </a:extLst>
              </a:tr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Vista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CO" sz="1600" dirty="0"/>
                        <a:t>Despliegue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5078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O" sz="1600" b="1" dirty="0"/>
                        <a:t>Modelo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CO" sz="1600" dirty="0"/>
                        <a:t> Despliegue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01259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819EE55-0A6B-0347-B5E5-C69115DD952A}"/>
              </a:ext>
            </a:extLst>
          </p:cNvPr>
          <p:cNvGraphicFramePr>
            <a:graphicFrameLocks noGrp="1"/>
          </p:cNvGraphicFramePr>
          <p:nvPr/>
        </p:nvGraphicFramePr>
        <p:xfrm>
          <a:off x="17291464" y="1719920"/>
          <a:ext cx="2396973" cy="10222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341642">
                <a:tc>
                  <a:txBody>
                    <a:bodyPr/>
                    <a:lstStyle/>
                    <a:p>
                      <a:pPr algn="ctr"/>
                      <a:r>
                        <a:rPr lang="en-CO" sz="1800" b="1" dirty="0"/>
                        <a:t>Convención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  <a:tr h="656518">
                <a:tc>
                  <a:txBody>
                    <a:bodyPr/>
                    <a:lstStyle/>
                    <a:p>
                      <a:pPr algn="ctr"/>
                      <a:r>
                        <a:rPr lang="en-CO" sz="1800" dirty="0"/>
                        <a:t>UML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44275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1E3265-B1A9-8144-BBE4-D01B7E203AE3}"/>
              </a:ext>
            </a:extLst>
          </p:cNvPr>
          <p:cNvGraphicFramePr>
            <a:graphicFrameLocks noGrp="1"/>
          </p:cNvGraphicFramePr>
          <p:nvPr/>
        </p:nvGraphicFramePr>
        <p:xfrm>
          <a:off x="17291464" y="2742198"/>
          <a:ext cx="2396973" cy="87717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8771778">
                <a:tc>
                  <a:txBody>
                    <a:bodyPr/>
                    <a:lstStyle/>
                    <a:p>
                      <a:endParaRPr lang="en-CO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8CC8ADE-A8D5-2B45-8486-DC0E6490A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036966"/>
              </p:ext>
            </p:extLst>
          </p:nvPr>
        </p:nvGraphicFramePr>
        <p:xfrm>
          <a:off x="17282727" y="6579447"/>
          <a:ext cx="2396973" cy="36576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341642">
                <a:tc>
                  <a:txBody>
                    <a:bodyPr/>
                    <a:lstStyle/>
                    <a:p>
                      <a:pPr algn="ctr"/>
                      <a:r>
                        <a:rPr lang="en-CO" sz="1800" b="1" dirty="0"/>
                        <a:t>Estilo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0868C18-9839-7DC9-673C-C2353F148BC2}"/>
              </a:ext>
            </a:extLst>
          </p:cNvPr>
          <p:cNvSpPr txBox="1"/>
          <p:nvPr/>
        </p:nvSpPr>
        <p:spPr>
          <a:xfrm>
            <a:off x="17820536" y="712808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dirty="0"/>
              <a:t>Despliegue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FB4F75-4605-3801-4CE4-52BD81530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2" y="3371726"/>
            <a:ext cx="16989554" cy="751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05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8993EA5-4301-964F-9A92-263EFB99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82D6CAAB-6CC9-A64B-B333-02B3D135DD61}"/>
              </a:ext>
            </a:extLst>
          </p:cNvPr>
          <p:cNvSpPr/>
          <p:nvPr/>
        </p:nvSpPr>
        <p:spPr>
          <a:xfrm>
            <a:off x="2124375" y="121514"/>
            <a:ext cx="14865178" cy="150730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3200" dirty="0"/>
              <a:t>Vista Funcional: Diseñe un modelo de la familia módulo, específicamente del estilo de arquitectura capas para el proyecto del curso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B884282-3B36-0C4F-9785-77FB28227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850136"/>
              </p:ext>
            </p:extLst>
          </p:nvPr>
        </p:nvGraphicFramePr>
        <p:xfrm>
          <a:off x="178274" y="1719921"/>
          <a:ext cx="17064697" cy="99816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1183995">
                  <a:extLst>
                    <a:ext uri="{9D8B030D-6E8A-4147-A177-3AD203B41FA5}">
                      <a16:colId xmlns:a16="http://schemas.microsoft.com/office/drawing/2014/main" val="1435256288"/>
                    </a:ext>
                  </a:extLst>
                </a:gridCol>
                <a:gridCol w="5784980">
                  <a:extLst>
                    <a:ext uri="{9D8B030D-6E8A-4147-A177-3AD203B41FA5}">
                      <a16:colId xmlns:a16="http://schemas.microsoft.com/office/drawing/2014/main" val="3480751451"/>
                    </a:ext>
                  </a:extLst>
                </a:gridCol>
                <a:gridCol w="1448400">
                  <a:extLst>
                    <a:ext uri="{9D8B030D-6E8A-4147-A177-3AD203B41FA5}">
                      <a16:colId xmlns:a16="http://schemas.microsoft.com/office/drawing/2014/main" val="1671568136"/>
                    </a:ext>
                  </a:extLst>
                </a:gridCol>
                <a:gridCol w="1668024">
                  <a:extLst>
                    <a:ext uri="{9D8B030D-6E8A-4147-A177-3AD203B41FA5}">
                      <a16:colId xmlns:a16="http://schemas.microsoft.com/office/drawing/2014/main" val="3727561595"/>
                    </a:ext>
                  </a:extLst>
                </a:gridCol>
                <a:gridCol w="1530221">
                  <a:extLst>
                    <a:ext uri="{9D8B030D-6E8A-4147-A177-3AD203B41FA5}">
                      <a16:colId xmlns:a16="http://schemas.microsoft.com/office/drawing/2014/main" val="1075840741"/>
                    </a:ext>
                  </a:extLst>
                </a:gridCol>
                <a:gridCol w="2537926">
                  <a:extLst>
                    <a:ext uri="{9D8B030D-6E8A-4147-A177-3AD203B41FA5}">
                      <a16:colId xmlns:a16="http://schemas.microsoft.com/office/drawing/2014/main" val="3389565005"/>
                    </a:ext>
                  </a:extLst>
                </a:gridCol>
                <a:gridCol w="1231641">
                  <a:extLst>
                    <a:ext uri="{9D8B030D-6E8A-4147-A177-3AD203B41FA5}">
                      <a16:colId xmlns:a16="http://schemas.microsoft.com/office/drawing/2014/main" val="3673519758"/>
                    </a:ext>
                  </a:extLst>
                </a:gridCol>
                <a:gridCol w="1679510">
                  <a:extLst>
                    <a:ext uri="{9D8B030D-6E8A-4147-A177-3AD203B41FA5}">
                      <a16:colId xmlns:a16="http://schemas.microsoft.com/office/drawing/2014/main" val="948677684"/>
                    </a:ext>
                  </a:extLst>
                </a:gridCol>
              </a:tblGrid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Proyecto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Medisupply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VF-002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Elaboración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Uniandes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b="1" dirty="0"/>
                        <a:t>Versión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O" sz="1600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56644"/>
                  </a:ext>
                </a:extLst>
              </a:tr>
              <a:tr h="499080">
                <a:tc>
                  <a:txBody>
                    <a:bodyPr/>
                    <a:lstStyle/>
                    <a:p>
                      <a:r>
                        <a:rPr lang="en-CO" sz="1600" b="1" dirty="0"/>
                        <a:t>Vista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CO" sz="1600" dirty="0"/>
                        <a:t>Funcional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5078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O" sz="1600" b="1" dirty="0"/>
                        <a:t>Modelo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CO" sz="1600" dirty="0"/>
                        <a:t> Módulos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O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01259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819EE55-0A6B-0347-B5E5-C69115DD952A}"/>
              </a:ext>
            </a:extLst>
          </p:cNvPr>
          <p:cNvGraphicFramePr>
            <a:graphicFrameLocks noGrp="1"/>
          </p:cNvGraphicFramePr>
          <p:nvPr/>
        </p:nvGraphicFramePr>
        <p:xfrm>
          <a:off x="17291464" y="1719920"/>
          <a:ext cx="2396973" cy="10222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341642">
                <a:tc>
                  <a:txBody>
                    <a:bodyPr/>
                    <a:lstStyle/>
                    <a:p>
                      <a:pPr algn="ctr"/>
                      <a:r>
                        <a:rPr lang="en-CO" sz="1800" b="1" dirty="0"/>
                        <a:t>Convención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  <a:tr h="656518">
                <a:tc>
                  <a:txBody>
                    <a:bodyPr/>
                    <a:lstStyle/>
                    <a:p>
                      <a:pPr algn="ctr"/>
                      <a:r>
                        <a:rPr lang="en-CO" sz="1800" dirty="0"/>
                        <a:t>UML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44275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1E3265-B1A9-8144-BBE4-D01B7E203AE3}"/>
              </a:ext>
            </a:extLst>
          </p:cNvPr>
          <p:cNvGraphicFramePr>
            <a:graphicFrameLocks noGrp="1"/>
          </p:cNvGraphicFramePr>
          <p:nvPr/>
        </p:nvGraphicFramePr>
        <p:xfrm>
          <a:off x="17291464" y="2742198"/>
          <a:ext cx="2396973" cy="8771778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8771778">
                <a:tc>
                  <a:txBody>
                    <a:bodyPr/>
                    <a:lstStyle/>
                    <a:p>
                      <a:endParaRPr lang="en-CO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AE948DB-A14D-0E49-ADF0-D76BA4525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92489"/>
              </p:ext>
            </p:extLst>
          </p:nvPr>
        </p:nvGraphicFramePr>
        <p:xfrm>
          <a:off x="17282727" y="6579447"/>
          <a:ext cx="2396973" cy="365760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396973">
                  <a:extLst>
                    <a:ext uri="{9D8B030D-6E8A-4147-A177-3AD203B41FA5}">
                      <a16:colId xmlns:a16="http://schemas.microsoft.com/office/drawing/2014/main" val="2868615702"/>
                    </a:ext>
                  </a:extLst>
                </a:gridCol>
              </a:tblGrid>
              <a:tr h="341642">
                <a:tc>
                  <a:txBody>
                    <a:bodyPr/>
                    <a:lstStyle/>
                    <a:p>
                      <a:pPr algn="ctr"/>
                      <a:r>
                        <a:rPr lang="en-CO" sz="1800" b="1" dirty="0"/>
                        <a:t>Estilo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01202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318D3DF-1058-AF41-B49A-469F182077ED}"/>
              </a:ext>
            </a:extLst>
          </p:cNvPr>
          <p:cNvSpPr txBox="1"/>
          <p:nvPr/>
        </p:nvSpPr>
        <p:spPr>
          <a:xfrm>
            <a:off x="17433235" y="7275444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dirty="0"/>
              <a:t>Capas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87A5F5-9BD9-83C5-C8E1-933F9F51AC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770" y="2742198"/>
            <a:ext cx="8503987" cy="927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46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81F5B806-8B2D-AE50-0A27-48994D40A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438" y="1178805"/>
            <a:ext cx="2784659" cy="10756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E3E24F2-D469-0477-E32A-013755FCD7E6}"/>
              </a:ext>
            </a:extLst>
          </p:cNvPr>
          <p:cNvSpPr txBox="1"/>
          <p:nvPr/>
        </p:nvSpPr>
        <p:spPr>
          <a:xfrm>
            <a:off x="1741439" y="4641559"/>
            <a:ext cx="16621223" cy="3290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309" b="1" dirty="0">
                <a:latin typeface="Lato" panose="020F0502020204030203" pitchFamily="34" charset="0"/>
              </a:rPr>
              <a:t>© - Derechos Reservados: </a:t>
            </a:r>
            <a:r>
              <a:rPr lang="es-419" sz="2309" dirty="0">
                <a:latin typeface="Lato" panose="020F0502020204030203" pitchFamily="34" charset="0"/>
              </a:rPr>
              <a:t>la presente obra, y en general todos sus contenidos, se encuentran protegidos por las normas internacionales y nacionales vigentes sobre propiedad Intelectual, por lo tanto su utilización parcial o total, reproducción, comunicación pública, transformación, distribución, alquiler, préstamo público e importación, total o parcial, en todo o en parte, en formato impreso o digital y en cualquier formato conocido o por conocer, se encuentran prohibidos, y solo serán lícitos en la medida en que se cuente con la autorización previa y expresa por escrito de la Universidad de los Andes.</a:t>
            </a:r>
          </a:p>
          <a:p>
            <a:endParaRPr lang="es-419" sz="2309" dirty="0">
              <a:latin typeface="Lato" panose="020F0502020204030203" pitchFamily="34" charset="0"/>
            </a:endParaRPr>
          </a:p>
          <a:p>
            <a:r>
              <a:rPr lang="es-419" sz="2309" dirty="0">
                <a:latin typeface="Lato" panose="020F0502020204030203" pitchFamily="34" charset="0"/>
              </a:rPr>
              <a:t>De igual manera, la utilización de la imagen de las personas, docentes o estudiantes, sin su previa autorización está expresamente prohibida. En caso de incumplirse con lo mencionado, se procederá de conformidad con los reglamentos y políticas de la universidad, sin perjuicio de las demás acciones legales aplicables.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2F0434D-F534-2403-C639-2D7194B7065D}"/>
              </a:ext>
            </a:extLst>
          </p:cNvPr>
          <p:cNvCxnSpPr>
            <a:cxnSpLocks/>
          </p:cNvCxnSpPr>
          <p:nvPr/>
        </p:nvCxnSpPr>
        <p:spPr>
          <a:xfrm>
            <a:off x="1741439" y="4047944"/>
            <a:ext cx="1662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EDDB248-E9A3-3F5C-5EC0-E5BE576ADD19}"/>
              </a:ext>
            </a:extLst>
          </p:cNvPr>
          <p:cNvCxnSpPr>
            <a:cxnSpLocks/>
          </p:cNvCxnSpPr>
          <p:nvPr/>
        </p:nvCxnSpPr>
        <p:spPr>
          <a:xfrm>
            <a:off x="1741439" y="8598993"/>
            <a:ext cx="1662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EAB3392-A4DF-DC0F-9005-BFDA8D351B43}"/>
              </a:ext>
            </a:extLst>
          </p:cNvPr>
          <p:cNvSpPr/>
          <p:nvPr/>
        </p:nvSpPr>
        <p:spPr>
          <a:xfrm>
            <a:off x="0" y="273448"/>
            <a:ext cx="158465" cy="11308555"/>
          </a:xfrm>
          <a:prstGeom prst="rect">
            <a:avLst/>
          </a:prstGeom>
          <a:solidFill>
            <a:srgbClr val="2122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2968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8A3E730-9418-BC79-0993-BC738F7162F9}"/>
              </a:ext>
            </a:extLst>
          </p:cNvPr>
          <p:cNvSpPr/>
          <p:nvPr/>
        </p:nvSpPr>
        <p:spPr>
          <a:xfrm>
            <a:off x="0" y="1871356"/>
            <a:ext cx="158465" cy="9753630"/>
          </a:xfrm>
          <a:prstGeom prst="rect">
            <a:avLst/>
          </a:prstGeom>
          <a:solidFill>
            <a:srgbClr val="F9E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2968"/>
          </a:p>
        </p:txBody>
      </p:sp>
      <p:pic>
        <p:nvPicPr>
          <p:cNvPr id="16" name="Imagen 15" descr="Fondo negro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3FFFE140-7A0A-FA90-4C23-6383FB55A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890" y="2529840"/>
            <a:ext cx="5760324" cy="679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845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3">
  <a:themeElements>
    <a:clrScheme name="MISO 1">
      <a:dk1>
        <a:srgbClr val="4C4D4C"/>
      </a:dk1>
      <a:lt1>
        <a:srgbClr val="FEFAFA"/>
      </a:lt1>
      <a:dk2>
        <a:srgbClr val="4F504F"/>
      </a:dk2>
      <a:lt2>
        <a:srgbClr val="FFFAFA"/>
      </a:lt2>
      <a:accent1>
        <a:srgbClr val="0C0D2B"/>
      </a:accent1>
      <a:accent2>
        <a:srgbClr val="332174"/>
      </a:accent2>
      <a:accent3>
        <a:srgbClr val="3AB1E3"/>
      </a:accent3>
      <a:accent4>
        <a:srgbClr val="0070BA"/>
      </a:accent4>
      <a:accent5>
        <a:srgbClr val="9AC3E2"/>
      </a:accent5>
      <a:accent6>
        <a:srgbClr val="9991BA"/>
      </a:accent6>
      <a:hlink>
        <a:srgbClr val="32AEE2"/>
      </a:hlink>
      <a:folHlink>
        <a:srgbClr val="4D9BC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3" id="{191589FF-03B5-B54F-9F12-A00A11A3A487}" vid="{2CB6F1CE-0CB0-934C-9A98-3DD7BE7A16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860d3e-6179-436c-977f-c8fec32702f9" xsi:nil="true"/>
    <lcf76f155ced4ddcb4097134ff3c332f xmlns="975eb909-7871-4881-a0e4-375dc0be450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C2E94BA26B184CBB6282D7591E99F9" ma:contentTypeVersion="16" ma:contentTypeDescription="Crear nuevo documento." ma:contentTypeScope="" ma:versionID="d2cced94f7dcc45aa1f33cd122d49447">
  <xsd:schema xmlns:xsd="http://www.w3.org/2001/XMLSchema" xmlns:xs="http://www.w3.org/2001/XMLSchema" xmlns:p="http://schemas.microsoft.com/office/2006/metadata/properties" xmlns:ns2="1a860d3e-6179-436c-977f-c8fec32702f9" xmlns:ns3="975eb909-7871-4881-a0e4-375dc0be4505" targetNamespace="http://schemas.microsoft.com/office/2006/metadata/properties" ma:root="true" ma:fieldsID="fd8633f808c4f6ac46999f2159d7c5c0" ns2:_="" ns3:_="">
    <xsd:import namespace="1a860d3e-6179-436c-977f-c8fec32702f9"/>
    <xsd:import namespace="975eb909-7871-4881-a0e4-375dc0be450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60d3e-6179-436c-977f-c8fec32702f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d57bf8d-d566-4d19-80db-30c522907b41}" ma:internalName="TaxCatchAll" ma:showField="CatchAllData" ma:web="1a860d3e-6179-436c-977f-c8fec32702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5eb909-7871-4881-a0e4-375dc0be45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a38e7027-190f-4f90-8839-9f8250567d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50489D-4862-4D94-B5C7-6C7DEDA0F1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F4ADF3-E7DE-4B33-AD0D-DCA2C9B10299}">
  <ds:schemaRefs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1a860d3e-6179-436c-977f-c8fec32702f9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975eb909-7871-4881-a0e4-375dc0be4505"/>
  </ds:schemaRefs>
</ds:datastoreItem>
</file>

<file path=customXml/itemProps3.xml><?xml version="1.0" encoding="utf-8"?>
<ds:datastoreItem xmlns:ds="http://schemas.openxmlformats.org/officeDocument/2006/customXml" ds:itemID="{CD7016BC-14D7-4067-AE3C-242E8F9B86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60d3e-6179-436c-977f-c8fec32702f9"/>
    <ds:schemaRef ds:uri="975eb909-7871-4881-a0e4-375dc0be45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MISO</Template>
  <TotalTime>4473</TotalTime>
  <Words>464</Words>
  <Application>Microsoft Macintosh PowerPoint</Application>
  <PresentationFormat>Custom</PresentationFormat>
  <Paragraphs>95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GT America</vt:lpstr>
      <vt:lpstr>GT America Bold</vt:lpstr>
      <vt:lpstr>GT America Thin</vt:lpstr>
      <vt:lpstr>Lato</vt:lpstr>
      <vt:lpstr>Tema3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Felipe Arturo Bonilla Parra</dc:creator>
  <cp:lastModifiedBy>Juan Felipe Rojas Cendales</cp:lastModifiedBy>
  <cp:revision>128</cp:revision>
  <dcterms:created xsi:type="dcterms:W3CDTF">2020-02-04T21:09:36Z</dcterms:created>
  <dcterms:modified xsi:type="dcterms:W3CDTF">2025-08-31T17:14:12Z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0x01010032C2E94BA26B184CBB6282D7591E99F9</vt:lpwstr>
  </property>
  <property fmtid="{D5CDD505-2E9C-101B-9397-08002B2CF9AE}" pid="3" name="MediaServiceImageTags">
    <vt:lpwstr/>
  </property>
</Properties>
</file>