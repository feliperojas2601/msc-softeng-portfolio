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18"/>
  </p:notesMasterIdLst>
  <p:sldIdLst>
    <p:sldId id="256" r:id="rId5"/>
    <p:sldId id="258" r:id="rId6"/>
    <p:sldId id="265" r:id="rId7"/>
    <p:sldId id="321" r:id="rId8"/>
    <p:sldId id="326" r:id="rId9"/>
    <p:sldId id="327" r:id="rId10"/>
    <p:sldId id="335" r:id="rId11"/>
    <p:sldId id="328" r:id="rId12"/>
    <p:sldId id="330" r:id="rId13"/>
    <p:sldId id="331" r:id="rId14"/>
    <p:sldId id="332" r:id="rId15"/>
    <p:sldId id="333" r:id="rId16"/>
    <p:sldId id="334" r:id="rId17"/>
  </p:sldIdLst>
  <p:sldSz cx="20104100" cy="1185545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4250"/>
    <a:srgbClr val="FF8CA6"/>
    <a:srgbClr val="974B59"/>
    <a:srgbClr val="965942"/>
    <a:srgbClr val="CFA5AA"/>
    <a:srgbClr val="3421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08" autoAdjust="0"/>
    <p:restoredTop sz="80674"/>
  </p:normalViewPr>
  <p:slideViewPr>
    <p:cSldViewPr snapToGrid="0">
      <p:cViewPr varScale="1">
        <p:scale>
          <a:sx n="62" d="100"/>
          <a:sy n="62" d="100"/>
        </p:scale>
        <p:origin x="1400" y="2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Valeria Mendoza Cipagauta" userId="9d05f6fe-bc3e-4e8b-b0a3-47cfb1c3fad5" providerId="ADAL" clId="{44499CE8-3E4C-4D94-8F74-C0A92E7D23E1}"/>
    <pc:docChg chg="custSel addSld modSld">
      <pc:chgData name="Ana Valeria Mendoza Cipagauta" userId="9d05f6fe-bc3e-4e8b-b0a3-47cfb1c3fad5" providerId="ADAL" clId="{44499CE8-3E4C-4D94-8F74-C0A92E7D23E1}" dt="2023-01-18T20:40:38.834" v="1" actId="27636"/>
      <pc:docMkLst>
        <pc:docMk/>
      </pc:docMkLst>
      <pc:sldChg chg="modSp">
        <pc:chgData name="Ana Valeria Mendoza Cipagauta" userId="9d05f6fe-bc3e-4e8b-b0a3-47cfb1c3fad5" providerId="ADAL" clId="{44499CE8-3E4C-4D94-8F74-C0A92E7D23E1}" dt="2023-01-18T20:40:38.834" v="1" actId="27636"/>
        <pc:sldMkLst>
          <pc:docMk/>
          <pc:sldMk cId="2908288428" sldId="256"/>
        </pc:sldMkLst>
        <pc:spChg chg="mod">
          <ac:chgData name="Ana Valeria Mendoza Cipagauta" userId="9d05f6fe-bc3e-4e8b-b0a3-47cfb1c3fad5" providerId="ADAL" clId="{44499CE8-3E4C-4D94-8F74-C0A92E7D23E1}" dt="2023-01-18T20:40:38.834" v="1" actId="27636"/>
          <ac:spMkLst>
            <pc:docMk/>
            <pc:sldMk cId="2908288428" sldId="256"/>
            <ac:spMk id="3" creationId="{2D598DFA-329B-2E42-B0CD-A299535D3FF7}"/>
          </ac:spMkLst>
        </pc:spChg>
      </pc:sldChg>
    </pc:docChg>
  </pc:docChgLst>
  <pc:docChgLst>
    <pc:chgData name="Ana Valeria Mendoza Cipagauta" userId="9d05f6fe-bc3e-4e8b-b0a3-47cfb1c3fad5" providerId="ADAL" clId="{7776F6FA-B05E-4A20-960B-39C36EEC13B0}"/>
    <pc:docChg chg="custSel addSld delSld modSld">
      <pc:chgData name="Ana Valeria Mendoza Cipagauta" userId="9d05f6fe-bc3e-4e8b-b0a3-47cfb1c3fad5" providerId="ADAL" clId="{7776F6FA-B05E-4A20-960B-39C36EEC13B0}" dt="2023-01-20T13:07:59.416" v="2" actId="27636"/>
      <pc:docMkLst>
        <pc:docMk/>
      </pc:docMkLst>
      <pc:sldChg chg="modSp">
        <pc:chgData name="Ana Valeria Mendoza Cipagauta" userId="9d05f6fe-bc3e-4e8b-b0a3-47cfb1c3fad5" providerId="ADAL" clId="{7776F6FA-B05E-4A20-960B-39C36EEC13B0}" dt="2023-01-20T13:07:59.416" v="2" actId="27636"/>
        <pc:sldMkLst>
          <pc:docMk/>
          <pc:sldMk cId="2908288428" sldId="256"/>
        </pc:sldMkLst>
        <pc:spChg chg="mod">
          <ac:chgData name="Ana Valeria Mendoza Cipagauta" userId="9d05f6fe-bc3e-4e8b-b0a3-47cfb1c3fad5" providerId="ADAL" clId="{7776F6FA-B05E-4A20-960B-39C36EEC13B0}" dt="2023-01-20T13:07:59.416" v="2" actId="27636"/>
          <ac:spMkLst>
            <pc:docMk/>
            <pc:sldMk cId="2908288428" sldId="256"/>
            <ac:spMk id="3" creationId="{2D598DFA-329B-2E42-B0CD-A299535D3FF7}"/>
          </ac:spMkLst>
        </pc:spChg>
      </pc:sldChg>
      <pc:sldChg chg="del">
        <pc:chgData name="Ana Valeria Mendoza Cipagauta" userId="9d05f6fe-bc3e-4e8b-b0a3-47cfb1c3fad5" providerId="ADAL" clId="{7776F6FA-B05E-4A20-960B-39C36EEC13B0}" dt="2023-01-20T13:07:57.269" v="0" actId="2696"/>
        <pc:sldMkLst>
          <pc:docMk/>
          <pc:sldMk cId="2526152964" sldId="274"/>
        </pc:sldMkLst>
      </pc:sldChg>
      <pc:sldChg chg="add">
        <pc:chgData name="Ana Valeria Mendoza Cipagauta" userId="9d05f6fe-bc3e-4e8b-b0a3-47cfb1c3fad5" providerId="ADAL" clId="{7776F6FA-B05E-4A20-960B-39C36EEC13B0}" dt="2023-01-20T13:07:59.314" v="1"/>
        <pc:sldMkLst>
          <pc:docMk/>
          <pc:sldMk cId="4171484528" sldId="33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CO"/>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45EE62C-472A-0944-B273-7A532AA1B9AC}" type="datetimeFigureOut">
              <a:rPr lang="en-CO" smtClean="0"/>
              <a:t>24/09/25</a:t>
            </a:fld>
            <a:endParaRPr lang="en-CO"/>
          </a:p>
        </p:txBody>
      </p:sp>
      <p:sp>
        <p:nvSpPr>
          <p:cNvPr id="4" name="Slide Image Placeholder 3"/>
          <p:cNvSpPr>
            <a:spLocks noGrp="1" noRot="1" noChangeAspect="1"/>
          </p:cNvSpPr>
          <p:nvPr>
            <p:ph type="sldImg" idx="2"/>
          </p:nvPr>
        </p:nvSpPr>
        <p:spPr>
          <a:xfrm>
            <a:off x="2609850" y="857250"/>
            <a:ext cx="3924300" cy="2314575"/>
          </a:xfrm>
          <a:prstGeom prst="rect">
            <a:avLst/>
          </a:prstGeom>
          <a:noFill/>
          <a:ln w="12700">
            <a:solidFill>
              <a:prstClr val="black"/>
            </a:solidFill>
          </a:ln>
        </p:spPr>
        <p:txBody>
          <a:bodyPr vert="horz" lIns="91440" tIns="45720" rIns="91440" bIns="45720" rtlCol="0" anchor="ctr"/>
          <a:lstStyle/>
          <a:p>
            <a:endParaRPr lang="en-CO"/>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CO"/>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E9ACABF-6E5F-1440-8A94-6FA0FACD68FC}" type="slidenum">
              <a:rPr lang="en-CO" smtClean="0"/>
              <a:t>‹#›</a:t>
            </a:fld>
            <a:endParaRPr lang="en-CO"/>
          </a:p>
        </p:txBody>
      </p:sp>
    </p:spTree>
    <p:extLst>
      <p:ext uri="{BB962C8B-B14F-4D97-AF65-F5344CB8AC3E}">
        <p14:creationId xmlns:p14="http://schemas.microsoft.com/office/powerpoint/2010/main" val="41001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noProof="0" dirty="0"/>
          </a:p>
        </p:txBody>
      </p:sp>
      <p:sp>
        <p:nvSpPr>
          <p:cNvPr id="4" name="Slide Number Placeholder 3"/>
          <p:cNvSpPr>
            <a:spLocks noGrp="1"/>
          </p:cNvSpPr>
          <p:nvPr>
            <p:ph type="sldNum" sz="quarter" idx="5"/>
          </p:nvPr>
        </p:nvSpPr>
        <p:spPr/>
        <p:txBody>
          <a:bodyPr/>
          <a:lstStyle/>
          <a:p>
            <a:fld id="{BE9ACABF-6E5F-1440-8A94-6FA0FACD68FC}" type="slidenum">
              <a:rPr lang="en-CO" smtClean="0"/>
              <a:t>1</a:t>
            </a:fld>
            <a:endParaRPr lang="en-CO"/>
          </a:p>
        </p:txBody>
      </p:sp>
    </p:spTree>
    <p:extLst>
      <p:ext uri="{BB962C8B-B14F-4D97-AF65-F5344CB8AC3E}">
        <p14:creationId xmlns:p14="http://schemas.microsoft.com/office/powerpoint/2010/main" val="604090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2</a:t>
            </a:fld>
            <a:endParaRPr lang="en-CO"/>
          </a:p>
        </p:txBody>
      </p:sp>
    </p:spTree>
    <p:extLst>
      <p:ext uri="{BB962C8B-B14F-4D97-AF65-F5344CB8AC3E}">
        <p14:creationId xmlns:p14="http://schemas.microsoft.com/office/powerpoint/2010/main" val="1848712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3</a:t>
            </a:fld>
            <a:endParaRPr lang="en-CO"/>
          </a:p>
        </p:txBody>
      </p:sp>
    </p:spTree>
    <p:extLst>
      <p:ext uri="{BB962C8B-B14F-4D97-AF65-F5344CB8AC3E}">
        <p14:creationId xmlns:p14="http://schemas.microsoft.com/office/powerpoint/2010/main" val="1681058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4</a:t>
            </a:fld>
            <a:endParaRPr lang="en-CO"/>
          </a:p>
        </p:txBody>
      </p:sp>
    </p:spTree>
    <p:extLst>
      <p:ext uri="{BB962C8B-B14F-4D97-AF65-F5344CB8AC3E}">
        <p14:creationId xmlns:p14="http://schemas.microsoft.com/office/powerpoint/2010/main" val="3931475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5</a:t>
            </a:fld>
            <a:endParaRPr lang="en-CO"/>
          </a:p>
        </p:txBody>
      </p:sp>
    </p:spTree>
    <p:extLst>
      <p:ext uri="{BB962C8B-B14F-4D97-AF65-F5344CB8AC3E}">
        <p14:creationId xmlns:p14="http://schemas.microsoft.com/office/powerpoint/2010/main" val="795624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6</a:t>
            </a:fld>
            <a:endParaRPr lang="en-CO"/>
          </a:p>
        </p:txBody>
      </p:sp>
    </p:spTree>
    <p:extLst>
      <p:ext uri="{BB962C8B-B14F-4D97-AF65-F5344CB8AC3E}">
        <p14:creationId xmlns:p14="http://schemas.microsoft.com/office/powerpoint/2010/main" val="2555369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A0C4F-FB99-0B22-4509-1FC72EE64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0A48E-39F1-E3CD-CC12-2EE988AF9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601BB-BE36-DBA3-F79F-EF192D13DBE8}"/>
              </a:ext>
            </a:extLst>
          </p:cNvPr>
          <p:cNvSpPr>
            <a:spLocks noGrp="1"/>
          </p:cNvSpPr>
          <p:nvPr>
            <p:ph type="body" idx="1"/>
          </p:nvPr>
        </p:nvSpPr>
        <p:spPr/>
        <p:txBody>
          <a:bodyPr/>
          <a:lstStyle/>
          <a:p>
            <a:endParaRPr lang="en-CO" sz="1600" dirty="0"/>
          </a:p>
        </p:txBody>
      </p:sp>
      <p:sp>
        <p:nvSpPr>
          <p:cNvPr id="4" name="Slide Number Placeholder 3">
            <a:extLst>
              <a:ext uri="{FF2B5EF4-FFF2-40B4-BE49-F238E27FC236}">
                <a16:creationId xmlns:a16="http://schemas.microsoft.com/office/drawing/2014/main" id="{3CDBB143-175A-8F7B-9A43-FB5D67AC9F83}"/>
              </a:ext>
            </a:extLst>
          </p:cNvPr>
          <p:cNvSpPr>
            <a:spLocks noGrp="1"/>
          </p:cNvSpPr>
          <p:nvPr>
            <p:ph type="sldNum" sz="quarter" idx="5"/>
          </p:nvPr>
        </p:nvSpPr>
        <p:spPr/>
        <p:txBody>
          <a:bodyPr/>
          <a:lstStyle/>
          <a:p>
            <a:fld id="{BE9ACABF-6E5F-1440-8A94-6FA0FACD68FC}" type="slidenum">
              <a:rPr lang="en-CO" smtClean="0"/>
              <a:t>7</a:t>
            </a:fld>
            <a:endParaRPr lang="en-CO"/>
          </a:p>
        </p:txBody>
      </p:sp>
    </p:spTree>
    <p:extLst>
      <p:ext uri="{BB962C8B-B14F-4D97-AF65-F5344CB8AC3E}">
        <p14:creationId xmlns:p14="http://schemas.microsoft.com/office/powerpoint/2010/main" val="3071511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8</a:t>
            </a:fld>
            <a:endParaRPr lang="en-CO"/>
          </a:p>
        </p:txBody>
      </p:sp>
    </p:spTree>
    <p:extLst>
      <p:ext uri="{BB962C8B-B14F-4D97-AF65-F5344CB8AC3E}">
        <p14:creationId xmlns:p14="http://schemas.microsoft.com/office/powerpoint/2010/main" val="2278520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9</a:t>
            </a:fld>
            <a:endParaRPr lang="en-CO"/>
          </a:p>
        </p:txBody>
      </p:sp>
    </p:spTree>
    <p:extLst>
      <p:ext uri="{BB962C8B-B14F-4D97-AF65-F5344CB8AC3E}">
        <p14:creationId xmlns:p14="http://schemas.microsoft.com/office/powerpoint/2010/main" val="425390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10</a:t>
            </a:fld>
            <a:endParaRPr lang="en-CO"/>
          </a:p>
        </p:txBody>
      </p:sp>
    </p:spTree>
    <p:extLst>
      <p:ext uri="{BB962C8B-B14F-4D97-AF65-F5344CB8AC3E}">
        <p14:creationId xmlns:p14="http://schemas.microsoft.com/office/powerpoint/2010/main" val="491006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11</a:t>
            </a:fld>
            <a:endParaRPr lang="en-CO"/>
          </a:p>
        </p:txBody>
      </p:sp>
    </p:spTree>
    <p:extLst>
      <p:ext uri="{BB962C8B-B14F-4D97-AF65-F5344CB8AC3E}">
        <p14:creationId xmlns:p14="http://schemas.microsoft.com/office/powerpoint/2010/main" val="2139989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12</a:t>
            </a:fld>
            <a:endParaRPr lang="en-CO"/>
          </a:p>
        </p:txBody>
      </p:sp>
    </p:spTree>
    <p:extLst>
      <p:ext uri="{BB962C8B-B14F-4D97-AF65-F5344CB8AC3E}">
        <p14:creationId xmlns:p14="http://schemas.microsoft.com/office/powerpoint/2010/main" val="1849064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13013" y="1940233"/>
            <a:ext cx="15078075" cy="4127453"/>
          </a:xfrm>
        </p:spPr>
        <p:txBody>
          <a:bodyPr anchor="b"/>
          <a:lstStyle>
            <a:lvl1pPr algn="ctr">
              <a:defRPr sz="9894"/>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13013" y="6226856"/>
            <a:ext cx="15078075" cy="2862322"/>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24/09/25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410301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24/09/25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966886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371686" y="2955631"/>
            <a:ext cx="17339786" cy="4931537"/>
          </a:xfrm>
        </p:spPr>
        <p:txBody>
          <a:bodyPr anchor="b"/>
          <a:lstStyle>
            <a:lvl1pPr>
              <a:defRPr sz="9894"/>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86" y="7933822"/>
            <a:ext cx="17339786" cy="2593379"/>
          </a:xfrm>
        </p:spPr>
        <p:txBody>
          <a:bodyPr/>
          <a:lstStyle>
            <a:lvl1pPr marL="0" indent="0">
              <a:buNone/>
              <a:defRPr sz="3958">
                <a:solidFill>
                  <a:schemeClr val="tx1">
                    <a:tint val="75000"/>
                  </a:schemeClr>
                </a:solidFill>
              </a:defRPr>
            </a:lvl1pPr>
            <a:lvl2pPr marL="753923" indent="0">
              <a:buNone/>
              <a:defRPr sz="3298">
                <a:solidFill>
                  <a:schemeClr val="tx1">
                    <a:tint val="75000"/>
                  </a:schemeClr>
                </a:solidFill>
              </a:defRPr>
            </a:lvl2pPr>
            <a:lvl3pPr marL="1507846" indent="0">
              <a:buNone/>
              <a:defRPr sz="2968">
                <a:solidFill>
                  <a:schemeClr val="tx1">
                    <a:tint val="75000"/>
                  </a:schemeClr>
                </a:solidFill>
              </a:defRPr>
            </a:lvl3pPr>
            <a:lvl4pPr marL="2261768" indent="0">
              <a:buNone/>
              <a:defRPr sz="2638">
                <a:solidFill>
                  <a:schemeClr val="tx1">
                    <a:tint val="75000"/>
                  </a:schemeClr>
                </a:solidFill>
              </a:defRPr>
            </a:lvl4pPr>
            <a:lvl5pPr marL="3015691" indent="0">
              <a:buNone/>
              <a:defRPr sz="2638">
                <a:solidFill>
                  <a:schemeClr val="tx1">
                    <a:tint val="75000"/>
                  </a:schemeClr>
                </a:solidFill>
              </a:defRPr>
            </a:lvl5pPr>
            <a:lvl6pPr marL="3769614" indent="0">
              <a:buNone/>
              <a:defRPr sz="2638">
                <a:solidFill>
                  <a:schemeClr val="tx1">
                    <a:tint val="75000"/>
                  </a:schemeClr>
                </a:solidFill>
              </a:defRPr>
            </a:lvl6pPr>
            <a:lvl7pPr marL="4523537" indent="0">
              <a:buNone/>
              <a:defRPr sz="2638">
                <a:solidFill>
                  <a:schemeClr val="tx1">
                    <a:tint val="75000"/>
                  </a:schemeClr>
                </a:solidFill>
              </a:defRPr>
            </a:lvl7pPr>
            <a:lvl8pPr marL="5277460" indent="0">
              <a:buNone/>
              <a:defRPr sz="2638">
                <a:solidFill>
                  <a:schemeClr val="tx1">
                    <a:tint val="75000"/>
                  </a:schemeClr>
                </a:solidFill>
              </a:defRPr>
            </a:lvl8pPr>
            <a:lvl9pPr marL="6031382" indent="0">
              <a:buNone/>
              <a:defRPr sz="2638">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C469C3E-277C-4E1F-A249-5B730364B4FA}" type="datetimeFigureOut">
              <a:rPr lang="es-CO" smtClean="0"/>
              <a:t>24/09/25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2826345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82157" y="3155965"/>
            <a:ext cx="8544243" cy="75221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0177700" y="3155965"/>
            <a:ext cx="8544243" cy="75221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C469C3E-277C-4E1F-A249-5B730364B4FA}" type="datetimeFigureOut">
              <a:rPr lang="es-CO" smtClean="0"/>
              <a:t>24/09/25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16780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84776" y="631194"/>
            <a:ext cx="17339786" cy="229150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84776" y="2906233"/>
            <a:ext cx="8504976" cy="1424300"/>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4" name="Content Placeholder 3"/>
          <p:cNvSpPr>
            <a:spLocks noGrp="1"/>
          </p:cNvSpPr>
          <p:nvPr>
            <p:ph sz="half" idx="2"/>
          </p:nvPr>
        </p:nvSpPr>
        <p:spPr>
          <a:xfrm>
            <a:off x="1384776" y="4330532"/>
            <a:ext cx="8504976" cy="636956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0177701" y="2906233"/>
            <a:ext cx="8546861" cy="1424300"/>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6" name="Content Placeholder 5"/>
          <p:cNvSpPr>
            <a:spLocks noGrp="1"/>
          </p:cNvSpPr>
          <p:nvPr>
            <p:ph sz="quarter" idx="4"/>
          </p:nvPr>
        </p:nvSpPr>
        <p:spPr>
          <a:xfrm>
            <a:off x="10177701" y="4330532"/>
            <a:ext cx="8546861" cy="636956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C469C3E-277C-4E1F-A249-5B730364B4FA}" type="datetimeFigureOut">
              <a:rPr lang="es-CO" smtClean="0"/>
              <a:t>24/09/25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3741842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C469C3E-277C-4E1F-A249-5B730364B4FA}" type="datetimeFigureOut">
              <a:rPr lang="es-CO" smtClean="0"/>
              <a:t>24/09/25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108679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469C3E-277C-4E1F-A249-5B730364B4FA}" type="datetimeFigureOut">
              <a:rPr lang="es-CO" smtClean="0"/>
              <a:t>24/09/25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0489EC60-5D13-492C-8D6B-471F73FDA5E8}" type="slidenum">
              <a:rPr lang="es-CO" smtClean="0"/>
              <a:t>‹#›</a:t>
            </a:fld>
            <a:endParaRPr lang="es-CO"/>
          </a:p>
        </p:txBody>
      </p:sp>
      <p:sp>
        <p:nvSpPr>
          <p:cNvPr id="5" name="Title 4">
            <a:extLst>
              <a:ext uri="{FF2B5EF4-FFF2-40B4-BE49-F238E27FC236}">
                <a16:creationId xmlns:a16="http://schemas.microsoft.com/office/drawing/2014/main" id="{6482AC05-58CE-4E49-B563-09D5951AEB92}"/>
              </a:ext>
            </a:extLst>
          </p:cNvPr>
          <p:cNvSpPr>
            <a:spLocks noGrp="1"/>
          </p:cNvSpPr>
          <p:nvPr>
            <p:ph type="title"/>
          </p:nvPr>
        </p:nvSpPr>
        <p:spPr/>
        <p:txBody>
          <a:bodyPr/>
          <a:lstStyle/>
          <a:p>
            <a:r>
              <a:rPr lang="en-US"/>
              <a:t>Click to edit Master title style</a:t>
            </a:r>
            <a:endParaRPr lang="en-CO"/>
          </a:p>
        </p:txBody>
      </p:sp>
    </p:spTree>
    <p:extLst>
      <p:ext uri="{BB962C8B-B14F-4D97-AF65-F5344CB8AC3E}">
        <p14:creationId xmlns:p14="http://schemas.microsoft.com/office/powerpoint/2010/main" val="264448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84776" y="790363"/>
            <a:ext cx="6484095" cy="2766272"/>
          </a:xfrm>
        </p:spPr>
        <p:txBody>
          <a:bodyPr anchor="b"/>
          <a:lstStyle>
            <a:lvl1pPr>
              <a:defRPr sz="5277"/>
            </a:lvl1pPr>
          </a:lstStyle>
          <a:p>
            <a:r>
              <a:rPr lang="es-ES"/>
              <a:t>Haga clic para modificar el estilo de título del patrón</a:t>
            </a:r>
            <a:endParaRPr lang="en-US" dirty="0"/>
          </a:p>
        </p:txBody>
      </p:sp>
      <p:sp>
        <p:nvSpPr>
          <p:cNvPr id="3" name="Content Placeholder 2"/>
          <p:cNvSpPr>
            <a:spLocks noGrp="1"/>
          </p:cNvSpPr>
          <p:nvPr>
            <p:ph idx="1"/>
          </p:nvPr>
        </p:nvSpPr>
        <p:spPr>
          <a:xfrm>
            <a:off x="8546861" y="1706966"/>
            <a:ext cx="10177701" cy="8425054"/>
          </a:xfrm>
        </p:spPr>
        <p:txBody>
          <a:bodyPr/>
          <a:lstStyle>
            <a:lvl1pPr>
              <a:defRPr sz="5277"/>
            </a:lvl1pPr>
            <a:lvl2pPr>
              <a:defRPr sz="4617"/>
            </a:lvl2pPr>
            <a:lvl3pPr>
              <a:defRPr sz="3958"/>
            </a:lvl3pPr>
            <a:lvl4pPr>
              <a:defRPr sz="3298"/>
            </a:lvl4pPr>
            <a:lvl5pPr>
              <a:defRPr sz="3298"/>
            </a:lvl5pPr>
            <a:lvl6pPr>
              <a:defRPr sz="3298"/>
            </a:lvl6pPr>
            <a:lvl7pPr>
              <a:defRPr sz="3298"/>
            </a:lvl7pPr>
            <a:lvl8pPr>
              <a:defRPr sz="3298"/>
            </a:lvl8pPr>
            <a:lvl9pPr>
              <a:defRPr sz="3298"/>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384776" y="3556635"/>
            <a:ext cx="6484095" cy="6589106"/>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C469C3E-277C-4E1F-A249-5B730364B4FA}" type="datetimeFigureOut">
              <a:rPr lang="es-CO" smtClean="0"/>
              <a:t>24/09/25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898044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84776" y="790363"/>
            <a:ext cx="6484095" cy="2766272"/>
          </a:xfrm>
        </p:spPr>
        <p:txBody>
          <a:bodyPr anchor="b"/>
          <a:lstStyle>
            <a:lvl1pPr>
              <a:defRPr sz="5277"/>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546861" y="1706966"/>
            <a:ext cx="10177701" cy="8425054"/>
          </a:xfrm>
        </p:spPr>
        <p:txBody>
          <a:bodyPr anchor="t"/>
          <a:lstStyle>
            <a:lvl1pPr marL="0" indent="0">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384776" y="3556635"/>
            <a:ext cx="6484095" cy="6589106"/>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C469C3E-277C-4E1F-A249-5B730364B4FA}" type="datetimeFigureOut">
              <a:rPr lang="es-CO" smtClean="0"/>
              <a:t>24/09/25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4236099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24/09/25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3901031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386996" y="631193"/>
            <a:ext cx="4334947" cy="10046946"/>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82157" y="631193"/>
            <a:ext cx="12753538" cy="1004694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24/09/25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749588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ítulo derecha - fondo azul">
    <p:bg>
      <p:bgPr>
        <a:solidFill>
          <a:srgbClr val="342175"/>
        </a:solidFill>
        <a:effectLst/>
      </p:bgPr>
    </p:bg>
    <p:spTree>
      <p:nvGrpSpPr>
        <p:cNvPr id="1" name=""/>
        <p:cNvGrpSpPr/>
        <p:nvPr/>
      </p:nvGrpSpPr>
      <p:grpSpPr>
        <a:xfrm>
          <a:off x="0" y="0"/>
          <a:ext cx="0" cy="0"/>
          <a:chOff x="0" y="0"/>
          <a:chExt cx="0" cy="0"/>
        </a:xfrm>
      </p:grpSpPr>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11415994" y="5373094"/>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67" name="object 4">
            <a:extLst>
              <a:ext uri="{FF2B5EF4-FFF2-40B4-BE49-F238E27FC236}">
                <a16:creationId xmlns:a16="http://schemas.microsoft.com/office/drawing/2014/main" id="{C12A065A-7C27-40A8-AA7E-3555F4C887AB}"/>
              </a:ext>
            </a:extLst>
          </p:cNvPr>
          <p:cNvSpPr/>
          <p:nvPr/>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8" name="object 5">
            <a:extLst>
              <a:ext uri="{FF2B5EF4-FFF2-40B4-BE49-F238E27FC236}">
                <a16:creationId xmlns:a16="http://schemas.microsoft.com/office/drawing/2014/main" id="{427FDD6C-7AC9-4896-BBA6-16154F68F579}"/>
              </a:ext>
            </a:extLst>
          </p:cNvPr>
          <p:cNvSpPr/>
          <p:nvPr/>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9" name="object 6">
            <a:extLst>
              <a:ext uri="{FF2B5EF4-FFF2-40B4-BE49-F238E27FC236}">
                <a16:creationId xmlns:a16="http://schemas.microsoft.com/office/drawing/2014/main" id="{953A2053-6469-4CA1-BFF3-27FB46B80B50}"/>
              </a:ext>
            </a:extLst>
          </p:cNvPr>
          <p:cNvSpPr/>
          <p:nvPr/>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0" name="object 7">
            <a:extLst>
              <a:ext uri="{FF2B5EF4-FFF2-40B4-BE49-F238E27FC236}">
                <a16:creationId xmlns:a16="http://schemas.microsoft.com/office/drawing/2014/main" id="{5BEE9C81-C824-44C2-8B82-5B785F68440F}"/>
              </a:ext>
            </a:extLst>
          </p:cNvPr>
          <p:cNvSpPr/>
          <p:nvPr/>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1" name="object 8">
            <a:extLst>
              <a:ext uri="{FF2B5EF4-FFF2-40B4-BE49-F238E27FC236}">
                <a16:creationId xmlns:a16="http://schemas.microsoft.com/office/drawing/2014/main" id="{C68F89CB-FCB1-4F38-A174-FEA6B5B54169}"/>
              </a:ext>
            </a:extLst>
          </p:cNvPr>
          <p:cNvSpPr/>
          <p:nvPr/>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2" name="object 9">
            <a:extLst>
              <a:ext uri="{FF2B5EF4-FFF2-40B4-BE49-F238E27FC236}">
                <a16:creationId xmlns:a16="http://schemas.microsoft.com/office/drawing/2014/main" id="{E962C8AB-58E7-481F-88A2-A4EDFB35497E}"/>
              </a:ext>
            </a:extLst>
          </p:cNvPr>
          <p:cNvSpPr txBox="1"/>
          <p:nvPr/>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73" name="object 10">
            <a:extLst>
              <a:ext uri="{FF2B5EF4-FFF2-40B4-BE49-F238E27FC236}">
                <a16:creationId xmlns:a16="http://schemas.microsoft.com/office/drawing/2014/main" id="{8DE9B7B0-98C0-47A1-BDBD-CA6F24CB6F8F}"/>
              </a:ext>
            </a:extLst>
          </p:cNvPr>
          <p:cNvSpPr txBox="1"/>
          <p:nvPr/>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74" name="object 11">
            <a:extLst>
              <a:ext uri="{FF2B5EF4-FFF2-40B4-BE49-F238E27FC236}">
                <a16:creationId xmlns:a16="http://schemas.microsoft.com/office/drawing/2014/main" id="{4F88753D-903E-4624-AA78-314F78FABC53}"/>
              </a:ext>
            </a:extLst>
          </p:cNvPr>
          <p:cNvSpPr/>
          <p:nvPr/>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5" name="object 12">
            <a:extLst>
              <a:ext uri="{FF2B5EF4-FFF2-40B4-BE49-F238E27FC236}">
                <a16:creationId xmlns:a16="http://schemas.microsoft.com/office/drawing/2014/main" id="{6AA3D325-B7F5-4BE1-9791-ED288C3BA581}"/>
              </a:ext>
            </a:extLst>
          </p:cNvPr>
          <p:cNvSpPr/>
          <p:nvPr/>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13">
            <a:extLst>
              <a:ext uri="{FF2B5EF4-FFF2-40B4-BE49-F238E27FC236}">
                <a16:creationId xmlns:a16="http://schemas.microsoft.com/office/drawing/2014/main" id="{FCF593A5-0849-4543-B4C9-D07E405D43E5}"/>
              </a:ext>
            </a:extLst>
          </p:cNvPr>
          <p:cNvSpPr/>
          <p:nvPr/>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2D7AF1DB-637A-43AF-80E5-F31A52C66D8A}"/>
              </a:ext>
            </a:extLst>
          </p:cNvPr>
          <p:cNvSpPr/>
          <p:nvPr/>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F96D07C3-3AB7-4EE5-A223-FDAAD894D70B}"/>
              </a:ext>
            </a:extLst>
          </p:cNvPr>
          <p:cNvSpPr/>
          <p:nvPr/>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9" name="object 16">
            <a:extLst>
              <a:ext uri="{FF2B5EF4-FFF2-40B4-BE49-F238E27FC236}">
                <a16:creationId xmlns:a16="http://schemas.microsoft.com/office/drawing/2014/main" id="{8A90BB90-3DA0-47C0-9E58-65AB628A8A0E}"/>
              </a:ext>
            </a:extLst>
          </p:cNvPr>
          <p:cNvSpPr/>
          <p:nvPr/>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0" name="object 17">
            <a:extLst>
              <a:ext uri="{FF2B5EF4-FFF2-40B4-BE49-F238E27FC236}">
                <a16:creationId xmlns:a16="http://schemas.microsoft.com/office/drawing/2014/main" id="{1C621E47-F80E-4EC7-8C3E-EA4AC2C499EC}"/>
              </a:ext>
            </a:extLst>
          </p:cNvPr>
          <p:cNvSpPr/>
          <p:nvPr/>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1" name="object 18">
            <a:extLst>
              <a:ext uri="{FF2B5EF4-FFF2-40B4-BE49-F238E27FC236}">
                <a16:creationId xmlns:a16="http://schemas.microsoft.com/office/drawing/2014/main" id="{1A14C7C0-7FA5-496A-97FA-8736A24D89E7}"/>
              </a:ext>
            </a:extLst>
          </p:cNvPr>
          <p:cNvSpPr/>
          <p:nvPr/>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2" name="object 19">
            <a:extLst>
              <a:ext uri="{FF2B5EF4-FFF2-40B4-BE49-F238E27FC236}">
                <a16:creationId xmlns:a16="http://schemas.microsoft.com/office/drawing/2014/main" id="{0DBA6063-A179-4CB3-B25D-55A98691DA17}"/>
              </a:ext>
            </a:extLst>
          </p:cNvPr>
          <p:cNvSpPr/>
          <p:nvPr/>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3" name="object 20">
            <a:extLst>
              <a:ext uri="{FF2B5EF4-FFF2-40B4-BE49-F238E27FC236}">
                <a16:creationId xmlns:a16="http://schemas.microsoft.com/office/drawing/2014/main" id="{A6CF6F57-A992-4DA6-93D6-14847FF13203}"/>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4" name="object 21">
            <a:extLst>
              <a:ext uri="{FF2B5EF4-FFF2-40B4-BE49-F238E27FC236}">
                <a16:creationId xmlns:a16="http://schemas.microsoft.com/office/drawing/2014/main" id="{9C37B140-257B-4ED0-9375-88DF6F1A8647}"/>
              </a:ext>
            </a:extLst>
          </p:cNvPr>
          <p:cNvSpPr/>
          <p:nvPr/>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5" name="object 22">
            <a:extLst>
              <a:ext uri="{FF2B5EF4-FFF2-40B4-BE49-F238E27FC236}">
                <a16:creationId xmlns:a16="http://schemas.microsoft.com/office/drawing/2014/main" id="{CACE08B5-1F52-425F-861D-DC6F5D131080}"/>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6" name="object 23">
            <a:extLst>
              <a:ext uri="{FF2B5EF4-FFF2-40B4-BE49-F238E27FC236}">
                <a16:creationId xmlns:a16="http://schemas.microsoft.com/office/drawing/2014/main" id="{B3C5A46B-E89D-4FF7-8B2E-53C4DBEBF1AB}"/>
              </a:ext>
            </a:extLst>
          </p:cNvPr>
          <p:cNvSpPr/>
          <p:nvPr/>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7" name="object 24">
            <a:extLst>
              <a:ext uri="{FF2B5EF4-FFF2-40B4-BE49-F238E27FC236}">
                <a16:creationId xmlns:a16="http://schemas.microsoft.com/office/drawing/2014/main" id="{F9F24890-B240-4B38-B677-5C1F04091C77}"/>
              </a:ext>
            </a:extLst>
          </p:cNvPr>
          <p:cNvSpPr/>
          <p:nvPr/>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4" name="object 4">
            <a:extLst>
              <a:ext uri="{FF2B5EF4-FFF2-40B4-BE49-F238E27FC236}">
                <a16:creationId xmlns:a16="http://schemas.microsoft.com/office/drawing/2014/main" id="{6A9484B0-F8DA-3942-AEB4-AC77CA4CE475}"/>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5">
            <a:extLst>
              <a:ext uri="{FF2B5EF4-FFF2-40B4-BE49-F238E27FC236}">
                <a16:creationId xmlns:a16="http://schemas.microsoft.com/office/drawing/2014/main" id="{8698A834-C399-FE4A-8AF7-4C083617CB7A}"/>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6">
            <a:extLst>
              <a:ext uri="{FF2B5EF4-FFF2-40B4-BE49-F238E27FC236}">
                <a16:creationId xmlns:a16="http://schemas.microsoft.com/office/drawing/2014/main" id="{713501B0-9E0E-6645-A7CE-91BB42BEB3EB}"/>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7">
            <a:extLst>
              <a:ext uri="{FF2B5EF4-FFF2-40B4-BE49-F238E27FC236}">
                <a16:creationId xmlns:a16="http://schemas.microsoft.com/office/drawing/2014/main" id="{E0AB0AA3-FC6C-B442-8456-AD7F97AEE4F7}"/>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8">
            <a:extLst>
              <a:ext uri="{FF2B5EF4-FFF2-40B4-BE49-F238E27FC236}">
                <a16:creationId xmlns:a16="http://schemas.microsoft.com/office/drawing/2014/main" id="{9C8A4095-0BD9-5C44-B5C0-04E5BCAFD5D7}"/>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9">
            <a:extLst>
              <a:ext uri="{FF2B5EF4-FFF2-40B4-BE49-F238E27FC236}">
                <a16:creationId xmlns:a16="http://schemas.microsoft.com/office/drawing/2014/main" id="{6D5C7BA6-D3B5-084C-AAFC-8B119C6FCE6B}"/>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30" name="object 10">
            <a:extLst>
              <a:ext uri="{FF2B5EF4-FFF2-40B4-BE49-F238E27FC236}">
                <a16:creationId xmlns:a16="http://schemas.microsoft.com/office/drawing/2014/main" id="{82202673-B67E-1346-B14E-FD3C26EE47B9}"/>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31" name="object 11">
            <a:extLst>
              <a:ext uri="{FF2B5EF4-FFF2-40B4-BE49-F238E27FC236}">
                <a16:creationId xmlns:a16="http://schemas.microsoft.com/office/drawing/2014/main" id="{DBC11555-86E2-D644-878F-9F1BC77B8DF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12">
            <a:extLst>
              <a:ext uri="{FF2B5EF4-FFF2-40B4-BE49-F238E27FC236}">
                <a16:creationId xmlns:a16="http://schemas.microsoft.com/office/drawing/2014/main" id="{891AEE34-A4D3-754C-93D6-13460BA10354}"/>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3" name="object 13">
            <a:extLst>
              <a:ext uri="{FF2B5EF4-FFF2-40B4-BE49-F238E27FC236}">
                <a16:creationId xmlns:a16="http://schemas.microsoft.com/office/drawing/2014/main" id="{39891505-45EC-E642-B8BB-D51703AB6297}"/>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14">
            <a:extLst>
              <a:ext uri="{FF2B5EF4-FFF2-40B4-BE49-F238E27FC236}">
                <a16:creationId xmlns:a16="http://schemas.microsoft.com/office/drawing/2014/main" id="{A9A10BBC-C781-914C-BB86-52D279784C53}"/>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5" name="object 15">
            <a:extLst>
              <a:ext uri="{FF2B5EF4-FFF2-40B4-BE49-F238E27FC236}">
                <a16:creationId xmlns:a16="http://schemas.microsoft.com/office/drawing/2014/main" id="{4128F62F-287A-F54D-92ED-3B9739C5760D}"/>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6" name="object 16">
            <a:extLst>
              <a:ext uri="{FF2B5EF4-FFF2-40B4-BE49-F238E27FC236}">
                <a16:creationId xmlns:a16="http://schemas.microsoft.com/office/drawing/2014/main" id="{9541C34C-174C-6943-98EE-1AECE5B74A70}"/>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7" name="object 17">
            <a:extLst>
              <a:ext uri="{FF2B5EF4-FFF2-40B4-BE49-F238E27FC236}">
                <a16:creationId xmlns:a16="http://schemas.microsoft.com/office/drawing/2014/main" id="{CDC678A1-7F8B-6145-9FA6-F789269E1CD2}"/>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8" name="object 18">
            <a:extLst>
              <a:ext uri="{FF2B5EF4-FFF2-40B4-BE49-F238E27FC236}">
                <a16:creationId xmlns:a16="http://schemas.microsoft.com/office/drawing/2014/main" id="{D564D977-A150-4248-8049-C15579447985}"/>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9" name="object 19">
            <a:extLst>
              <a:ext uri="{FF2B5EF4-FFF2-40B4-BE49-F238E27FC236}">
                <a16:creationId xmlns:a16="http://schemas.microsoft.com/office/drawing/2014/main" id="{419A55DF-1CB9-5D4D-BBF6-0C145438DDDB}"/>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0" name="object 20">
            <a:extLst>
              <a:ext uri="{FF2B5EF4-FFF2-40B4-BE49-F238E27FC236}">
                <a16:creationId xmlns:a16="http://schemas.microsoft.com/office/drawing/2014/main" id="{6E2D8DD1-4DE5-3F44-BEFA-11DBAB77446E}"/>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1" name="object 21">
            <a:extLst>
              <a:ext uri="{FF2B5EF4-FFF2-40B4-BE49-F238E27FC236}">
                <a16:creationId xmlns:a16="http://schemas.microsoft.com/office/drawing/2014/main" id="{FF1AAF08-9EC7-0F48-AD70-BE5CA3BE2461}"/>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2" name="object 22">
            <a:extLst>
              <a:ext uri="{FF2B5EF4-FFF2-40B4-BE49-F238E27FC236}">
                <a16:creationId xmlns:a16="http://schemas.microsoft.com/office/drawing/2014/main" id="{66A14E71-8851-7949-8634-48CDA7549E45}"/>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3" name="object 23">
            <a:extLst>
              <a:ext uri="{FF2B5EF4-FFF2-40B4-BE49-F238E27FC236}">
                <a16:creationId xmlns:a16="http://schemas.microsoft.com/office/drawing/2014/main" id="{0A7A9DCD-8185-1B48-90AD-58F373A655CB}"/>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4" name="object 24">
            <a:extLst>
              <a:ext uri="{FF2B5EF4-FFF2-40B4-BE49-F238E27FC236}">
                <a16:creationId xmlns:a16="http://schemas.microsoft.com/office/drawing/2014/main" id="{CA3D13B8-0C93-D443-87F1-694A1BEBFA5F}"/>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85713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ítulo a la derecha - fondo blanco">
    <p:bg>
      <p:bgPr>
        <a:solidFill>
          <a:schemeClr val="bg1"/>
        </a:solidFill>
        <a:effectLst/>
      </p:bgPr>
    </p:bg>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379144B4-8526-4FBA-9FE7-4C4F4A861EA9}"/>
              </a:ext>
            </a:extLst>
          </p:cNvPr>
          <p:cNvSpPr txBox="1"/>
          <p:nvPr/>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3" name="object 10">
            <a:extLst>
              <a:ext uri="{FF2B5EF4-FFF2-40B4-BE49-F238E27FC236}">
                <a16:creationId xmlns:a16="http://schemas.microsoft.com/office/drawing/2014/main" id="{EB89E1CA-2EF2-4970-A4CA-508B7FF81810}"/>
              </a:ext>
            </a:extLst>
          </p:cNvPr>
          <p:cNvSpPr txBox="1"/>
          <p:nvPr/>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4" name="object 11">
            <a:extLst>
              <a:ext uri="{FF2B5EF4-FFF2-40B4-BE49-F238E27FC236}">
                <a16:creationId xmlns:a16="http://schemas.microsoft.com/office/drawing/2014/main" id="{7680B916-344D-4856-BB05-B38F82BDBDE6}"/>
              </a:ext>
            </a:extLst>
          </p:cNvPr>
          <p:cNvSpPr/>
          <p:nvPr/>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5" name="object 12">
            <a:extLst>
              <a:ext uri="{FF2B5EF4-FFF2-40B4-BE49-F238E27FC236}">
                <a16:creationId xmlns:a16="http://schemas.microsoft.com/office/drawing/2014/main" id="{7322C8ED-85BA-44B9-9A28-941F57348002}"/>
              </a:ext>
            </a:extLst>
          </p:cNvPr>
          <p:cNvSpPr/>
          <p:nvPr/>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6" name="object 13">
            <a:extLst>
              <a:ext uri="{FF2B5EF4-FFF2-40B4-BE49-F238E27FC236}">
                <a16:creationId xmlns:a16="http://schemas.microsoft.com/office/drawing/2014/main" id="{28757609-A84E-4F08-9160-3C3FC1E213C7}"/>
              </a:ext>
            </a:extLst>
          </p:cNvPr>
          <p:cNvSpPr/>
          <p:nvPr/>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7" name="object 14">
            <a:extLst>
              <a:ext uri="{FF2B5EF4-FFF2-40B4-BE49-F238E27FC236}">
                <a16:creationId xmlns:a16="http://schemas.microsoft.com/office/drawing/2014/main" id="{C5E80038-1A8D-4109-8E13-5B526754A336}"/>
              </a:ext>
            </a:extLst>
          </p:cNvPr>
          <p:cNvSpPr/>
          <p:nvPr/>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8" name="object 15">
            <a:extLst>
              <a:ext uri="{FF2B5EF4-FFF2-40B4-BE49-F238E27FC236}">
                <a16:creationId xmlns:a16="http://schemas.microsoft.com/office/drawing/2014/main" id="{DDD5D5B0-17CA-4139-9854-1AAC4BF646D3}"/>
              </a:ext>
            </a:extLst>
          </p:cNvPr>
          <p:cNvSpPr/>
          <p:nvPr/>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9" name="object 16">
            <a:extLst>
              <a:ext uri="{FF2B5EF4-FFF2-40B4-BE49-F238E27FC236}">
                <a16:creationId xmlns:a16="http://schemas.microsoft.com/office/drawing/2014/main" id="{467BDE7C-2E30-4FFC-8AE4-C74378D0211A}"/>
              </a:ext>
            </a:extLst>
          </p:cNvPr>
          <p:cNvSpPr/>
          <p:nvPr/>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10" name="object 17">
            <a:extLst>
              <a:ext uri="{FF2B5EF4-FFF2-40B4-BE49-F238E27FC236}">
                <a16:creationId xmlns:a16="http://schemas.microsoft.com/office/drawing/2014/main" id="{D7CBC121-9763-4BE7-B30F-98A9C3A69962}"/>
              </a:ext>
            </a:extLst>
          </p:cNvPr>
          <p:cNvSpPr/>
          <p:nvPr/>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1" name="object 18">
            <a:extLst>
              <a:ext uri="{FF2B5EF4-FFF2-40B4-BE49-F238E27FC236}">
                <a16:creationId xmlns:a16="http://schemas.microsoft.com/office/drawing/2014/main" id="{6EC78C8B-C656-4A82-8E74-6968C43CD600}"/>
              </a:ext>
            </a:extLst>
          </p:cNvPr>
          <p:cNvSpPr/>
          <p:nvPr/>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2" name="object 19">
            <a:extLst>
              <a:ext uri="{FF2B5EF4-FFF2-40B4-BE49-F238E27FC236}">
                <a16:creationId xmlns:a16="http://schemas.microsoft.com/office/drawing/2014/main" id="{FDF498A1-00FC-4274-8E31-17A3F30D26AA}"/>
              </a:ext>
            </a:extLst>
          </p:cNvPr>
          <p:cNvSpPr/>
          <p:nvPr/>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3" name="object 20">
            <a:extLst>
              <a:ext uri="{FF2B5EF4-FFF2-40B4-BE49-F238E27FC236}">
                <a16:creationId xmlns:a16="http://schemas.microsoft.com/office/drawing/2014/main" id="{3FCCB3F0-8DC9-47AC-92F8-F7CC7B890FB2}"/>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14" name="object 21">
            <a:extLst>
              <a:ext uri="{FF2B5EF4-FFF2-40B4-BE49-F238E27FC236}">
                <a16:creationId xmlns:a16="http://schemas.microsoft.com/office/drawing/2014/main" id="{19E9EF25-6994-4124-BB25-1668FEEAA030}"/>
              </a:ext>
            </a:extLst>
          </p:cNvPr>
          <p:cNvSpPr/>
          <p:nvPr/>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15" name="object 22">
            <a:extLst>
              <a:ext uri="{FF2B5EF4-FFF2-40B4-BE49-F238E27FC236}">
                <a16:creationId xmlns:a16="http://schemas.microsoft.com/office/drawing/2014/main" id="{3DFCF5EC-C759-4BC9-976B-749A55B5CE83}"/>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16" name="object 23">
            <a:extLst>
              <a:ext uri="{FF2B5EF4-FFF2-40B4-BE49-F238E27FC236}">
                <a16:creationId xmlns:a16="http://schemas.microsoft.com/office/drawing/2014/main" id="{A23855B9-7333-4415-AC9D-2A5AE7DA10DE}"/>
              </a:ext>
            </a:extLst>
          </p:cNvPr>
          <p:cNvSpPr/>
          <p:nvPr/>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17" name="object 24">
            <a:extLst>
              <a:ext uri="{FF2B5EF4-FFF2-40B4-BE49-F238E27FC236}">
                <a16:creationId xmlns:a16="http://schemas.microsoft.com/office/drawing/2014/main" id="{E832B23B-542D-440B-9707-9D2906BF1C92}"/>
              </a:ext>
            </a:extLst>
          </p:cNvPr>
          <p:cNvSpPr/>
          <p:nvPr/>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19" name="object 4">
            <a:extLst>
              <a:ext uri="{FF2B5EF4-FFF2-40B4-BE49-F238E27FC236}">
                <a16:creationId xmlns:a16="http://schemas.microsoft.com/office/drawing/2014/main" id="{2BDF57BC-14AD-45B8-A927-0180574745C9}"/>
              </a:ext>
            </a:extLst>
          </p:cNvPr>
          <p:cNvSpPr/>
          <p:nvPr/>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20" name="object 5">
            <a:extLst>
              <a:ext uri="{FF2B5EF4-FFF2-40B4-BE49-F238E27FC236}">
                <a16:creationId xmlns:a16="http://schemas.microsoft.com/office/drawing/2014/main" id="{0944E5DF-CF18-42B5-883C-D60075DC41F8}"/>
              </a:ext>
            </a:extLst>
          </p:cNvPr>
          <p:cNvSpPr/>
          <p:nvPr/>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21" name="object 6">
            <a:extLst>
              <a:ext uri="{FF2B5EF4-FFF2-40B4-BE49-F238E27FC236}">
                <a16:creationId xmlns:a16="http://schemas.microsoft.com/office/drawing/2014/main" id="{0FFA4639-A5D4-42C5-9F54-89E02BE0D4F8}"/>
              </a:ext>
            </a:extLst>
          </p:cNvPr>
          <p:cNvSpPr/>
          <p:nvPr/>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22" name="object 7">
            <a:extLst>
              <a:ext uri="{FF2B5EF4-FFF2-40B4-BE49-F238E27FC236}">
                <a16:creationId xmlns:a16="http://schemas.microsoft.com/office/drawing/2014/main" id="{C3F3A592-C18E-4F81-9B0B-FAD84C849F78}"/>
              </a:ext>
            </a:extLst>
          </p:cNvPr>
          <p:cNvSpPr/>
          <p:nvPr/>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23" name="object 8">
            <a:extLst>
              <a:ext uri="{FF2B5EF4-FFF2-40B4-BE49-F238E27FC236}">
                <a16:creationId xmlns:a16="http://schemas.microsoft.com/office/drawing/2014/main" id="{8038BBEA-E71F-4B94-B51A-30745837DA8E}"/>
              </a:ext>
            </a:extLst>
          </p:cNvPr>
          <p:cNvSpPr/>
          <p:nvPr/>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
        <p:nvSpPr>
          <p:cNvPr id="27" name="Marcador de texto 25">
            <a:extLst>
              <a:ext uri="{FF2B5EF4-FFF2-40B4-BE49-F238E27FC236}">
                <a16:creationId xmlns:a16="http://schemas.microsoft.com/office/drawing/2014/main" id="{30A12454-B9DC-4DDB-BB37-293B9A23741A}"/>
              </a:ext>
            </a:extLst>
          </p:cNvPr>
          <p:cNvSpPr>
            <a:spLocks noGrp="1"/>
          </p:cNvSpPr>
          <p:nvPr>
            <p:ph type="body" sz="quarter" idx="10" hasCustomPrompt="1"/>
          </p:nvPr>
        </p:nvSpPr>
        <p:spPr>
          <a:xfrm>
            <a:off x="11036010" y="5586594"/>
            <a:ext cx="4559300" cy="809837"/>
          </a:xfrm>
        </p:spPr>
        <p:txBody>
          <a:bodyPr/>
          <a:lstStyle>
            <a:lvl1pPr marL="0" indent="0">
              <a:buNone/>
              <a:defRPr lang="es-ES" sz="5150" b="0" kern="1200" spc="10" dirty="0" smtClean="0">
                <a:solidFill>
                  <a:schemeClr val="tx1"/>
                </a:solidFill>
                <a:latin typeface="GT America"/>
                <a:ea typeface="+mj-ea"/>
                <a:cs typeface="GT America"/>
              </a:defRPr>
            </a:lvl1pPr>
          </a:lstStyle>
          <a:p>
            <a:pPr lvl="0"/>
            <a:r>
              <a:rPr lang="es-ES" dirty="0"/>
              <a:t>Título</a:t>
            </a:r>
            <a:endParaRPr lang="es-CO" dirty="0"/>
          </a:p>
        </p:txBody>
      </p:sp>
      <p:sp>
        <p:nvSpPr>
          <p:cNvPr id="24" name="object 9">
            <a:extLst>
              <a:ext uri="{FF2B5EF4-FFF2-40B4-BE49-F238E27FC236}">
                <a16:creationId xmlns:a16="http://schemas.microsoft.com/office/drawing/2014/main" id="{17AC649C-F953-AF45-B24A-74DC73993AE2}"/>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25" name="object 10">
            <a:extLst>
              <a:ext uri="{FF2B5EF4-FFF2-40B4-BE49-F238E27FC236}">
                <a16:creationId xmlns:a16="http://schemas.microsoft.com/office/drawing/2014/main" id="{7F2733B0-6D43-154E-868C-C6BD44604690}"/>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26" name="object 11">
            <a:extLst>
              <a:ext uri="{FF2B5EF4-FFF2-40B4-BE49-F238E27FC236}">
                <a16:creationId xmlns:a16="http://schemas.microsoft.com/office/drawing/2014/main" id="{C9E2229B-D6C0-B04D-83FB-E9A816CBE95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28" name="object 12">
            <a:extLst>
              <a:ext uri="{FF2B5EF4-FFF2-40B4-BE49-F238E27FC236}">
                <a16:creationId xmlns:a16="http://schemas.microsoft.com/office/drawing/2014/main" id="{7A2288C5-077D-1743-85E1-4ECEFBD1F431}"/>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29" name="object 13">
            <a:extLst>
              <a:ext uri="{FF2B5EF4-FFF2-40B4-BE49-F238E27FC236}">
                <a16:creationId xmlns:a16="http://schemas.microsoft.com/office/drawing/2014/main" id="{835C88AC-A107-7042-A036-E51E76415B90}"/>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30" name="object 14">
            <a:extLst>
              <a:ext uri="{FF2B5EF4-FFF2-40B4-BE49-F238E27FC236}">
                <a16:creationId xmlns:a16="http://schemas.microsoft.com/office/drawing/2014/main" id="{6A3AA805-12B7-E442-B945-30D7D0F5D4F9}"/>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31" name="object 15">
            <a:extLst>
              <a:ext uri="{FF2B5EF4-FFF2-40B4-BE49-F238E27FC236}">
                <a16:creationId xmlns:a16="http://schemas.microsoft.com/office/drawing/2014/main" id="{0AA6B5E5-961E-2640-A80B-26975E30CD92}"/>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32" name="object 16">
            <a:extLst>
              <a:ext uri="{FF2B5EF4-FFF2-40B4-BE49-F238E27FC236}">
                <a16:creationId xmlns:a16="http://schemas.microsoft.com/office/drawing/2014/main" id="{175672B5-4116-C241-91B0-35EC4C7558E3}"/>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33" name="object 17">
            <a:extLst>
              <a:ext uri="{FF2B5EF4-FFF2-40B4-BE49-F238E27FC236}">
                <a16:creationId xmlns:a16="http://schemas.microsoft.com/office/drawing/2014/main" id="{F290B3F7-F827-5347-8F2F-2DE09B8AC4DA}"/>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4" name="object 18">
            <a:extLst>
              <a:ext uri="{FF2B5EF4-FFF2-40B4-BE49-F238E27FC236}">
                <a16:creationId xmlns:a16="http://schemas.microsoft.com/office/drawing/2014/main" id="{AB7F6A5C-8D68-2A47-86F0-2A45FCBACAD9}"/>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5" name="object 19">
            <a:extLst>
              <a:ext uri="{FF2B5EF4-FFF2-40B4-BE49-F238E27FC236}">
                <a16:creationId xmlns:a16="http://schemas.microsoft.com/office/drawing/2014/main" id="{0BEC6072-6810-9442-AD0C-8019A3AC643B}"/>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6" name="object 20">
            <a:extLst>
              <a:ext uri="{FF2B5EF4-FFF2-40B4-BE49-F238E27FC236}">
                <a16:creationId xmlns:a16="http://schemas.microsoft.com/office/drawing/2014/main" id="{9B250FE4-36BF-F146-9400-1814D11DC010}"/>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37" name="object 21">
            <a:extLst>
              <a:ext uri="{FF2B5EF4-FFF2-40B4-BE49-F238E27FC236}">
                <a16:creationId xmlns:a16="http://schemas.microsoft.com/office/drawing/2014/main" id="{901CB690-F8A5-314D-AA60-61A529B056E5}"/>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38" name="object 22">
            <a:extLst>
              <a:ext uri="{FF2B5EF4-FFF2-40B4-BE49-F238E27FC236}">
                <a16:creationId xmlns:a16="http://schemas.microsoft.com/office/drawing/2014/main" id="{670E0DBE-C1CD-EC4B-9631-D439DAADD578}"/>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39" name="object 23">
            <a:extLst>
              <a:ext uri="{FF2B5EF4-FFF2-40B4-BE49-F238E27FC236}">
                <a16:creationId xmlns:a16="http://schemas.microsoft.com/office/drawing/2014/main" id="{2DD5A65C-0AF7-3841-AB61-CB516969BA2C}"/>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40" name="object 24">
            <a:extLst>
              <a:ext uri="{FF2B5EF4-FFF2-40B4-BE49-F238E27FC236}">
                <a16:creationId xmlns:a16="http://schemas.microsoft.com/office/drawing/2014/main" id="{CBF7C7F1-A62B-7946-8E02-45E004FA6408}"/>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41" name="object 4">
            <a:extLst>
              <a:ext uri="{FF2B5EF4-FFF2-40B4-BE49-F238E27FC236}">
                <a16:creationId xmlns:a16="http://schemas.microsoft.com/office/drawing/2014/main" id="{EAC3854A-CBC3-A447-AAF1-52893408CDCA}"/>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42" name="object 5">
            <a:extLst>
              <a:ext uri="{FF2B5EF4-FFF2-40B4-BE49-F238E27FC236}">
                <a16:creationId xmlns:a16="http://schemas.microsoft.com/office/drawing/2014/main" id="{3D614B4C-F3EE-D746-AE1D-3A2CC38E6723}"/>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43" name="object 6">
            <a:extLst>
              <a:ext uri="{FF2B5EF4-FFF2-40B4-BE49-F238E27FC236}">
                <a16:creationId xmlns:a16="http://schemas.microsoft.com/office/drawing/2014/main" id="{266ED586-2D27-A34D-AE62-88FC460EF07F}"/>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44" name="object 7">
            <a:extLst>
              <a:ext uri="{FF2B5EF4-FFF2-40B4-BE49-F238E27FC236}">
                <a16:creationId xmlns:a16="http://schemas.microsoft.com/office/drawing/2014/main" id="{FF569CA1-924D-C144-8D08-0C31DC9CB07D}"/>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45" name="object 8">
            <a:extLst>
              <a:ext uri="{FF2B5EF4-FFF2-40B4-BE49-F238E27FC236}">
                <a16:creationId xmlns:a16="http://schemas.microsoft.com/office/drawing/2014/main" id="{4D484B88-E07B-074A-9430-B8CFAEEE19A3}"/>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Tree>
    <p:extLst>
      <p:ext uri="{BB962C8B-B14F-4D97-AF65-F5344CB8AC3E}">
        <p14:creationId xmlns:p14="http://schemas.microsoft.com/office/powerpoint/2010/main" val="2277711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ítulo centrado - fondo azul">
    <p:bg>
      <p:bgPr>
        <a:solidFill>
          <a:srgbClr val="342175"/>
        </a:solidFill>
        <a:effectLst/>
      </p:bgPr>
    </p:bg>
    <p:spTree>
      <p:nvGrpSpPr>
        <p:cNvPr id="1" name=""/>
        <p:cNvGrpSpPr/>
        <p:nvPr/>
      </p:nvGrpSpPr>
      <p:grpSpPr>
        <a:xfrm>
          <a:off x="0" y="0"/>
          <a:ext cx="0" cy="0"/>
          <a:chOff x="0" y="0"/>
          <a:chExt cx="0" cy="0"/>
        </a:xfrm>
      </p:grpSpPr>
      <p:sp>
        <p:nvSpPr>
          <p:cNvPr id="24" name="object 4">
            <a:extLst>
              <a:ext uri="{FF2B5EF4-FFF2-40B4-BE49-F238E27FC236}">
                <a16:creationId xmlns:a16="http://schemas.microsoft.com/office/drawing/2014/main" id="{0DD370BE-C9EE-4479-A519-B1F99E6EFD1F}"/>
              </a:ext>
            </a:extLst>
          </p:cNvPr>
          <p:cNvSpPr/>
          <p:nvPr/>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25" name="object 5">
            <a:extLst>
              <a:ext uri="{FF2B5EF4-FFF2-40B4-BE49-F238E27FC236}">
                <a16:creationId xmlns:a16="http://schemas.microsoft.com/office/drawing/2014/main" id="{6CC36620-FBC7-46F9-AEB1-87EEE3612054}"/>
              </a:ext>
            </a:extLst>
          </p:cNvPr>
          <p:cNvSpPr/>
          <p:nvPr/>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26" name="object 6">
            <a:extLst>
              <a:ext uri="{FF2B5EF4-FFF2-40B4-BE49-F238E27FC236}">
                <a16:creationId xmlns:a16="http://schemas.microsoft.com/office/drawing/2014/main" id="{0452F128-277B-4AAF-80AE-DD2857DAC8D6}"/>
              </a:ext>
            </a:extLst>
          </p:cNvPr>
          <p:cNvSpPr/>
          <p:nvPr/>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28" name="object 7">
            <a:extLst>
              <a:ext uri="{FF2B5EF4-FFF2-40B4-BE49-F238E27FC236}">
                <a16:creationId xmlns:a16="http://schemas.microsoft.com/office/drawing/2014/main" id="{2E007DEF-227D-4942-8676-A19E00251D9B}"/>
              </a:ext>
            </a:extLst>
          </p:cNvPr>
          <p:cNvSpPr/>
          <p:nvPr/>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29" name="object 8">
            <a:extLst>
              <a:ext uri="{FF2B5EF4-FFF2-40B4-BE49-F238E27FC236}">
                <a16:creationId xmlns:a16="http://schemas.microsoft.com/office/drawing/2014/main" id="{3C81411D-10DB-463E-B674-4FCF77AD68D8}"/>
              </a:ext>
            </a:extLst>
          </p:cNvPr>
          <p:cNvSpPr/>
          <p:nvPr/>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31" name="object 10">
            <a:extLst>
              <a:ext uri="{FF2B5EF4-FFF2-40B4-BE49-F238E27FC236}">
                <a16:creationId xmlns:a16="http://schemas.microsoft.com/office/drawing/2014/main" id="{A2E5B1DD-0EF7-44BB-86B0-6BA14DE4789E}"/>
              </a:ext>
            </a:extLst>
          </p:cNvPr>
          <p:cNvSpPr txBox="1"/>
          <p:nvPr/>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32" name="object 11">
            <a:extLst>
              <a:ext uri="{FF2B5EF4-FFF2-40B4-BE49-F238E27FC236}">
                <a16:creationId xmlns:a16="http://schemas.microsoft.com/office/drawing/2014/main" id="{0A3A1D4A-CC7C-4D38-B3AE-22AA71954620}"/>
              </a:ext>
            </a:extLst>
          </p:cNvPr>
          <p:cNvSpPr/>
          <p:nvPr/>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33" name="object 12">
            <a:extLst>
              <a:ext uri="{FF2B5EF4-FFF2-40B4-BE49-F238E27FC236}">
                <a16:creationId xmlns:a16="http://schemas.microsoft.com/office/drawing/2014/main" id="{6BD2CC71-EC38-4ED2-A627-60F38D2A4A79}"/>
              </a:ext>
            </a:extLst>
          </p:cNvPr>
          <p:cNvSpPr/>
          <p:nvPr/>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4" name="object 13">
            <a:extLst>
              <a:ext uri="{FF2B5EF4-FFF2-40B4-BE49-F238E27FC236}">
                <a16:creationId xmlns:a16="http://schemas.microsoft.com/office/drawing/2014/main" id="{408E8C0C-8320-48DF-B167-514A0DCFF1EA}"/>
              </a:ext>
            </a:extLst>
          </p:cNvPr>
          <p:cNvSpPr/>
          <p:nvPr/>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35" name="object 14">
            <a:extLst>
              <a:ext uri="{FF2B5EF4-FFF2-40B4-BE49-F238E27FC236}">
                <a16:creationId xmlns:a16="http://schemas.microsoft.com/office/drawing/2014/main" id="{01A28FDC-0707-488B-88D7-5E1543BC235D}"/>
              </a:ext>
            </a:extLst>
          </p:cNvPr>
          <p:cNvSpPr/>
          <p:nvPr/>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6" name="object 15">
            <a:extLst>
              <a:ext uri="{FF2B5EF4-FFF2-40B4-BE49-F238E27FC236}">
                <a16:creationId xmlns:a16="http://schemas.microsoft.com/office/drawing/2014/main" id="{2AF050C7-A4C7-40D7-AF5A-DB1A4D703682}"/>
              </a:ext>
            </a:extLst>
          </p:cNvPr>
          <p:cNvSpPr/>
          <p:nvPr/>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37" name="object 16">
            <a:extLst>
              <a:ext uri="{FF2B5EF4-FFF2-40B4-BE49-F238E27FC236}">
                <a16:creationId xmlns:a16="http://schemas.microsoft.com/office/drawing/2014/main" id="{79C55B6D-D8B7-448E-98B0-34E056151AF8}"/>
              </a:ext>
            </a:extLst>
          </p:cNvPr>
          <p:cNvSpPr/>
          <p:nvPr/>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8" name="object 17">
            <a:extLst>
              <a:ext uri="{FF2B5EF4-FFF2-40B4-BE49-F238E27FC236}">
                <a16:creationId xmlns:a16="http://schemas.microsoft.com/office/drawing/2014/main" id="{B3EF9D17-1762-486C-AA31-BD4B67CE69D1}"/>
              </a:ext>
            </a:extLst>
          </p:cNvPr>
          <p:cNvSpPr/>
          <p:nvPr/>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39" name="object 18">
            <a:extLst>
              <a:ext uri="{FF2B5EF4-FFF2-40B4-BE49-F238E27FC236}">
                <a16:creationId xmlns:a16="http://schemas.microsoft.com/office/drawing/2014/main" id="{D92A3342-C68B-4BFE-B0A5-DEE6FB897D2A}"/>
              </a:ext>
            </a:extLst>
          </p:cNvPr>
          <p:cNvSpPr/>
          <p:nvPr/>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0" name="object 19">
            <a:extLst>
              <a:ext uri="{FF2B5EF4-FFF2-40B4-BE49-F238E27FC236}">
                <a16:creationId xmlns:a16="http://schemas.microsoft.com/office/drawing/2014/main" id="{5AC17AF6-EA0E-40A4-B2C1-6B3A6CD97C05}"/>
              </a:ext>
            </a:extLst>
          </p:cNvPr>
          <p:cNvSpPr/>
          <p:nvPr/>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1" name="object 20">
            <a:extLst>
              <a:ext uri="{FF2B5EF4-FFF2-40B4-BE49-F238E27FC236}">
                <a16:creationId xmlns:a16="http://schemas.microsoft.com/office/drawing/2014/main" id="{952BA1FD-08CA-40F9-9B97-B7B811220606}"/>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42" name="object 21">
            <a:extLst>
              <a:ext uri="{FF2B5EF4-FFF2-40B4-BE49-F238E27FC236}">
                <a16:creationId xmlns:a16="http://schemas.microsoft.com/office/drawing/2014/main" id="{2889C62D-BCBD-495E-93ED-2E0AC88065CF}"/>
              </a:ext>
            </a:extLst>
          </p:cNvPr>
          <p:cNvSpPr/>
          <p:nvPr/>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43" name="object 22">
            <a:extLst>
              <a:ext uri="{FF2B5EF4-FFF2-40B4-BE49-F238E27FC236}">
                <a16:creationId xmlns:a16="http://schemas.microsoft.com/office/drawing/2014/main" id="{4ECD9530-1E44-4F91-908D-CBD6257AD1BD}"/>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44" name="object 23">
            <a:extLst>
              <a:ext uri="{FF2B5EF4-FFF2-40B4-BE49-F238E27FC236}">
                <a16:creationId xmlns:a16="http://schemas.microsoft.com/office/drawing/2014/main" id="{C6080D5A-7733-4C37-8A7F-7149ECA8D93E}"/>
              </a:ext>
            </a:extLst>
          </p:cNvPr>
          <p:cNvSpPr/>
          <p:nvPr/>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45" name="object 24">
            <a:extLst>
              <a:ext uri="{FF2B5EF4-FFF2-40B4-BE49-F238E27FC236}">
                <a16:creationId xmlns:a16="http://schemas.microsoft.com/office/drawing/2014/main" id="{A4F7D278-869B-40BE-82A5-35C2C1D1EC05}"/>
              </a:ext>
            </a:extLst>
          </p:cNvPr>
          <p:cNvSpPr/>
          <p:nvPr/>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47" name="object 9">
            <a:extLst>
              <a:ext uri="{FF2B5EF4-FFF2-40B4-BE49-F238E27FC236}">
                <a16:creationId xmlns:a16="http://schemas.microsoft.com/office/drawing/2014/main" id="{1F1A160C-6F38-4ADD-A8D9-49C1826DE6D7}"/>
              </a:ext>
            </a:extLst>
          </p:cNvPr>
          <p:cNvSpPr txBox="1">
            <a:spLocks/>
          </p:cNvSpPr>
          <p:nvPr/>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6991477" y="8482645"/>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27" name="object 4">
            <a:extLst>
              <a:ext uri="{FF2B5EF4-FFF2-40B4-BE49-F238E27FC236}">
                <a16:creationId xmlns:a16="http://schemas.microsoft.com/office/drawing/2014/main" id="{A252CD70-906A-5E46-8AA4-C762E8ECD5A7}"/>
              </a:ext>
            </a:extLst>
          </p:cNvPr>
          <p:cNvSpPr/>
          <p:nvPr userDrawn="1"/>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30" name="object 5">
            <a:extLst>
              <a:ext uri="{FF2B5EF4-FFF2-40B4-BE49-F238E27FC236}">
                <a16:creationId xmlns:a16="http://schemas.microsoft.com/office/drawing/2014/main" id="{2C07B2A4-8F50-5242-8938-A16E772EDBC7}"/>
              </a:ext>
            </a:extLst>
          </p:cNvPr>
          <p:cNvSpPr/>
          <p:nvPr userDrawn="1"/>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46" name="object 6">
            <a:extLst>
              <a:ext uri="{FF2B5EF4-FFF2-40B4-BE49-F238E27FC236}">
                <a16:creationId xmlns:a16="http://schemas.microsoft.com/office/drawing/2014/main" id="{B61E0EE2-83A6-E545-8741-6BFFA1A4BF3C}"/>
              </a:ext>
            </a:extLst>
          </p:cNvPr>
          <p:cNvSpPr/>
          <p:nvPr userDrawn="1"/>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48" name="object 7">
            <a:extLst>
              <a:ext uri="{FF2B5EF4-FFF2-40B4-BE49-F238E27FC236}">
                <a16:creationId xmlns:a16="http://schemas.microsoft.com/office/drawing/2014/main" id="{8E58896A-38B0-E14A-8997-A017554DE67A}"/>
              </a:ext>
            </a:extLst>
          </p:cNvPr>
          <p:cNvSpPr/>
          <p:nvPr userDrawn="1"/>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49" name="object 8">
            <a:extLst>
              <a:ext uri="{FF2B5EF4-FFF2-40B4-BE49-F238E27FC236}">
                <a16:creationId xmlns:a16="http://schemas.microsoft.com/office/drawing/2014/main" id="{2EE54B99-A907-B945-8CCD-D2DB182FD1E1}"/>
              </a:ext>
            </a:extLst>
          </p:cNvPr>
          <p:cNvSpPr/>
          <p:nvPr userDrawn="1"/>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51" name="object 10">
            <a:extLst>
              <a:ext uri="{FF2B5EF4-FFF2-40B4-BE49-F238E27FC236}">
                <a16:creationId xmlns:a16="http://schemas.microsoft.com/office/drawing/2014/main" id="{5A1D3919-490E-2C40-A029-3FF708F75DD6}"/>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52" name="object 11">
            <a:extLst>
              <a:ext uri="{FF2B5EF4-FFF2-40B4-BE49-F238E27FC236}">
                <a16:creationId xmlns:a16="http://schemas.microsoft.com/office/drawing/2014/main" id="{C38B9151-0E56-B342-9B48-B074865DF62E}"/>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53" name="object 12">
            <a:extLst>
              <a:ext uri="{FF2B5EF4-FFF2-40B4-BE49-F238E27FC236}">
                <a16:creationId xmlns:a16="http://schemas.microsoft.com/office/drawing/2014/main" id="{672C652E-9210-D144-AAFE-3D0A1D99F969}"/>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4" name="object 13">
            <a:extLst>
              <a:ext uri="{FF2B5EF4-FFF2-40B4-BE49-F238E27FC236}">
                <a16:creationId xmlns:a16="http://schemas.microsoft.com/office/drawing/2014/main" id="{ABA2F8DA-A9D9-9C4B-82DB-C907C5ABEA7B}"/>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C4CA5A63-BD19-6040-B2B3-5FE3F7997A72}"/>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6" name="object 15">
            <a:extLst>
              <a:ext uri="{FF2B5EF4-FFF2-40B4-BE49-F238E27FC236}">
                <a16:creationId xmlns:a16="http://schemas.microsoft.com/office/drawing/2014/main" id="{855FB243-8412-BF4B-96EE-B3B181C4B5D8}"/>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57" name="object 16">
            <a:extLst>
              <a:ext uri="{FF2B5EF4-FFF2-40B4-BE49-F238E27FC236}">
                <a16:creationId xmlns:a16="http://schemas.microsoft.com/office/drawing/2014/main" id="{7522AE22-522A-444E-A43A-95AF34460D8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8" name="object 17">
            <a:extLst>
              <a:ext uri="{FF2B5EF4-FFF2-40B4-BE49-F238E27FC236}">
                <a16:creationId xmlns:a16="http://schemas.microsoft.com/office/drawing/2014/main" id="{4F1491BF-C22E-2D47-ABF7-3F83E5CCF596}"/>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59" name="object 18">
            <a:extLst>
              <a:ext uri="{FF2B5EF4-FFF2-40B4-BE49-F238E27FC236}">
                <a16:creationId xmlns:a16="http://schemas.microsoft.com/office/drawing/2014/main" id="{773713B7-5530-C943-88DF-3F82542DF6B0}"/>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60" name="object 19">
            <a:extLst>
              <a:ext uri="{FF2B5EF4-FFF2-40B4-BE49-F238E27FC236}">
                <a16:creationId xmlns:a16="http://schemas.microsoft.com/office/drawing/2014/main" id="{7588C906-0804-8946-9814-503C77F4FB76}"/>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61" name="object 20">
            <a:extLst>
              <a:ext uri="{FF2B5EF4-FFF2-40B4-BE49-F238E27FC236}">
                <a16:creationId xmlns:a16="http://schemas.microsoft.com/office/drawing/2014/main" id="{1224459D-8A29-F14F-B974-76841C177968}"/>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62" name="object 21">
            <a:extLst>
              <a:ext uri="{FF2B5EF4-FFF2-40B4-BE49-F238E27FC236}">
                <a16:creationId xmlns:a16="http://schemas.microsoft.com/office/drawing/2014/main" id="{F01D0FC8-1000-BB43-A19F-DD9054C12E50}"/>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63" name="object 22">
            <a:extLst>
              <a:ext uri="{FF2B5EF4-FFF2-40B4-BE49-F238E27FC236}">
                <a16:creationId xmlns:a16="http://schemas.microsoft.com/office/drawing/2014/main" id="{A91A5EC2-6CCA-214C-80ED-A630B9E2BEA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64" name="object 23">
            <a:extLst>
              <a:ext uri="{FF2B5EF4-FFF2-40B4-BE49-F238E27FC236}">
                <a16:creationId xmlns:a16="http://schemas.microsoft.com/office/drawing/2014/main" id="{8BF7E66E-3587-D447-9356-2DEF2831F8F5}"/>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65" name="object 24">
            <a:extLst>
              <a:ext uri="{FF2B5EF4-FFF2-40B4-BE49-F238E27FC236}">
                <a16:creationId xmlns:a16="http://schemas.microsoft.com/office/drawing/2014/main" id="{47D78474-8427-0E49-8D0F-92A10E3C673C}"/>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66" name="object 9">
            <a:extLst>
              <a:ext uri="{FF2B5EF4-FFF2-40B4-BE49-F238E27FC236}">
                <a16:creationId xmlns:a16="http://schemas.microsoft.com/office/drawing/2014/main" id="{38AE06D4-D5D5-2545-B745-34D5E64A3E72}"/>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Tree>
    <p:extLst>
      <p:ext uri="{BB962C8B-B14F-4D97-AF65-F5344CB8AC3E}">
        <p14:creationId xmlns:p14="http://schemas.microsoft.com/office/powerpoint/2010/main" val="709785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ítulo centrado - fondo blanco">
    <p:bg>
      <p:bgPr>
        <a:solidFill>
          <a:schemeClr val="bg1"/>
        </a:solidFill>
        <a:effectLst/>
      </p:bgPr>
    </p:bg>
    <p:spTree>
      <p:nvGrpSpPr>
        <p:cNvPr id="1" name=""/>
        <p:cNvGrpSpPr/>
        <p:nvPr/>
      </p:nvGrpSpPr>
      <p:grpSpPr>
        <a:xfrm>
          <a:off x="0" y="0"/>
          <a:ext cx="0" cy="0"/>
          <a:chOff x="0" y="0"/>
          <a:chExt cx="0" cy="0"/>
        </a:xfrm>
      </p:grpSpPr>
      <p:sp>
        <p:nvSpPr>
          <p:cNvPr id="46" name="object 3">
            <a:extLst>
              <a:ext uri="{FF2B5EF4-FFF2-40B4-BE49-F238E27FC236}">
                <a16:creationId xmlns:a16="http://schemas.microsoft.com/office/drawing/2014/main" id="{F5B55B80-F91D-4AED-8DB3-AD2B94786812}"/>
              </a:ext>
            </a:extLst>
          </p:cNvPr>
          <p:cNvSpPr/>
          <p:nvPr/>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7" name="object 4">
            <a:extLst>
              <a:ext uri="{FF2B5EF4-FFF2-40B4-BE49-F238E27FC236}">
                <a16:creationId xmlns:a16="http://schemas.microsoft.com/office/drawing/2014/main" id="{59F6F8F2-9549-4E60-9CC2-FCA0D7999E49}"/>
              </a:ext>
            </a:extLst>
          </p:cNvPr>
          <p:cNvSpPr/>
          <p:nvPr/>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8" name="object 5">
            <a:extLst>
              <a:ext uri="{FF2B5EF4-FFF2-40B4-BE49-F238E27FC236}">
                <a16:creationId xmlns:a16="http://schemas.microsoft.com/office/drawing/2014/main" id="{7CA6ED11-484F-47E7-8F15-8D43EE89A2D2}"/>
              </a:ext>
            </a:extLst>
          </p:cNvPr>
          <p:cNvSpPr/>
          <p:nvPr/>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9" name="object 6">
            <a:extLst>
              <a:ext uri="{FF2B5EF4-FFF2-40B4-BE49-F238E27FC236}">
                <a16:creationId xmlns:a16="http://schemas.microsoft.com/office/drawing/2014/main" id="{E7B6A472-EDE0-47E0-BE33-079F327A4D31}"/>
              </a:ext>
            </a:extLst>
          </p:cNvPr>
          <p:cNvSpPr/>
          <p:nvPr/>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object 7">
            <a:extLst>
              <a:ext uri="{FF2B5EF4-FFF2-40B4-BE49-F238E27FC236}">
                <a16:creationId xmlns:a16="http://schemas.microsoft.com/office/drawing/2014/main" id="{3A42E184-9AEC-423D-B7B0-1E473B027D44}"/>
              </a:ext>
            </a:extLst>
          </p:cNvPr>
          <p:cNvSpPr/>
          <p:nvPr/>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31A0B6AC-E5D1-40F2-A5A8-4DB89C1505CF}"/>
              </a:ext>
            </a:extLst>
          </p:cNvPr>
          <p:cNvSpPr txBox="1">
            <a:spLocks/>
          </p:cNvSpPr>
          <p:nvPr/>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2" name="object 9">
            <a:extLst>
              <a:ext uri="{FF2B5EF4-FFF2-40B4-BE49-F238E27FC236}">
                <a16:creationId xmlns:a16="http://schemas.microsoft.com/office/drawing/2014/main" id="{D6CCEB1C-722F-4E1F-835C-D869AD140A72}"/>
              </a:ext>
            </a:extLst>
          </p:cNvPr>
          <p:cNvSpPr txBox="1"/>
          <p:nvPr/>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53" name="object 10">
            <a:extLst>
              <a:ext uri="{FF2B5EF4-FFF2-40B4-BE49-F238E27FC236}">
                <a16:creationId xmlns:a16="http://schemas.microsoft.com/office/drawing/2014/main" id="{24199D36-AC00-4B12-93A2-C2ED45FF17B6}"/>
              </a:ext>
            </a:extLst>
          </p:cNvPr>
          <p:cNvSpPr/>
          <p:nvPr/>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C302700F-D539-411D-AF71-147A008F7345}"/>
              </a:ext>
            </a:extLst>
          </p:cNvPr>
          <p:cNvSpPr/>
          <p:nvPr/>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5" name="object 12">
            <a:extLst>
              <a:ext uri="{FF2B5EF4-FFF2-40B4-BE49-F238E27FC236}">
                <a16:creationId xmlns:a16="http://schemas.microsoft.com/office/drawing/2014/main" id="{1FF09462-3BA9-4C7E-A3D9-36C7C79AE645}"/>
              </a:ext>
            </a:extLst>
          </p:cNvPr>
          <p:cNvSpPr/>
          <p:nvPr/>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6" name="object 13">
            <a:extLst>
              <a:ext uri="{FF2B5EF4-FFF2-40B4-BE49-F238E27FC236}">
                <a16:creationId xmlns:a16="http://schemas.microsoft.com/office/drawing/2014/main" id="{FEBBB93D-5A1C-44E0-9331-6016EB29B6FF}"/>
              </a:ext>
            </a:extLst>
          </p:cNvPr>
          <p:cNvSpPr/>
          <p:nvPr/>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7" name="object 14">
            <a:extLst>
              <a:ext uri="{FF2B5EF4-FFF2-40B4-BE49-F238E27FC236}">
                <a16:creationId xmlns:a16="http://schemas.microsoft.com/office/drawing/2014/main" id="{5F137981-A4CD-45F0-9AA1-CCBBE8306D68}"/>
              </a:ext>
            </a:extLst>
          </p:cNvPr>
          <p:cNvSpPr/>
          <p:nvPr/>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A7BCFF4A-3A87-43D7-A7D9-A6FA64AC0F08}"/>
              </a:ext>
            </a:extLst>
          </p:cNvPr>
          <p:cNvSpPr/>
          <p:nvPr/>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9" name="object 16">
            <a:extLst>
              <a:ext uri="{FF2B5EF4-FFF2-40B4-BE49-F238E27FC236}">
                <a16:creationId xmlns:a16="http://schemas.microsoft.com/office/drawing/2014/main" id="{8D292F96-8782-462C-8A07-10584846A2CD}"/>
              </a:ext>
            </a:extLst>
          </p:cNvPr>
          <p:cNvSpPr/>
          <p:nvPr/>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17">
            <a:extLst>
              <a:ext uri="{FF2B5EF4-FFF2-40B4-BE49-F238E27FC236}">
                <a16:creationId xmlns:a16="http://schemas.microsoft.com/office/drawing/2014/main" id="{169F8950-E386-406E-B72C-4E8679C02625}"/>
              </a:ext>
            </a:extLst>
          </p:cNvPr>
          <p:cNvSpPr/>
          <p:nvPr/>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18">
            <a:extLst>
              <a:ext uri="{FF2B5EF4-FFF2-40B4-BE49-F238E27FC236}">
                <a16:creationId xmlns:a16="http://schemas.microsoft.com/office/drawing/2014/main" id="{BF9E2035-8220-48E9-9883-E2035E9401BB}"/>
              </a:ext>
            </a:extLst>
          </p:cNvPr>
          <p:cNvSpPr/>
          <p:nvPr/>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2" name="object 19">
            <a:extLst>
              <a:ext uri="{FF2B5EF4-FFF2-40B4-BE49-F238E27FC236}">
                <a16:creationId xmlns:a16="http://schemas.microsoft.com/office/drawing/2014/main" id="{F0B9024F-172F-42A7-9B5B-70C49921FBBE}"/>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2D956D51-E3CB-437E-B8E1-31644542C558}"/>
              </a:ext>
            </a:extLst>
          </p:cNvPr>
          <p:cNvSpPr/>
          <p:nvPr/>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4" name="object 21">
            <a:extLst>
              <a:ext uri="{FF2B5EF4-FFF2-40B4-BE49-F238E27FC236}">
                <a16:creationId xmlns:a16="http://schemas.microsoft.com/office/drawing/2014/main" id="{72F22BD7-43A4-46CE-9309-1913B8229B96}"/>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5" name="object 22">
            <a:extLst>
              <a:ext uri="{FF2B5EF4-FFF2-40B4-BE49-F238E27FC236}">
                <a16:creationId xmlns:a16="http://schemas.microsoft.com/office/drawing/2014/main" id="{3EFDB32E-A823-4F47-857F-C041BABD66FA}"/>
              </a:ext>
            </a:extLst>
          </p:cNvPr>
          <p:cNvSpPr/>
          <p:nvPr/>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4435C06B-E9EF-48FD-AAAA-505B41BA5254}"/>
              </a:ext>
            </a:extLst>
          </p:cNvPr>
          <p:cNvSpPr/>
          <p:nvPr/>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7" name="Marcador de texto 49">
            <a:extLst>
              <a:ext uri="{FF2B5EF4-FFF2-40B4-BE49-F238E27FC236}">
                <a16:creationId xmlns:a16="http://schemas.microsoft.com/office/drawing/2014/main" id="{3F5E93B8-6609-4939-9667-85EA33BDAECF}"/>
              </a:ext>
            </a:extLst>
          </p:cNvPr>
          <p:cNvSpPr>
            <a:spLocks noGrp="1"/>
          </p:cNvSpPr>
          <p:nvPr>
            <p:ph type="body" sz="quarter" idx="10" hasCustomPrompt="1"/>
          </p:nvPr>
        </p:nvSpPr>
        <p:spPr>
          <a:xfrm>
            <a:off x="6991477" y="8683496"/>
            <a:ext cx="5303905" cy="943706"/>
          </a:xfrm>
        </p:spPr>
        <p:txBody>
          <a:bodyPr/>
          <a:lstStyle>
            <a:lvl1pPr marL="0" indent="0" algn="ctr">
              <a:buNone/>
              <a:defRPr lang="es-ES" sz="5150" kern="1200" spc="15" dirty="0" smtClean="0">
                <a:solidFill>
                  <a:schemeClr val="tx1"/>
                </a:solidFill>
                <a:latin typeface="GT America"/>
                <a:ea typeface="+mn-ea"/>
                <a:cs typeface="GT America"/>
              </a:defRPr>
            </a:lvl1pPr>
          </a:lstStyle>
          <a:p>
            <a:pPr lvl="0"/>
            <a:r>
              <a:rPr lang="es-ES" dirty="0"/>
              <a:t>Título</a:t>
            </a:r>
          </a:p>
        </p:txBody>
      </p:sp>
      <p:sp>
        <p:nvSpPr>
          <p:cNvPr id="24" name="object 3">
            <a:extLst>
              <a:ext uri="{FF2B5EF4-FFF2-40B4-BE49-F238E27FC236}">
                <a16:creationId xmlns:a16="http://schemas.microsoft.com/office/drawing/2014/main" id="{8F7949E4-9FE3-E843-BC24-AAD406A12A3A}"/>
              </a:ext>
            </a:extLst>
          </p:cNvPr>
          <p:cNvSpPr/>
          <p:nvPr userDrawn="1"/>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4">
            <a:extLst>
              <a:ext uri="{FF2B5EF4-FFF2-40B4-BE49-F238E27FC236}">
                <a16:creationId xmlns:a16="http://schemas.microsoft.com/office/drawing/2014/main" id="{7885FFCA-4F47-7A49-9EDB-82031A050E2B}"/>
              </a:ext>
            </a:extLst>
          </p:cNvPr>
          <p:cNvSpPr/>
          <p:nvPr userDrawn="1"/>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5">
            <a:extLst>
              <a:ext uri="{FF2B5EF4-FFF2-40B4-BE49-F238E27FC236}">
                <a16:creationId xmlns:a16="http://schemas.microsoft.com/office/drawing/2014/main" id="{17D4FA60-4B8F-7A4F-BCDE-08E917C474D0}"/>
              </a:ext>
            </a:extLst>
          </p:cNvPr>
          <p:cNvSpPr/>
          <p:nvPr userDrawn="1"/>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6">
            <a:extLst>
              <a:ext uri="{FF2B5EF4-FFF2-40B4-BE49-F238E27FC236}">
                <a16:creationId xmlns:a16="http://schemas.microsoft.com/office/drawing/2014/main" id="{3ADE5F61-DFCC-FE4A-84D5-6F52D4EBFDC2}"/>
              </a:ext>
            </a:extLst>
          </p:cNvPr>
          <p:cNvSpPr/>
          <p:nvPr userDrawn="1"/>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7">
            <a:extLst>
              <a:ext uri="{FF2B5EF4-FFF2-40B4-BE49-F238E27FC236}">
                <a16:creationId xmlns:a16="http://schemas.microsoft.com/office/drawing/2014/main" id="{9F344F8C-FD67-554F-957F-A8034BC6349B}"/>
              </a:ext>
            </a:extLst>
          </p:cNvPr>
          <p:cNvSpPr/>
          <p:nvPr userDrawn="1"/>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8">
            <a:extLst>
              <a:ext uri="{FF2B5EF4-FFF2-40B4-BE49-F238E27FC236}">
                <a16:creationId xmlns:a16="http://schemas.microsoft.com/office/drawing/2014/main" id="{572E963D-A50F-274E-8712-28616CC44718}"/>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30" name="object 9">
            <a:extLst>
              <a:ext uri="{FF2B5EF4-FFF2-40B4-BE49-F238E27FC236}">
                <a16:creationId xmlns:a16="http://schemas.microsoft.com/office/drawing/2014/main" id="{9C544DA1-C647-B144-920D-6A3B50281502}"/>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31" name="object 10">
            <a:extLst>
              <a:ext uri="{FF2B5EF4-FFF2-40B4-BE49-F238E27FC236}">
                <a16:creationId xmlns:a16="http://schemas.microsoft.com/office/drawing/2014/main" id="{9510FC97-6053-1C46-9F93-DA4CF953D51F}"/>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11">
            <a:extLst>
              <a:ext uri="{FF2B5EF4-FFF2-40B4-BE49-F238E27FC236}">
                <a16:creationId xmlns:a16="http://schemas.microsoft.com/office/drawing/2014/main" id="{D2883D3C-4A97-B24B-AFBF-8AF1F55D5855}"/>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3" name="object 12">
            <a:extLst>
              <a:ext uri="{FF2B5EF4-FFF2-40B4-BE49-F238E27FC236}">
                <a16:creationId xmlns:a16="http://schemas.microsoft.com/office/drawing/2014/main" id="{34C5B976-3C81-3545-A6D3-43D4219CF555}"/>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13">
            <a:extLst>
              <a:ext uri="{FF2B5EF4-FFF2-40B4-BE49-F238E27FC236}">
                <a16:creationId xmlns:a16="http://schemas.microsoft.com/office/drawing/2014/main" id="{FFF3CF60-E9F7-6A4F-ACF0-8B8BCFEE1915}"/>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5" name="object 14">
            <a:extLst>
              <a:ext uri="{FF2B5EF4-FFF2-40B4-BE49-F238E27FC236}">
                <a16:creationId xmlns:a16="http://schemas.microsoft.com/office/drawing/2014/main" id="{D35FEBC2-2834-634B-808D-1F61D282191D}"/>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6" name="object 15">
            <a:extLst>
              <a:ext uri="{FF2B5EF4-FFF2-40B4-BE49-F238E27FC236}">
                <a16:creationId xmlns:a16="http://schemas.microsoft.com/office/drawing/2014/main" id="{B956163E-C304-FB4B-9A84-047354E7D5CC}"/>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7" name="object 16">
            <a:extLst>
              <a:ext uri="{FF2B5EF4-FFF2-40B4-BE49-F238E27FC236}">
                <a16:creationId xmlns:a16="http://schemas.microsoft.com/office/drawing/2014/main" id="{FE9D06D4-5794-F14C-860B-C7C8CC2997DA}"/>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8" name="object 17">
            <a:extLst>
              <a:ext uri="{FF2B5EF4-FFF2-40B4-BE49-F238E27FC236}">
                <a16:creationId xmlns:a16="http://schemas.microsoft.com/office/drawing/2014/main" id="{ACCD3DFD-36CD-B844-8F6E-4576F9324EFC}"/>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9" name="object 18">
            <a:extLst>
              <a:ext uri="{FF2B5EF4-FFF2-40B4-BE49-F238E27FC236}">
                <a16:creationId xmlns:a16="http://schemas.microsoft.com/office/drawing/2014/main" id="{4FB37C75-3E4B-F742-BF10-C3561C91185D}"/>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0" name="object 19">
            <a:extLst>
              <a:ext uri="{FF2B5EF4-FFF2-40B4-BE49-F238E27FC236}">
                <a16:creationId xmlns:a16="http://schemas.microsoft.com/office/drawing/2014/main" id="{4D9F86F6-916E-0649-94DA-F96453FC3D65}"/>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1" name="object 20">
            <a:extLst>
              <a:ext uri="{FF2B5EF4-FFF2-40B4-BE49-F238E27FC236}">
                <a16:creationId xmlns:a16="http://schemas.microsoft.com/office/drawing/2014/main" id="{DFE5203F-2403-1C47-A7C6-AB202AED1F61}"/>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2" name="object 21">
            <a:extLst>
              <a:ext uri="{FF2B5EF4-FFF2-40B4-BE49-F238E27FC236}">
                <a16:creationId xmlns:a16="http://schemas.microsoft.com/office/drawing/2014/main" id="{54EDD20F-6F2E-1D42-A947-D5400E7E5ED9}"/>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3" name="object 22">
            <a:extLst>
              <a:ext uri="{FF2B5EF4-FFF2-40B4-BE49-F238E27FC236}">
                <a16:creationId xmlns:a16="http://schemas.microsoft.com/office/drawing/2014/main" id="{EAF0179D-DDDA-6148-B7B0-67F99D5AF01C}"/>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4" name="object 23">
            <a:extLst>
              <a:ext uri="{FF2B5EF4-FFF2-40B4-BE49-F238E27FC236}">
                <a16:creationId xmlns:a16="http://schemas.microsoft.com/office/drawing/2014/main" id="{940DCEB7-206E-3047-ABDD-2AF10B3B8C6B}"/>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268566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ítulo y contenido">
    <p:spTree>
      <p:nvGrpSpPr>
        <p:cNvPr id="1" name=""/>
        <p:cNvGrpSpPr/>
        <p:nvPr/>
      </p:nvGrpSpPr>
      <p:grpSpPr>
        <a:xfrm>
          <a:off x="0" y="0"/>
          <a:ext cx="0" cy="0"/>
          <a:chOff x="0" y="0"/>
          <a:chExt cx="0" cy="0"/>
        </a:xfrm>
      </p:grpSpPr>
      <p:sp>
        <p:nvSpPr>
          <p:cNvPr id="13" name="Marcador de texto 10">
            <a:extLst>
              <a:ext uri="{FF2B5EF4-FFF2-40B4-BE49-F238E27FC236}">
                <a16:creationId xmlns:a16="http://schemas.microsoft.com/office/drawing/2014/main" id="{B52D28F9-F37F-4DF5-A2D1-AA68FCF34B41}"/>
              </a:ext>
            </a:extLst>
          </p:cNvPr>
          <p:cNvSpPr>
            <a:spLocks noGrp="1"/>
          </p:cNvSpPr>
          <p:nvPr>
            <p:ph type="body" sz="quarter" idx="10" hasCustomPrompt="1"/>
          </p:nvPr>
        </p:nvSpPr>
        <p:spPr>
          <a:xfrm>
            <a:off x="893445" y="2608154"/>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14" name="Marcador de texto 10">
            <a:extLst>
              <a:ext uri="{FF2B5EF4-FFF2-40B4-BE49-F238E27FC236}">
                <a16:creationId xmlns:a16="http://schemas.microsoft.com/office/drawing/2014/main" id="{57789202-1793-4245-AFD0-7A37AFAF345E}"/>
              </a:ext>
            </a:extLst>
          </p:cNvPr>
          <p:cNvSpPr>
            <a:spLocks noGrp="1"/>
          </p:cNvSpPr>
          <p:nvPr>
            <p:ph type="body" sz="quarter" idx="11" hasCustomPrompt="1"/>
          </p:nvPr>
        </p:nvSpPr>
        <p:spPr>
          <a:xfrm>
            <a:off x="893445" y="3791885"/>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8" name="Marcador de texto 17">
            <a:extLst>
              <a:ext uri="{FF2B5EF4-FFF2-40B4-BE49-F238E27FC236}">
                <a16:creationId xmlns:a16="http://schemas.microsoft.com/office/drawing/2014/main" id="{B1648929-BBD8-40CA-8CD6-942223EF4E87}"/>
              </a:ext>
            </a:extLst>
          </p:cNvPr>
          <p:cNvSpPr>
            <a:spLocks noGrp="1"/>
          </p:cNvSpPr>
          <p:nvPr>
            <p:ph type="body" sz="quarter" idx="12" hasCustomPrompt="1"/>
          </p:nvPr>
        </p:nvSpPr>
        <p:spPr>
          <a:xfrm>
            <a:off x="7804943" y="2608154"/>
            <a:ext cx="11405712" cy="8442138"/>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5470189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magen y contenido">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1" name="Marcador de posición de imagen 10">
            <a:extLst>
              <a:ext uri="{FF2B5EF4-FFF2-40B4-BE49-F238E27FC236}">
                <a16:creationId xmlns:a16="http://schemas.microsoft.com/office/drawing/2014/main" id="{19777898-8777-4729-86D3-6D903457F0BF}"/>
              </a:ext>
            </a:extLst>
          </p:cNvPr>
          <p:cNvSpPr>
            <a:spLocks noGrp="1"/>
          </p:cNvSpPr>
          <p:nvPr>
            <p:ph type="pic" sz="quarter" idx="12"/>
          </p:nvPr>
        </p:nvSpPr>
        <p:spPr>
          <a:xfrm>
            <a:off x="1054100" y="2500313"/>
            <a:ext cx="5408693" cy="8596312"/>
          </a:xfrm>
        </p:spPr>
        <p:txBody>
          <a:bodyPr/>
          <a:lstStyle/>
          <a:p>
            <a:r>
              <a:rPr lang="es-ES"/>
              <a:t>Haga clic en el icono para agregar una imagen</a:t>
            </a:r>
            <a:endParaRPr lang="es-CO"/>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3701190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rofesor a la izquierd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087477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rofesor a la derech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893445" y="240667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893445" y="359040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893445" y="521962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9136606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ítulo derecha - fondo azul">
    <p:bg>
      <p:bgPr>
        <a:solidFill>
          <a:srgbClr val="342175"/>
        </a:solidFill>
        <a:effectLst/>
      </p:bgPr>
    </p:bg>
    <p:spTree>
      <p:nvGrpSpPr>
        <p:cNvPr id="1" name=""/>
        <p:cNvGrpSpPr/>
        <p:nvPr/>
      </p:nvGrpSpPr>
      <p:grpSpPr>
        <a:xfrm>
          <a:off x="0" y="0"/>
          <a:ext cx="0" cy="0"/>
          <a:chOff x="0" y="0"/>
          <a:chExt cx="0" cy="0"/>
        </a:xfrm>
      </p:grpSpPr>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11415994" y="5373094"/>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67" name="object 4">
            <a:extLst>
              <a:ext uri="{FF2B5EF4-FFF2-40B4-BE49-F238E27FC236}">
                <a16:creationId xmlns:a16="http://schemas.microsoft.com/office/drawing/2014/main" id="{C12A065A-7C27-40A8-AA7E-3555F4C887AB}"/>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8" name="object 5">
            <a:extLst>
              <a:ext uri="{FF2B5EF4-FFF2-40B4-BE49-F238E27FC236}">
                <a16:creationId xmlns:a16="http://schemas.microsoft.com/office/drawing/2014/main" id="{427FDD6C-7AC9-4896-BBA6-16154F68F579}"/>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9" name="object 6">
            <a:extLst>
              <a:ext uri="{FF2B5EF4-FFF2-40B4-BE49-F238E27FC236}">
                <a16:creationId xmlns:a16="http://schemas.microsoft.com/office/drawing/2014/main" id="{953A2053-6469-4CA1-BFF3-27FB46B80B50}"/>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0" name="object 7">
            <a:extLst>
              <a:ext uri="{FF2B5EF4-FFF2-40B4-BE49-F238E27FC236}">
                <a16:creationId xmlns:a16="http://schemas.microsoft.com/office/drawing/2014/main" id="{5BEE9C81-C824-44C2-8B82-5B785F68440F}"/>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1" name="object 8">
            <a:extLst>
              <a:ext uri="{FF2B5EF4-FFF2-40B4-BE49-F238E27FC236}">
                <a16:creationId xmlns:a16="http://schemas.microsoft.com/office/drawing/2014/main" id="{C68F89CB-FCB1-4F38-A174-FEA6B5B54169}"/>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2" name="object 9">
            <a:extLst>
              <a:ext uri="{FF2B5EF4-FFF2-40B4-BE49-F238E27FC236}">
                <a16:creationId xmlns:a16="http://schemas.microsoft.com/office/drawing/2014/main" id="{E962C8AB-58E7-481F-88A2-A4EDFB35497E}"/>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73" name="object 10">
            <a:extLst>
              <a:ext uri="{FF2B5EF4-FFF2-40B4-BE49-F238E27FC236}">
                <a16:creationId xmlns:a16="http://schemas.microsoft.com/office/drawing/2014/main" id="{8DE9B7B0-98C0-47A1-BDBD-CA6F24CB6F8F}"/>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74" name="object 11">
            <a:extLst>
              <a:ext uri="{FF2B5EF4-FFF2-40B4-BE49-F238E27FC236}">
                <a16:creationId xmlns:a16="http://schemas.microsoft.com/office/drawing/2014/main" id="{4F88753D-903E-4624-AA78-314F78FABC53}"/>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5" name="object 12">
            <a:extLst>
              <a:ext uri="{FF2B5EF4-FFF2-40B4-BE49-F238E27FC236}">
                <a16:creationId xmlns:a16="http://schemas.microsoft.com/office/drawing/2014/main" id="{6AA3D325-B7F5-4BE1-9791-ED288C3BA581}"/>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13">
            <a:extLst>
              <a:ext uri="{FF2B5EF4-FFF2-40B4-BE49-F238E27FC236}">
                <a16:creationId xmlns:a16="http://schemas.microsoft.com/office/drawing/2014/main" id="{FCF593A5-0849-4543-B4C9-D07E405D43E5}"/>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2D7AF1DB-637A-43AF-80E5-F31A52C66D8A}"/>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F96D07C3-3AB7-4EE5-A223-FDAAD894D70B}"/>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9" name="object 16">
            <a:extLst>
              <a:ext uri="{FF2B5EF4-FFF2-40B4-BE49-F238E27FC236}">
                <a16:creationId xmlns:a16="http://schemas.microsoft.com/office/drawing/2014/main" id="{8A90BB90-3DA0-47C0-9E58-65AB628A8A0E}"/>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0" name="object 17">
            <a:extLst>
              <a:ext uri="{FF2B5EF4-FFF2-40B4-BE49-F238E27FC236}">
                <a16:creationId xmlns:a16="http://schemas.microsoft.com/office/drawing/2014/main" id="{1C621E47-F80E-4EC7-8C3E-EA4AC2C499EC}"/>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1" name="object 18">
            <a:extLst>
              <a:ext uri="{FF2B5EF4-FFF2-40B4-BE49-F238E27FC236}">
                <a16:creationId xmlns:a16="http://schemas.microsoft.com/office/drawing/2014/main" id="{1A14C7C0-7FA5-496A-97FA-8736A24D89E7}"/>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2" name="object 19">
            <a:extLst>
              <a:ext uri="{FF2B5EF4-FFF2-40B4-BE49-F238E27FC236}">
                <a16:creationId xmlns:a16="http://schemas.microsoft.com/office/drawing/2014/main" id="{0DBA6063-A179-4CB3-B25D-55A98691DA17}"/>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3" name="object 20">
            <a:extLst>
              <a:ext uri="{FF2B5EF4-FFF2-40B4-BE49-F238E27FC236}">
                <a16:creationId xmlns:a16="http://schemas.microsoft.com/office/drawing/2014/main" id="{A6CF6F57-A992-4DA6-93D6-14847FF13203}"/>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4" name="object 21">
            <a:extLst>
              <a:ext uri="{FF2B5EF4-FFF2-40B4-BE49-F238E27FC236}">
                <a16:creationId xmlns:a16="http://schemas.microsoft.com/office/drawing/2014/main" id="{9C37B140-257B-4ED0-9375-88DF6F1A8647}"/>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5" name="object 22">
            <a:extLst>
              <a:ext uri="{FF2B5EF4-FFF2-40B4-BE49-F238E27FC236}">
                <a16:creationId xmlns:a16="http://schemas.microsoft.com/office/drawing/2014/main" id="{CACE08B5-1F52-425F-861D-DC6F5D131080}"/>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6" name="object 23">
            <a:extLst>
              <a:ext uri="{FF2B5EF4-FFF2-40B4-BE49-F238E27FC236}">
                <a16:creationId xmlns:a16="http://schemas.microsoft.com/office/drawing/2014/main" id="{B3C5A46B-E89D-4FF7-8B2E-53C4DBEBF1AB}"/>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7" name="object 24">
            <a:extLst>
              <a:ext uri="{FF2B5EF4-FFF2-40B4-BE49-F238E27FC236}">
                <a16:creationId xmlns:a16="http://schemas.microsoft.com/office/drawing/2014/main" id="{F9F24890-B240-4B38-B677-5C1F04091C77}"/>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2537770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ítulo a la derecha - fondo blanco">
    <p:bg>
      <p:bgPr>
        <a:solidFill>
          <a:schemeClr val="bg1"/>
        </a:solidFill>
        <a:effectLst/>
      </p:bgPr>
    </p:bg>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379144B4-8526-4FBA-9FE7-4C4F4A861EA9}"/>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3" name="object 10">
            <a:extLst>
              <a:ext uri="{FF2B5EF4-FFF2-40B4-BE49-F238E27FC236}">
                <a16:creationId xmlns:a16="http://schemas.microsoft.com/office/drawing/2014/main" id="{EB89E1CA-2EF2-4970-A4CA-508B7FF81810}"/>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4" name="object 11">
            <a:extLst>
              <a:ext uri="{FF2B5EF4-FFF2-40B4-BE49-F238E27FC236}">
                <a16:creationId xmlns:a16="http://schemas.microsoft.com/office/drawing/2014/main" id="{7680B916-344D-4856-BB05-B38F82BDBDE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5" name="object 12">
            <a:extLst>
              <a:ext uri="{FF2B5EF4-FFF2-40B4-BE49-F238E27FC236}">
                <a16:creationId xmlns:a16="http://schemas.microsoft.com/office/drawing/2014/main" id="{7322C8ED-85BA-44B9-9A28-941F57348002}"/>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6" name="object 13">
            <a:extLst>
              <a:ext uri="{FF2B5EF4-FFF2-40B4-BE49-F238E27FC236}">
                <a16:creationId xmlns:a16="http://schemas.microsoft.com/office/drawing/2014/main" id="{28757609-A84E-4F08-9160-3C3FC1E213C7}"/>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7" name="object 14">
            <a:extLst>
              <a:ext uri="{FF2B5EF4-FFF2-40B4-BE49-F238E27FC236}">
                <a16:creationId xmlns:a16="http://schemas.microsoft.com/office/drawing/2014/main" id="{C5E80038-1A8D-4109-8E13-5B526754A336}"/>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8" name="object 15">
            <a:extLst>
              <a:ext uri="{FF2B5EF4-FFF2-40B4-BE49-F238E27FC236}">
                <a16:creationId xmlns:a16="http://schemas.microsoft.com/office/drawing/2014/main" id="{DDD5D5B0-17CA-4139-9854-1AAC4BF646D3}"/>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9" name="object 16">
            <a:extLst>
              <a:ext uri="{FF2B5EF4-FFF2-40B4-BE49-F238E27FC236}">
                <a16:creationId xmlns:a16="http://schemas.microsoft.com/office/drawing/2014/main" id="{467BDE7C-2E30-4FFC-8AE4-C74378D0211A}"/>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10" name="object 17">
            <a:extLst>
              <a:ext uri="{FF2B5EF4-FFF2-40B4-BE49-F238E27FC236}">
                <a16:creationId xmlns:a16="http://schemas.microsoft.com/office/drawing/2014/main" id="{D7CBC121-9763-4BE7-B30F-98A9C3A69962}"/>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1" name="object 18">
            <a:extLst>
              <a:ext uri="{FF2B5EF4-FFF2-40B4-BE49-F238E27FC236}">
                <a16:creationId xmlns:a16="http://schemas.microsoft.com/office/drawing/2014/main" id="{6EC78C8B-C656-4A82-8E74-6968C43CD600}"/>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2" name="object 19">
            <a:extLst>
              <a:ext uri="{FF2B5EF4-FFF2-40B4-BE49-F238E27FC236}">
                <a16:creationId xmlns:a16="http://schemas.microsoft.com/office/drawing/2014/main" id="{FDF498A1-00FC-4274-8E31-17A3F30D26AA}"/>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3" name="object 20">
            <a:extLst>
              <a:ext uri="{FF2B5EF4-FFF2-40B4-BE49-F238E27FC236}">
                <a16:creationId xmlns:a16="http://schemas.microsoft.com/office/drawing/2014/main" id="{3FCCB3F0-8DC9-47AC-92F8-F7CC7B890FB2}"/>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14" name="object 21">
            <a:extLst>
              <a:ext uri="{FF2B5EF4-FFF2-40B4-BE49-F238E27FC236}">
                <a16:creationId xmlns:a16="http://schemas.microsoft.com/office/drawing/2014/main" id="{19E9EF25-6994-4124-BB25-1668FEEAA030}"/>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15" name="object 22">
            <a:extLst>
              <a:ext uri="{FF2B5EF4-FFF2-40B4-BE49-F238E27FC236}">
                <a16:creationId xmlns:a16="http://schemas.microsoft.com/office/drawing/2014/main" id="{3DFCF5EC-C759-4BC9-976B-749A55B5CE83}"/>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16" name="object 23">
            <a:extLst>
              <a:ext uri="{FF2B5EF4-FFF2-40B4-BE49-F238E27FC236}">
                <a16:creationId xmlns:a16="http://schemas.microsoft.com/office/drawing/2014/main" id="{A23855B9-7333-4415-AC9D-2A5AE7DA10DE}"/>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17" name="object 24">
            <a:extLst>
              <a:ext uri="{FF2B5EF4-FFF2-40B4-BE49-F238E27FC236}">
                <a16:creationId xmlns:a16="http://schemas.microsoft.com/office/drawing/2014/main" id="{E832B23B-542D-440B-9707-9D2906BF1C92}"/>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19" name="object 4">
            <a:extLst>
              <a:ext uri="{FF2B5EF4-FFF2-40B4-BE49-F238E27FC236}">
                <a16:creationId xmlns:a16="http://schemas.microsoft.com/office/drawing/2014/main" id="{2BDF57BC-14AD-45B8-A927-0180574745C9}"/>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20" name="object 5">
            <a:extLst>
              <a:ext uri="{FF2B5EF4-FFF2-40B4-BE49-F238E27FC236}">
                <a16:creationId xmlns:a16="http://schemas.microsoft.com/office/drawing/2014/main" id="{0944E5DF-CF18-42B5-883C-D60075DC41F8}"/>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21" name="object 6">
            <a:extLst>
              <a:ext uri="{FF2B5EF4-FFF2-40B4-BE49-F238E27FC236}">
                <a16:creationId xmlns:a16="http://schemas.microsoft.com/office/drawing/2014/main" id="{0FFA4639-A5D4-42C5-9F54-89E02BE0D4F8}"/>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22" name="object 7">
            <a:extLst>
              <a:ext uri="{FF2B5EF4-FFF2-40B4-BE49-F238E27FC236}">
                <a16:creationId xmlns:a16="http://schemas.microsoft.com/office/drawing/2014/main" id="{C3F3A592-C18E-4F81-9B0B-FAD84C849F78}"/>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23" name="object 8">
            <a:extLst>
              <a:ext uri="{FF2B5EF4-FFF2-40B4-BE49-F238E27FC236}">
                <a16:creationId xmlns:a16="http://schemas.microsoft.com/office/drawing/2014/main" id="{8038BBEA-E71F-4B94-B51A-30745837DA8E}"/>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
        <p:nvSpPr>
          <p:cNvPr id="27" name="Marcador de texto 25">
            <a:extLst>
              <a:ext uri="{FF2B5EF4-FFF2-40B4-BE49-F238E27FC236}">
                <a16:creationId xmlns:a16="http://schemas.microsoft.com/office/drawing/2014/main" id="{30A12454-B9DC-4DDB-BB37-293B9A23741A}"/>
              </a:ext>
            </a:extLst>
          </p:cNvPr>
          <p:cNvSpPr>
            <a:spLocks noGrp="1"/>
          </p:cNvSpPr>
          <p:nvPr>
            <p:ph type="body" sz="quarter" idx="10" hasCustomPrompt="1"/>
          </p:nvPr>
        </p:nvSpPr>
        <p:spPr>
          <a:xfrm>
            <a:off x="11036010" y="5586594"/>
            <a:ext cx="4559300" cy="809837"/>
          </a:xfrm>
        </p:spPr>
        <p:txBody>
          <a:bodyPr/>
          <a:lstStyle>
            <a:lvl1pPr marL="0" indent="0">
              <a:buNone/>
              <a:defRPr lang="es-ES" sz="5150" b="0" kern="1200" spc="10" dirty="0" smtClean="0">
                <a:solidFill>
                  <a:schemeClr val="tx1"/>
                </a:solidFill>
                <a:latin typeface="GT America"/>
                <a:ea typeface="+mj-ea"/>
                <a:cs typeface="GT America"/>
              </a:defRPr>
            </a:lvl1pPr>
          </a:lstStyle>
          <a:p>
            <a:pPr lvl="0"/>
            <a:r>
              <a:rPr lang="es-ES" dirty="0"/>
              <a:t>Título</a:t>
            </a:r>
            <a:endParaRPr lang="es-CO" dirty="0"/>
          </a:p>
        </p:txBody>
      </p:sp>
    </p:spTree>
    <p:extLst>
      <p:ext uri="{BB962C8B-B14F-4D97-AF65-F5344CB8AC3E}">
        <p14:creationId xmlns:p14="http://schemas.microsoft.com/office/powerpoint/2010/main" val="10334422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ítulo centrado - fondo azul">
    <p:bg>
      <p:bgPr>
        <a:solidFill>
          <a:srgbClr val="342175"/>
        </a:solidFill>
        <a:effectLst/>
      </p:bgPr>
    </p:bg>
    <p:spTree>
      <p:nvGrpSpPr>
        <p:cNvPr id="1" name=""/>
        <p:cNvGrpSpPr/>
        <p:nvPr/>
      </p:nvGrpSpPr>
      <p:grpSpPr>
        <a:xfrm>
          <a:off x="0" y="0"/>
          <a:ext cx="0" cy="0"/>
          <a:chOff x="0" y="0"/>
          <a:chExt cx="0" cy="0"/>
        </a:xfrm>
      </p:grpSpPr>
      <p:sp>
        <p:nvSpPr>
          <p:cNvPr id="24" name="object 4">
            <a:extLst>
              <a:ext uri="{FF2B5EF4-FFF2-40B4-BE49-F238E27FC236}">
                <a16:creationId xmlns:a16="http://schemas.microsoft.com/office/drawing/2014/main" id="{0DD370BE-C9EE-4479-A519-B1F99E6EFD1F}"/>
              </a:ext>
            </a:extLst>
          </p:cNvPr>
          <p:cNvSpPr/>
          <p:nvPr userDrawn="1"/>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25" name="object 5">
            <a:extLst>
              <a:ext uri="{FF2B5EF4-FFF2-40B4-BE49-F238E27FC236}">
                <a16:creationId xmlns:a16="http://schemas.microsoft.com/office/drawing/2014/main" id="{6CC36620-FBC7-46F9-AEB1-87EEE3612054}"/>
              </a:ext>
            </a:extLst>
          </p:cNvPr>
          <p:cNvSpPr/>
          <p:nvPr userDrawn="1"/>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26" name="object 6">
            <a:extLst>
              <a:ext uri="{FF2B5EF4-FFF2-40B4-BE49-F238E27FC236}">
                <a16:creationId xmlns:a16="http://schemas.microsoft.com/office/drawing/2014/main" id="{0452F128-277B-4AAF-80AE-DD2857DAC8D6}"/>
              </a:ext>
            </a:extLst>
          </p:cNvPr>
          <p:cNvSpPr/>
          <p:nvPr userDrawn="1"/>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28" name="object 7">
            <a:extLst>
              <a:ext uri="{FF2B5EF4-FFF2-40B4-BE49-F238E27FC236}">
                <a16:creationId xmlns:a16="http://schemas.microsoft.com/office/drawing/2014/main" id="{2E007DEF-227D-4942-8676-A19E00251D9B}"/>
              </a:ext>
            </a:extLst>
          </p:cNvPr>
          <p:cNvSpPr/>
          <p:nvPr userDrawn="1"/>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29" name="object 8">
            <a:extLst>
              <a:ext uri="{FF2B5EF4-FFF2-40B4-BE49-F238E27FC236}">
                <a16:creationId xmlns:a16="http://schemas.microsoft.com/office/drawing/2014/main" id="{3C81411D-10DB-463E-B674-4FCF77AD68D8}"/>
              </a:ext>
            </a:extLst>
          </p:cNvPr>
          <p:cNvSpPr/>
          <p:nvPr userDrawn="1"/>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31" name="object 10">
            <a:extLst>
              <a:ext uri="{FF2B5EF4-FFF2-40B4-BE49-F238E27FC236}">
                <a16:creationId xmlns:a16="http://schemas.microsoft.com/office/drawing/2014/main" id="{A2E5B1DD-0EF7-44BB-86B0-6BA14DE4789E}"/>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32" name="object 11">
            <a:extLst>
              <a:ext uri="{FF2B5EF4-FFF2-40B4-BE49-F238E27FC236}">
                <a16:creationId xmlns:a16="http://schemas.microsoft.com/office/drawing/2014/main" id="{0A3A1D4A-CC7C-4D38-B3AE-22AA71954620}"/>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33" name="object 12">
            <a:extLst>
              <a:ext uri="{FF2B5EF4-FFF2-40B4-BE49-F238E27FC236}">
                <a16:creationId xmlns:a16="http://schemas.microsoft.com/office/drawing/2014/main" id="{6BD2CC71-EC38-4ED2-A627-60F38D2A4A79}"/>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4" name="object 13">
            <a:extLst>
              <a:ext uri="{FF2B5EF4-FFF2-40B4-BE49-F238E27FC236}">
                <a16:creationId xmlns:a16="http://schemas.microsoft.com/office/drawing/2014/main" id="{408E8C0C-8320-48DF-B167-514A0DCFF1EA}"/>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35" name="object 14">
            <a:extLst>
              <a:ext uri="{FF2B5EF4-FFF2-40B4-BE49-F238E27FC236}">
                <a16:creationId xmlns:a16="http://schemas.microsoft.com/office/drawing/2014/main" id="{01A28FDC-0707-488B-88D7-5E1543BC235D}"/>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6" name="object 15">
            <a:extLst>
              <a:ext uri="{FF2B5EF4-FFF2-40B4-BE49-F238E27FC236}">
                <a16:creationId xmlns:a16="http://schemas.microsoft.com/office/drawing/2014/main" id="{2AF050C7-A4C7-40D7-AF5A-DB1A4D703682}"/>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37" name="object 16">
            <a:extLst>
              <a:ext uri="{FF2B5EF4-FFF2-40B4-BE49-F238E27FC236}">
                <a16:creationId xmlns:a16="http://schemas.microsoft.com/office/drawing/2014/main" id="{79C55B6D-D8B7-448E-98B0-34E056151AF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8" name="object 17">
            <a:extLst>
              <a:ext uri="{FF2B5EF4-FFF2-40B4-BE49-F238E27FC236}">
                <a16:creationId xmlns:a16="http://schemas.microsoft.com/office/drawing/2014/main" id="{B3EF9D17-1762-486C-AA31-BD4B67CE69D1}"/>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39" name="object 18">
            <a:extLst>
              <a:ext uri="{FF2B5EF4-FFF2-40B4-BE49-F238E27FC236}">
                <a16:creationId xmlns:a16="http://schemas.microsoft.com/office/drawing/2014/main" id="{D92A3342-C68B-4BFE-B0A5-DEE6FB897D2A}"/>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0" name="object 19">
            <a:extLst>
              <a:ext uri="{FF2B5EF4-FFF2-40B4-BE49-F238E27FC236}">
                <a16:creationId xmlns:a16="http://schemas.microsoft.com/office/drawing/2014/main" id="{5AC17AF6-EA0E-40A4-B2C1-6B3A6CD97C05}"/>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1" name="object 20">
            <a:extLst>
              <a:ext uri="{FF2B5EF4-FFF2-40B4-BE49-F238E27FC236}">
                <a16:creationId xmlns:a16="http://schemas.microsoft.com/office/drawing/2014/main" id="{952BA1FD-08CA-40F9-9B97-B7B81122060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42" name="object 21">
            <a:extLst>
              <a:ext uri="{FF2B5EF4-FFF2-40B4-BE49-F238E27FC236}">
                <a16:creationId xmlns:a16="http://schemas.microsoft.com/office/drawing/2014/main" id="{2889C62D-BCBD-495E-93ED-2E0AC88065CF}"/>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43" name="object 22">
            <a:extLst>
              <a:ext uri="{FF2B5EF4-FFF2-40B4-BE49-F238E27FC236}">
                <a16:creationId xmlns:a16="http://schemas.microsoft.com/office/drawing/2014/main" id="{4ECD9530-1E44-4F91-908D-CBD6257AD1BD}"/>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44" name="object 23">
            <a:extLst>
              <a:ext uri="{FF2B5EF4-FFF2-40B4-BE49-F238E27FC236}">
                <a16:creationId xmlns:a16="http://schemas.microsoft.com/office/drawing/2014/main" id="{C6080D5A-7733-4C37-8A7F-7149ECA8D93E}"/>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45" name="object 24">
            <a:extLst>
              <a:ext uri="{FF2B5EF4-FFF2-40B4-BE49-F238E27FC236}">
                <a16:creationId xmlns:a16="http://schemas.microsoft.com/office/drawing/2014/main" id="{A4F7D278-869B-40BE-82A5-35C2C1D1EC05}"/>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47" name="object 9">
            <a:extLst>
              <a:ext uri="{FF2B5EF4-FFF2-40B4-BE49-F238E27FC236}">
                <a16:creationId xmlns:a16="http://schemas.microsoft.com/office/drawing/2014/main" id="{1F1A160C-6F38-4ADD-A8D9-49C1826DE6D7}"/>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6991477" y="8482645"/>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Tree>
    <p:extLst>
      <p:ext uri="{BB962C8B-B14F-4D97-AF65-F5344CB8AC3E}">
        <p14:creationId xmlns:p14="http://schemas.microsoft.com/office/powerpoint/2010/main" val="3193821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centrado - fondo blanco">
    <p:bg>
      <p:bgPr>
        <a:solidFill>
          <a:schemeClr val="bg1"/>
        </a:solidFill>
        <a:effectLst/>
      </p:bgPr>
    </p:bg>
    <p:spTree>
      <p:nvGrpSpPr>
        <p:cNvPr id="1" name=""/>
        <p:cNvGrpSpPr/>
        <p:nvPr/>
      </p:nvGrpSpPr>
      <p:grpSpPr>
        <a:xfrm>
          <a:off x="0" y="0"/>
          <a:ext cx="0" cy="0"/>
          <a:chOff x="0" y="0"/>
          <a:chExt cx="0" cy="0"/>
        </a:xfrm>
      </p:grpSpPr>
      <p:sp>
        <p:nvSpPr>
          <p:cNvPr id="46" name="object 3">
            <a:extLst>
              <a:ext uri="{FF2B5EF4-FFF2-40B4-BE49-F238E27FC236}">
                <a16:creationId xmlns:a16="http://schemas.microsoft.com/office/drawing/2014/main" id="{F5B55B80-F91D-4AED-8DB3-AD2B94786812}"/>
              </a:ext>
            </a:extLst>
          </p:cNvPr>
          <p:cNvSpPr/>
          <p:nvPr userDrawn="1"/>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7" name="object 4">
            <a:extLst>
              <a:ext uri="{FF2B5EF4-FFF2-40B4-BE49-F238E27FC236}">
                <a16:creationId xmlns:a16="http://schemas.microsoft.com/office/drawing/2014/main" id="{59F6F8F2-9549-4E60-9CC2-FCA0D7999E49}"/>
              </a:ext>
            </a:extLst>
          </p:cNvPr>
          <p:cNvSpPr/>
          <p:nvPr userDrawn="1"/>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8" name="object 5">
            <a:extLst>
              <a:ext uri="{FF2B5EF4-FFF2-40B4-BE49-F238E27FC236}">
                <a16:creationId xmlns:a16="http://schemas.microsoft.com/office/drawing/2014/main" id="{7CA6ED11-484F-47E7-8F15-8D43EE89A2D2}"/>
              </a:ext>
            </a:extLst>
          </p:cNvPr>
          <p:cNvSpPr/>
          <p:nvPr userDrawn="1"/>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9" name="object 6">
            <a:extLst>
              <a:ext uri="{FF2B5EF4-FFF2-40B4-BE49-F238E27FC236}">
                <a16:creationId xmlns:a16="http://schemas.microsoft.com/office/drawing/2014/main" id="{E7B6A472-EDE0-47E0-BE33-079F327A4D31}"/>
              </a:ext>
            </a:extLst>
          </p:cNvPr>
          <p:cNvSpPr/>
          <p:nvPr userDrawn="1"/>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object 7">
            <a:extLst>
              <a:ext uri="{FF2B5EF4-FFF2-40B4-BE49-F238E27FC236}">
                <a16:creationId xmlns:a16="http://schemas.microsoft.com/office/drawing/2014/main" id="{3A42E184-9AEC-423D-B7B0-1E473B027D44}"/>
              </a:ext>
            </a:extLst>
          </p:cNvPr>
          <p:cNvSpPr/>
          <p:nvPr userDrawn="1"/>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31A0B6AC-E5D1-40F2-A5A8-4DB89C1505CF}"/>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2" name="object 9">
            <a:extLst>
              <a:ext uri="{FF2B5EF4-FFF2-40B4-BE49-F238E27FC236}">
                <a16:creationId xmlns:a16="http://schemas.microsoft.com/office/drawing/2014/main" id="{D6CCEB1C-722F-4E1F-835C-D869AD140A72}"/>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53" name="object 10">
            <a:extLst>
              <a:ext uri="{FF2B5EF4-FFF2-40B4-BE49-F238E27FC236}">
                <a16:creationId xmlns:a16="http://schemas.microsoft.com/office/drawing/2014/main" id="{24199D36-AC00-4B12-93A2-C2ED45FF17B6}"/>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C302700F-D539-411D-AF71-147A008F7345}"/>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5" name="object 12">
            <a:extLst>
              <a:ext uri="{FF2B5EF4-FFF2-40B4-BE49-F238E27FC236}">
                <a16:creationId xmlns:a16="http://schemas.microsoft.com/office/drawing/2014/main" id="{1FF09462-3BA9-4C7E-A3D9-36C7C79AE645}"/>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6" name="object 13">
            <a:extLst>
              <a:ext uri="{FF2B5EF4-FFF2-40B4-BE49-F238E27FC236}">
                <a16:creationId xmlns:a16="http://schemas.microsoft.com/office/drawing/2014/main" id="{FEBBB93D-5A1C-44E0-9331-6016EB29B6FF}"/>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7" name="object 14">
            <a:extLst>
              <a:ext uri="{FF2B5EF4-FFF2-40B4-BE49-F238E27FC236}">
                <a16:creationId xmlns:a16="http://schemas.microsoft.com/office/drawing/2014/main" id="{5F137981-A4CD-45F0-9AA1-CCBBE8306D68}"/>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A7BCFF4A-3A87-43D7-A7D9-A6FA64AC0F0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9" name="object 16">
            <a:extLst>
              <a:ext uri="{FF2B5EF4-FFF2-40B4-BE49-F238E27FC236}">
                <a16:creationId xmlns:a16="http://schemas.microsoft.com/office/drawing/2014/main" id="{8D292F96-8782-462C-8A07-10584846A2CD}"/>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17">
            <a:extLst>
              <a:ext uri="{FF2B5EF4-FFF2-40B4-BE49-F238E27FC236}">
                <a16:creationId xmlns:a16="http://schemas.microsoft.com/office/drawing/2014/main" id="{169F8950-E386-406E-B72C-4E8679C02625}"/>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18">
            <a:extLst>
              <a:ext uri="{FF2B5EF4-FFF2-40B4-BE49-F238E27FC236}">
                <a16:creationId xmlns:a16="http://schemas.microsoft.com/office/drawing/2014/main" id="{BF9E2035-8220-48E9-9883-E2035E9401BB}"/>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2" name="object 19">
            <a:extLst>
              <a:ext uri="{FF2B5EF4-FFF2-40B4-BE49-F238E27FC236}">
                <a16:creationId xmlns:a16="http://schemas.microsoft.com/office/drawing/2014/main" id="{F0B9024F-172F-42A7-9B5B-70C49921FBBE}"/>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2D956D51-E3CB-437E-B8E1-31644542C558}"/>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4" name="object 21">
            <a:extLst>
              <a:ext uri="{FF2B5EF4-FFF2-40B4-BE49-F238E27FC236}">
                <a16:creationId xmlns:a16="http://schemas.microsoft.com/office/drawing/2014/main" id="{72F22BD7-43A4-46CE-9309-1913B8229B9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5" name="object 22">
            <a:extLst>
              <a:ext uri="{FF2B5EF4-FFF2-40B4-BE49-F238E27FC236}">
                <a16:creationId xmlns:a16="http://schemas.microsoft.com/office/drawing/2014/main" id="{3EFDB32E-A823-4F47-857F-C041BABD66FA}"/>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4435C06B-E9EF-48FD-AAAA-505B41BA5254}"/>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7" name="Marcador de texto 49">
            <a:extLst>
              <a:ext uri="{FF2B5EF4-FFF2-40B4-BE49-F238E27FC236}">
                <a16:creationId xmlns:a16="http://schemas.microsoft.com/office/drawing/2014/main" id="{3F5E93B8-6609-4939-9667-85EA33BDAECF}"/>
              </a:ext>
            </a:extLst>
          </p:cNvPr>
          <p:cNvSpPr>
            <a:spLocks noGrp="1"/>
          </p:cNvSpPr>
          <p:nvPr>
            <p:ph type="body" sz="quarter" idx="10" hasCustomPrompt="1"/>
          </p:nvPr>
        </p:nvSpPr>
        <p:spPr>
          <a:xfrm>
            <a:off x="6991477" y="8683496"/>
            <a:ext cx="5303905" cy="943706"/>
          </a:xfrm>
        </p:spPr>
        <p:txBody>
          <a:bodyPr/>
          <a:lstStyle>
            <a:lvl1pPr marL="0" indent="0" algn="ctr">
              <a:buNone/>
              <a:defRPr lang="es-ES" sz="5150" kern="1200" spc="15" dirty="0" smtClean="0">
                <a:solidFill>
                  <a:schemeClr val="tx1"/>
                </a:solidFill>
                <a:latin typeface="GT America"/>
                <a:ea typeface="+mn-ea"/>
                <a:cs typeface="GT America"/>
              </a:defRPr>
            </a:lvl1pPr>
          </a:lstStyle>
          <a:p>
            <a:pPr lvl="0"/>
            <a:r>
              <a:rPr lang="es-ES" dirty="0"/>
              <a:t>Título</a:t>
            </a:r>
          </a:p>
        </p:txBody>
      </p:sp>
    </p:spTree>
    <p:extLst>
      <p:ext uri="{BB962C8B-B14F-4D97-AF65-F5344CB8AC3E}">
        <p14:creationId xmlns:p14="http://schemas.microsoft.com/office/powerpoint/2010/main" val="133011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ítulo y contenido">
    <p:spTree>
      <p:nvGrpSpPr>
        <p:cNvPr id="1" name=""/>
        <p:cNvGrpSpPr/>
        <p:nvPr/>
      </p:nvGrpSpPr>
      <p:grpSpPr>
        <a:xfrm>
          <a:off x="0" y="0"/>
          <a:ext cx="0" cy="0"/>
          <a:chOff x="0" y="0"/>
          <a:chExt cx="0" cy="0"/>
        </a:xfrm>
      </p:grpSpPr>
      <p:sp>
        <p:nvSpPr>
          <p:cNvPr id="13" name="Marcador de texto 10">
            <a:extLst>
              <a:ext uri="{FF2B5EF4-FFF2-40B4-BE49-F238E27FC236}">
                <a16:creationId xmlns:a16="http://schemas.microsoft.com/office/drawing/2014/main" id="{B52D28F9-F37F-4DF5-A2D1-AA68FCF34B41}"/>
              </a:ext>
            </a:extLst>
          </p:cNvPr>
          <p:cNvSpPr>
            <a:spLocks noGrp="1"/>
          </p:cNvSpPr>
          <p:nvPr>
            <p:ph type="body" sz="quarter" idx="10" hasCustomPrompt="1"/>
          </p:nvPr>
        </p:nvSpPr>
        <p:spPr>
          <a:xfrm>
            <a:off x="893445" y="2608154"/>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14" name="Marcador de texto 10">
            <a:extLst>
              <a:ext uri="{FF2B5EF4-FFF2-40B4-BE49-F238E27FC236}">
                <a16:creationId xmlns:a16="http://schemas.microsoft.com/office/drawing/2014/main" id="{57789202-1793-4245-AFD0-7A37AFAF345E}"/>
              </a:ext>
            </a:extLst>
          </p:cNvPr>
          <p:cNvSpPr>
            <a:spLocks noGrp="1"/>
          </p:cNvSpPr>
          <p:nvPr>
            <p:ph type="body" sz="quarter" idx="11" hasCustomPrompt="1"/>
          </p:nvPr>
        </p:nvSpPr>
        <p:spPr>
          <a:xfrm>
            <a:off x="893445" y="3791885"/>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8" name="Marcador de texto 17">
            <a:extLst>
              <a:ext uri="{FF2B5EF4-FFF2-40B4-BE49-F238E27FC236}">
                <a16:creationId xmlns:a16="http://schemas.microsoft.com/office/drawing/2014/main" id="{B1648929-BBD8-40CA-8CD6-942223EF4E87}"/>
              </a:ext>
            </a:extLst>
          </p:cNvPr>
          <p:cNvSpPr>
            <a:spLocks noGrp="1"/>
          </p:cNvSpPr>
          <p:nvPr>
            <p:ph type="body" sz="quarter" idx="12" hasCustomPrompt="1"/>
          </p:nvPr>
        </p:nvSpPr>
        <p:spPr>
          <a:xfrm>
            <a:off x="7804943" y="2608154"/>
            <a:ext cx="11405712" cy="8442138"/>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2466025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magen y contenido">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1" name="Marcador de posición de imagen 10">
            <a:extLst>
              <a:ext uri="{FF2B5EF4-FFF2-40B4-BE49-F238E27FC236}">
                <a16:creationId xmlns:a16="http://schemas.microsoft.com/office/drawing/2014/main" id="{19777898-8777-4729-86D3-6D903457F0BF}"/>
              </a:ext>
            </a:extLst>
          </p:cNvPr>
          <p:cNvSpPr>
            <a:spLocks noGrp="1"/>
          </p:cNvSpPr>
          <p:nvPr>
            <p:ph type="pic" sz="quarter" idx="12"/>
          </p:nvPr>
        </p:nvSpPr>
        <p:spPr>
          <a:xfrm>
            <a:off x="1054100" y="2500313"/>
            <a:ext cx="5408693" cy="8596312"/>
          </a:xfrm>
        </p:spPr>
        <p:txBody>
          <a:bodyPr/>
          <a:lstStyle/>
          <a:p>
            <a:r>
              <a:rPr lang="es-ES"/>
              <a:t>Haga clic en el icono para agregar una imagen</a:t>
            </a:r>
            <a:endParaRPr lang="es-CO"/>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2995660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rofesor a la izquierd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8643645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rofesor a la derech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893445" y="240667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893445" y="359040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893445" y="521962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6816873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35519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82157" y="631194"/>
            <a:ext cx="17339786" cy="229150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82157" y="3155965"/>
            <a:ext cx="17339786" cy="752217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82157" y="10988247"/>
            <a:ext cx="4523423" cy="631193"/>
          </a:xfrm>
          <a:prstGeom prst="rect">
            <a:avLst/>
          </a:prstGeom>
        </p:spPr>
        <p:txBody>
          <a:bodyPr vert="horz" lIns="91440" tIns="45720" rIns="91440" bIns="45720" rtlCol="0" anchor="ctr"/>
          <a:lstStyle>
            <a:lvl1pPr algn="l">
              <a:defRPr sz="1979">
                <a:solidFill>
                  <a:schemeClr val="tx1">
                    <a:tint val="75000"/>
                  </a:schemeClr>
                </a:solidFill>
              </a:defRPr>
            </a:lvl1pPr>
          </a:lstStyle>
          <a:p>
            <a:fld id="{CC469C3E-277C-4E1F-A249-5B730364B4FA}" type="datetimeFigureOut">
              <a:rPr lang="es-CO" smtClean="0"/>
              <a:t>24/09/25</a:t>
            </a:fld>
            <a:endParaRPr lang="es-CO"/>
          </a:p>
        </p:txBody>
      </p:sp>
      <p:sp>
        <p:nvSpPr>
          <p:cNvPr id="5" name="Footer Placeholder 4"/>
          <p:cNvSpPr>
            <a:spLocks noGrp="1"/>
          </p:cNvSpPr>
          <p:nvPr>
            <p:ph type="ftr" sz="quarter" idx="3"/>
          </p:nvPr>
        </p:nvSpPr>
        <p:spPr>
          <a:xfrm>
            <a:off x="6659483" y="10988247"/>
            <a:ext cx="6785134" cy="631193"/>
          </a:xfrm>
          <a:prstGeom prst="rect">
            <a:avLst/>
          </a:prstGeom>
        </p:spPr>
        <p:txBody>
          <a:bodyPr vert="horz" lIns="91440" tIns="45720" rIns="91440" bIns="45720" rtlCol="0" anchor="ctr"/>
          <a:lstStyle>
            <a:lvl1pPr algn="ctr">
              <a:defRPr sz="1979">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14198520" y="10988247"/>
            <a:ext cx="4523423" cy="631193"/>
          </a:xfrm>
          <a:prstGeom prst="rect">
            <a:avLst/>
          </a:prstGeom>
        </p:spPr>
        <p:txBody>
          <a:bodyPr vert="horz" lIns="91440" tIns="45720" rIns="91440" bIns="45720" rtlCol="0" anchor="ctr"/>
          <a:lstStyle>
            <a:lvl1pPr algn="r">
              <a:defRPr sz="1979">
                <a:solidFill>
                  <a:schemeClr val="tx1">
                    <a:tint val="75000"/>
                  </a:schemeClr>
                </a:solidFill>
              </a:defRPr>
            </a:lvl1pPr>
          </a:lstStyle>
          <a:p>
            <a:fld id="{0489EC60-5D13-492C-8D6B-471F73FDA5E8}" type="slidenum">
              <a:rPr lang="es-CO" smtClean="0"/>
              <a:t>‹#›</a:t>
            </a:fld>
            <a:endParaRPr lang="es-CO"/>
          </a:p>
        </p:txBody>
      </p:sp>
    </p:spTree>
    <p:extLst>
      <p:ext uri="{BB962C8B-B14F-4D97-AF65-F5344CB8AC3E}">
        <p14:creationId xmlns:p14="http://schemas.microsoft.com/office/powerpoint/2010/main" val="167195889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693" r:id="rId20"/>
    <p:sldLayoutId id="2147483686" r:id="rId21"/>
    <p:sldLayoutId id="2147483687" r:id="rId22"/>
    <p:sldLayoutId id="2147483689" r:id="rId23"/>
    <p:sldLayoutId id="2147483688" r:id="rId24"/>
    <p:sldLayoutId id="2147483690" r:id="rId25"/>
    <p:sldLayoutId id="2147483691" r:id="rId26"/>
    <p:sldLayoutId id="2147483692" r:id="rId27"/>
    <p:sldLayoutId id="2147483714" r:id="rId28"/>
  </p:sldLayoutIdLst>
  <p:txStyles>
    <p:title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p:titleStyle>
    <p:body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p:bodyStyle>
    <p:otherStyle>
      <a:defPPr>
        <a:defRPr lang="en-US"/>
      </a:defPPr>
      <a:lvl1pPr marL="0" algn="l" defTabSz="1507846" rtl="0" eaLnBrk="1" latinLnBrk="0" hangingPunct="1">
        <a:defRPr sz="2968" kern="1200">
          <a:solidFill>
            <a:schemeClr val="tx1"/>
          </a:solidFill>
          <a:latin typeface="+mn-lt"/>
          <a:ea typeface="+mn-ea"/>
          <a:cs typeface="+mn-cs"/>
        </a:defRPr>
      </a:lvl1pPr>
      <a:lvl2pPr marL="753923" algn="l" defTabSz="1507846" rtl="0" eaLnBrk="1" latinLnBrk="0" hangingPunct="1">
        <a:defRPr sz="2968" kern="1200">
          <a:solidFill>
            <a:schemeClr val="tx1"/>
          </a:solidFill>
          <a:latin typeface="+mn-lt"/>
          <a:ea typeface="+mn-ea"/>
          <a:cs typeface="+mn-cs"/>
        </a:defRPr>
      </a:lvl2pPr>
      <a:lvl3pPr marL="1507846" algn="l" defTabSz="1507846" rtl="0" eaLnBrk="1" latinLnBrk="0" hangingPunct="1">
        <a:defRPr sz="2968" kern="1200">
          <a:solidFill>
            <a:schemeClr val="tx1"/>
          </a:solidFill>
          <a:latin typeface="+mn-lt"/>
          <a:ea typeface="+mn-ea"/>
          <a:cs typeface="+mn-cs"/>
        </a:defRPr>
      </a:lvl3pPr>
      <a:lvl4pPr marL="2261768" algn="l" defTabSz="1507846" rtl="0" eaLnBrk="1" latinLnBrk="0" hangingPunct="1">
        <a:defRPr sz="2968" kern="1200">
          <a:solidFill>
            <a:schemeClr val="tx1"/>
          </a:solidFill>
          <a:latin typeface="+mn-lt"/>
          <a:ea typeface="+mn-ea"/>
          <a:cs typeface="+mn-cs"/>
        </a:defRPr>
      </a:lvl4pPr>
      <a:lvl5pPr marL="3015691" algn="l" defTabSz="1507846" rtl="0" eaLnBrk="1" latinLnBrk="0" hangingPunct="1">
        <a:defRPr sz="2968" kern="1200">
          <a:solidFill>
            <a:schemeClr val="tx1"/>
          </a:solidFill>
          <a:latin typeface="+mn-lt"/>
          <a:ea typeface="+mn-ea"/>
          <a:cs typeface="+mn-cs"/>
        </a:defRPr>
      </a:lvl5pPr>
      <a:lvl6pPr marL="3769614" algn="l" defTabSz="1507846" rtl="0" eaLnBrk="1" latinLnBrk="0" hangingPunct="1">
        <a:defRPr sz="2968" kern="1200">
          <a:solidFill>
            <a:schemeClr val="tx1"/>
          </a:solidFill>
          <a:latin typeface="+mn-lt"/>
          <a:ea typeface="+mn-ea"/>
          <a:cs typeface="+mn-cs"/>
        </a:defRPr>
      </a:lvl6pPr>
      <a:lvl7pPr marL="4523537" algn="l" defTabSz="1507846" rtl="0" eaLnBrk="1" latinLnBrk="0" hangingPunct="1">
        <a:defRPr sz="2968" kern="1200">
          <a:solidFill>
            <a:schemeClr val="tx1"/>
          </a:solidFill>
          <a:latin typeface="+mn-lt"/>
          <a:ea typeface="+mn-ea"/>
          <a:cs typeface="+mn-cs"/>
        </a:defRPr>
      </a:lvl7pPr>
      <a:lvl8pPr marL="5277460" algn="l" defTabSz="1507846" rtl="0" eaLnBrk="1" latinLnBrk="0" hangingPunct="1">
        <a:defRPr sz="2968" kern="1200">
          <a:solidFill>
            <a:schemeClr val="tx1"/>
          </a:solidFill>
          <a:latin typeface="+mn-lt"/>
          <a:ea typeface="+mn-ea"/>
          <a:cs typeface="+mn-cs"/>
        </a:defRPr>
      </a:lvl8pPr>
      <a:lvl9pPr marL="6031382" algn="l" defTabSz="1507846" rtl="0" eaLnBrk="1" latinLnBrk="0" hangingPunct="1">
        <a:defRPr sz="296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martinfowler.com/articles/lmax.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5E50992-41E3-B944-B348-48647978B886}"/>
              </a:ext>
            </a:extLst>
          </p:cNvPr>
          <p:cNvSpPr>
            <a:spLocks noGrp="1"/>
          </p:cNvSpPr>
          <p:nvPr>
            <p:ph type="body" sz="quarter" idx="10"/>
          </p:nvPr>
        </p:nvSpPr>
        <p:spPr>
          <a:xfrm>
            <a:off x="10861289" y="3890014"/>
            <a:ext cx="8207296" cy="1284526"/>
          </a:xfrm>
        </p:spPr>
        <p:txBody>
          <a:bodyPr>
            <a:normAutofit fontScale="92500" lnSpcReduction="10000"/>
          </a:bodyPr>
          <a:lstStyle/>
          <a:p>
            <a:r>
              <a:rPr lang="es-CO" sz="4000" dirty="0"/>
              <a:t>Cuaderno de Trabajo 8 </a:t>
            </a:r>
          </a:p>
          <a:p>
            <a:r>
              <a:rPr lang="es-CO" sz="4000" dirty="0"/>
              <a:t>Análisis de arquitecturas y diseño</a:t>
            </a:r>
          </a:p>
        </p:txBody>
      </p:sp>
      <p:sp>
        <p:nvSpPr>
          <p:cNvPr id="3" name="Marcador de texto 1">
            <a:extLst>
              <a:ext uri="{FF2B5EF4-FFF2-40B4-BE49-F238E27FC236}">
                <a16:creationId xmlns:a16="http://schemas.microsoft.com/office/drawing/2014/main" id="{2D598DFA-329B-2E42-B0CD-A299535D3FF7}"/>
              </a:ext>
            </a:extLst>
          </p:cNvPr>
          <p:cNvSpPr txBox="1">
            <a:spLocks/>
          </p:cNvSpPr>
          <p:nvPr/>
        </p:nvSpPr>
        <p:spPr>
          <a:xfrm>
            <a:off x="10447866" y="6716081"/>
            <a:ext cx="9443633" cy="1696400"/>
          </a:xfrm>
          <a:prstGeom prst="rect">
            <a:avLst/>
          </a:prstGeom>
        </p:spPr>
        <p:txBody>
          <a:bodyPr vert="horz" lIns="91440" tIns="45720" rIns="91440" bIns="45720" rtlCol="0">
            <a:normAutofit/>
          </a:bodyPr>
          <a:lstStyle>
            <a:lvl1pPr marL="0" indent="0" algn="ctr" defTabSz="1507846" rtl="0" eaLnBrk="1" latinLnBrk="0" hangingPunct="1">
              <a:lnSpc>
                <a:spcPct val="90000"/>
              </a:lnSpc>
              <a:spcBef>
                <a:spcPts val="1649"/>
              </a:spcBef>
              <a:buFont typeface="Arial" panose="020B0604020202020204" pitchFamily="34" charset="0"/>
              <a:buNone/>
              <a:defRPr lang="es-ES" sz="5150" kern="1200" spc="15" dirty="0" smtClean="0">
                <a:solidFill>
                  <a:srgbClr val="FFFFFF"/>
                </a:solidFill>
                <a:latin typeface="GT America"/>
                <a:ea typeface="+mn-ea"/>
                <a:cs typeface="GT America"/>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a:lstStyle>
          <a:p>
            <a:r>
              <a:rPr lang="es-CO" sz="3600" dirty="0"/>
              <a:t>Principios de diseño y arquitectura de software</a:t>
            </a:r>
          </a:p>
          <a:p>
            <a:r>
              <a:rPr lang="es-CO" sz="3600" dirty="0"/>
              <a:t>Módulo 8</a:t>
            </a:r>
          </a:p>
        </p:txBody>
      </p:sp>
    </p:spTree>
    <p:extLst>
      <p:ext uri="{BB962C8B-B14F-4D97-AF65-F5344CB8AC3E}">
        <p14:creationId xmlns:p14="http://schemas.microsoft.com/office/powerpoint/2010/main" val="2908288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riangle 36">
            <a:extLst>
              <a:ext uri="{FF2B5EF4-FFF2-40B4-BE49-F238E27FC236}">
                <a16:creationId xmlns:a16="http://schemas.microsoft.com/office/drawing/2014/main" id="{3FCA2B96-8A3D-E242-A5E3-D4E41B6FDAA1}"/>
              </a:ext>
            </a:extLst>
          </p:cNvPr>
          <p:cNvSpPr/>
          <p:nvPr/>
        </p:nvSpPr>
        <p:spPr>
          <a:xfrm>
            <a:off x="3398809" y="0"/>
            <a:ext cx="16705292" cy="11855450"/>
          </a:xfrm>
          <a:prstGeom prst="triangle">
            <a:avLst>
              <a:gd name="adj" fmla="val 9961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O" dirty="0"/>
          </a:p>
        </p:txBody>
      </p:sp>
      <p:sp>
        <p:nvSpPr>
          <p:cNvPr id="51" name="TextBox 50">
            <a:extLst>
              <a:ext uri="{FF2B5EF4-FFF2-40B4-BE49-F238E27FC236}">
                <a16:creationId xmlns:a16="http://schemas.microsoft.com/office/drawing/2014/main" id="{23082241-1E6D-2F45-A434-4397FC7D8E66}"/>
              </a:ext>
            </a:extLst>
          </p:cNvPr>
          <p:cNvSpPr txBox="1"/>
          <p:nvPr/>
        </p:nvSpPr>
        <p:spPr>
          <a:xfrm>
            <a:off x="8275723" y="8708318"/>
            <a:ext cx="11213548" cy="2308324"/>
          </a:xfrm>
          <a:prstGeom prst="rect">
            <a:avLst/>
          </a:prstGeom>
          <a:noFill/>
        </p:spPr>
        <p:txBody>
          <a:bodyPr wrap="square" rtlCol="0">
            <a:spAutoFit/>
          </a:bodyPr>
          <a:lstStyle/>
          <a:p>
            <a:r>
              <a:rPr lang="en-CO" sz="3600" dirty="0">
                <a:solidFill>
                  <a:schemeClr val="bg1"/>
                </a:solidFill>
              </a:rPr>
              <a:t>Objetivo:</a:t>
            </a:r>
          </a:p>
          <a:p>
            <a:endParaRPr lang="en-CO" sz="3600" dirty="0">
              <a:solidFill>
                <a:schemeClr val="bg1"/>
              </a:solidFill>
            </a:endParaRPr>
          </a:p>
          <a:p>
            <a:r>
              <a:rPr lang="en-CO" sz="3600" dirty="0">
                <a:solidFill>
                  <a:schemeClr val="bg1"/>
                </a:solidFill>
              </a:rPr>
              <a:t>Aplicar los conocimientos aprendidos en el curso para analizar un diseño de arquitectura</a:t>
            </a:r>
          </a:p>
        </p:txBody>
      </p:sp>
      <p:pic>
        <p:nvPicPr>
          <p:cNvPr id="5" name="Picture 4" descr="A screenshot of a social media post&#10;&#10;Description automatically generated">
            <a:extLst>
              <a:ext uri="{FF2B5EF4-FFF2-40B4-BE49-F238E27FC236}">
                <a16:creationId xmlns:a16="http://schemas.microsoft.com/office/drawing/2014/main" id="{77AE483E-9E3D-7649-B04D-AD58A2C8E1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9361624">
            <a:off x="992964" y="3100976"/>
            <a:ext cx="11008897" cy="2298561"/>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id="{BD05EAED-00B2-8746-BF8F-8534521CBE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9329809">
            <a:off x="10422889" y="1594563"/>
            <a:ext cx="5842000" cy="1841500"/>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7428F244-8713-834C-BEA6-ED3C25BE69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9362160">
            <a:off x="6317347" y="5156932"/>
            <a:ext cx="5270500" cy="1727200"/>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4AE2E44F-E41B-E243-99F1-21A66288FE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352885">
            <a:off x="1884601" y="8410092"/>
            <a:ext cx="5499100" cy="1981200"/>
          </a:xfrm>
          <a:prstGeom prst="rect">
            <a:avLst/>
          </a:prstGeom>
        </p:spPr>
      </p:pic>
    </p:spTree>
    <p:extLst>
      <p:ext uri="{BB962C8B-B14F-4D97-AF65-F5344CB8AC3E}">
        <p14:creationId xmlns:p14="http://schemas.microsoft.com/office/powerpoint/2010/main" val="1173090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968334" y="819883"/>
            <a:ext cx="1585535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Instrucciones</a:t>
            </a:r>
          </a:p>
        </p:txBody>
      </p:sp>
      <p:sp>
        <p:nvSpPr>
          <p:cNvPr id="4" name="TextBox 3">
            <a:extLst>
              <a:ext uri="{FF2B5EF4-FFF2-40B4-BE49-F238E27FC236}">
                <a16:creationId xmlns:a16="http://schemas.microsoft.com/office/drawing/2014/main" id="{1D306D19-67FB-F64C-8F91-4A22F32D7DCB}"/>
              </a:ext>
            </a:extLst>
          </p:cNvPr>
          <p:cNvSpPr txBox="1"/>
          <p:nvPr/>
        </p:nvSpPr>
        <p:spPr>
          <a:xfrm>
            <a:off x="1172444" y="3465322"/>
            <a:ext cx="16397099" cy="2674707"/>
          </a:xfrm>
          <a:prstGeom prst="rect">
            <a:avLst/>
          </a:prstGeom>
          <a:noFill/>
        </p:spPr>
        <p:txBody>
          <a:bodyPr wrap="square" lIns="91440" tIns="45720" rIns="91440" bIns="45720" rtlCol="0" anchor="t">
            <a:spAutoFit/>
          </a:bodyPr>
          <a:lstStyle/>
          <a:p>
            <a:pPr>
              <a:lnSpc>
                <a:spcPct val="150000"/>
              </a:lnSpc>
              <a:spcBef>
                <a:spcPts val="600"/>
              </a:spcBef>
            </a:pPr>
            <a:r>
              <a:rPr lang="es-ES" sz="2800" dirty="0">
                <a:solidFill>
                  <a:schemeClr val="accent1"/>
                </a:solidFill>
              </a:rPr>
              <a:t>A partir de los conocimientos aprendidos en el curso, revisar los casos que se presentan a continuación y responder </a:t>
            </a:r>
            <a:r>
              <a:rPr lang="es-ES" sz="2800" dirty="0">
                <a:ea typeface="+mn-lt"/>
                <a:cs typeface="+mn-lt"/>
              </a:rPr>
              <a:t>de manera individual</a:t>
            </a:r>
            <a:r>
              <a:rPr lang="es-ES" sz="2800" dirty="0">
                <a:solidFill>
                  <a:schemeClr val="accent1"/>
                </a:solidFill>
              </a:rPr>
              <a:t> las preguntas que se formulan.  Posteriormente compartir este análisis con los compañeros del curso.</a:t>
            </a:r>
          </a:p>
          <a:p>
            <a:pPr lvl="1">
              <a:lnSpc>
                <a:spcPct val="150000"/>
              </a:lnSpc>
              <a:spcBef>
                <a:spcPts val="600"/>
              </a:spcBef>
            </a:pPr>
            <a:endParaRPr lang="en-CO" sz="2800" dirty="0">
              <a:solidFill>
                <a:schemeClr val="accent1"/>
              </a:solidFill>
            </a:endParaRPr>
          </a:p>
        </p:txBody>
      </p:sp>
    </p:spTree>
    <p:extLst>
      <p:ext uri="{BB962C8B-B14F-4D97-AF65-F5344CB8AC3E}">
        <p14:creationId xmlns:p14="http://schemas.microsoft.com/office/powerpoint/2010/main" val="421993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Caso 1</a:t>
            </a:r>
          </a:p>
        </p:txBody>
      </p:sp>
      <p:sp>
        <p:nvSpPr>
          <p:cNvPr id="4" name="Title 1">
            <a:extLst>
              <a:ext uri="{FF2B5EF4-FFF2-40B4-BE49-F238E27FC236}">
                <a16:creationId xmlns:a16="http://schemas.microsoft.com/office/drawing/2014/main" id="{2B8A20C3-7B08-5649-BF92-9AC72FB4224F}"/>
              </a:ext>
            </a:extLst>
          </p:cNvPr>
          <p:cNvSpPr>
            <a:spLocks noGrp="1"/>
          </p:cNvSpPr>
          <p:nvPr>
            <p:ph type="title"/>
          </p:nvPr>
        </p:nvSpPr>
        <p:spPr>
          <a:xfrm>
            <a:off x="848436" y="2619716"/>
            <a:ext cx="11506200" cy="710361"/>
          </a:xfrm>
        </p:spPr>
        <p:txBody>
          <a:bodyPr>
            <a:normAutofit/>
          </a:bodyPr>
          <a:lstStyle/>
          <a:p>
            <a:r>
              <a:rPr lang="es-CO" sz="3200" dirty="0"/>
              <a:t>Estilos y Tácticas de Latencia  -  LMAX</a:t>
            </a:r>
          </a:p>
        </p:txBody>
      </p:sp>
      <p:sp>
        <p:nvSpPr>
          <p:cNvPr id="5" name="Rectangle 4">
            <a:extLst>
              <a:ext uri="{FF2B5EF4-FFF2-40B4-BE49-F238E27FC236}">
                <a16:creationId xmlns:a16="http://schemas.microsoft.com/office/drawing/2014/main" id="{20883DC2-4225-634B-8EDF-A662FE250AAB}"/>
              </a:ext>
            </a:extLst>
          </p:cNvPr>
          <p:cNvSpPr/>
          <p:nvPr/>
        </p:nvSpPr>
        <p:spPr>
          <a:xfrm>
            <a:off x="848435" y="4071288"/>
            <a:ext cx="17983851" cy="6792655"/>
          </a:xfrm>
          <a:prstGeom prst="rect">
            <a:avLst/>
          </a:prstGeom>
          <a:solidFill>
            <a:schemeClr val="accent4">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t"/>
          <a:lstStyle/>
          <a:p>
            <a:pPr marL="171450" indent="-171450">
              <a:buFont typeface="Arial"/>
              <a:buChar char="•"/>
            </a:pPr>
            <a:r>
              <a:rPr lang="es-CO" sz="3200" dirty="0"/>
              <a:t>Originalmente pensado para una plataforma de transacciones de productos financieros.  Se requiere el procesamiento de muchas transacciones con mínima latencia</a:t>
            </a:r>
          </a:p>
          <a:p>
            <a:pPr marL="171450" indent="-171450">
              <a:buFont typeface="Arial"/>
              <a:buChar char="•"/>
            </a:pPr>
            <a:r>
              <a:rPr lang="es-CO" sz="3200" dirty="0"/>
              <a:t>Es capaz de procesar  millones de transacciones por segundo, en un solo hilo de ejecución para uno de sus componentes</a:t>
            </a:r>
          </a:p>
          <a:p>
            <a:pPr marL="171450" indent="-171450">
              <a:buFont typeface="Arial"/>
              <a:buChar char="•"/>
            </a:pPr>
            <a:r>
              <a:rPr lang="es-CO" sz="3200" dirty="0"/>
              <a:t>Se identifican tres componentes principales</a:t>
            </a:r>
          </a:p>
          <a:p>
            <a:pPr marL="628650" lvl="1" indent="-171450">
              <a:spcBef>
                <a:spcPts val="1200"/>
              </a:spcBef>
              <a:buFont typeface="Arial"/>
              <a:buChar char="•"/>
            </a:pPr>
            <a:r>
              <a:rPr lang="es-CO" sz="3200" dirty="0"/>
              <a:t>Business logic</a:t>
            </a:r>
          </a:p>
          <a:p>
            <a:pPr marL="628650" lvl="1" indent="-171450">
              <a:buFont typeface="Arial"/>
              <a:buChar char="•"/>
            </a:pPr>
            <a:r>
              <a:rPr lang="es-CO" sz="3200" dirty="0"/>
              <a:t>Input disruptor</a:t>
            </a:r>
          </a:p>
          <a:p>
            <a:pPr marL="628650" lvl="1" indent="-171450">
              <a:buFont typeface="Arial"/>
              <a:buChar char="•"/>
            </a:pPr>
            <a:r>
              <a:rPr lang="es-CO" sz="3200" dirty="0"/>
              <a:t>Output disruptor</a:t>
            </a:r>
          </a:p>
          <a:p>
            <a:endParaRPr lang="es-CO" sz="3200" dirty="0"/>
          </a:p>
          <a:p>
            <a:r>
              <a:rPr lang="es-CO" sz="3200" dirty="0"/>
              <a:t>Recurso en línea: </a:t>
            </a:r>
            <a:r>
              <a:rPr lang="es-CO" sz="3200" dirty="0">
                <a:hlinkClick r:id="rId4"/>
              </a:rPr>
              <a:t>http://martinfowler.com/articles/lmax.html</a:t>
            </a:r>
            <a:endParaRPr lang="es-CO" sz="3200" dirty="0"/>
          </a:p>
          <a:p>
            <a:endParaRPr lang="es-CO" sz="3200" dirty="0"/>
          </a:p>
          <a:p>
            <a:r>
              <a:rPr lang="es-CO" sz="3200" dirty="0"/>
              <a:t>Visitado por última vez en agosto de 2020</a:t>
            </a:r>
          </a:p>
          <a:p>
            <a:pPr marL="628650" lvl="1" indent="-171450">
              <a:buFont typeface="Arial"/>
              <a:buChar char="•"/>
            </a:pPr>
            <a:endParaRPr lang="es-CO" sz="3200" dirty="0"/>
          </a:p>
          <a:p>
            <a:endParaRPr lang="es-CO" sz="3200" dirty="0"/>
          </a:p>
          <a:p>
            <a:endParaRPr lang="es-CO" sz="4000" dirty="0"/>
          </a:p>
        </p:txBody>
      </p:sp>
    </p:spTree>
    <p:extLst>
      <p:ext uri="{BB962C8B-B14F-4D97-AF65-F5344CB8AC3E}">
        <p14:creationId xmlns:p14="http://schemas.microsoft.com/office/powerpoint/2010/main" val="2139805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Preguntas para reflexionar sobre el Caso 1</a:t>
            </a:r>
          </a:p>
        </p:txBody>
      </p:sp>
      <p:sp>
        <p:nvSpPr>
          <p:cNvPr id="4" name="Title 1">
            <a:extLst>
              <a:ext uri="{FF2B5EF4-FFF2-40B4-BE49-F238E27FC236}">
                <a16:creationId xmlns:a16="http://schemas.microsoft.com/office/drawing/2014/main" id="{2B8A20C3-7B08-5649-BF92-9AC72FB4224F}"/>
              </a:ext>
            </a:extLst>
          </p:cNvPr>
          <p:cNvSpPr>
            <a:spLocks noGrp="1"/>
          </p:cNvSpPr>
          <p:nvPr>
            <p:ph type="title"/>
          </p:nvPr>
        </p:nvSpPr>
        <p:spPr>
          <a:xfrm>
            <a:off x="848436" y="2619716"/>
            <a:ext cx="11506200" cy="710361"/>
          </a:xfrm>
        </p:spPr>
        <p:txBody>
          <a:bodyPr>
            <a:normAutofit/>
          </a:bodyPr>
          <a:lstStyle/>
          <a:p>
            <a:r>
              <a:rPr lang="es-CO" sz="3200" dirty="0"/>
              <a:t>Puntos para reflexionar de esta lectura:</a:t>
            </a:r>
          </a:p>
        </p:txBody>
      </p:sp>
      <p:sp>
        <p:nvSpPr>
          <p:cNvPr id="6" name="Title 1">
            <a:extLst>
              <a:ext uri="{FF2B5EF4-FFF2-40B4-BE49-F238E27FC236}">
                <a16:creationId xmlns:a16="http://schemas.microsoft.com/office/drawing/2014/main" id="{CE8891EC-6E5E-764F-B8F7-0ADE74C9B0B5}"/>
              </a:ext>
            </a:extLst>
          </p:cNvPr>
          <p:cNvSpPr txBox="1">
            <a:spLocks/>
          </p:cNvSpPr>
          <p:nvPr/>
        </p:nvSpPr>
        <p:spPr>
          <a:xfrm>
            <a:off x="848436" y="3800871"/>
            <a:ext cx="17461335" cy="1387703"/>
          </a:xfrm>
          <a:prstGeom prst="rect">
            <a:avLst/>
          </a:prstGeom>
        </p:spPr>
        <p:txBody>
          <a:bodyPr vert="horz" lIns="91440" tIns="45720" rIns="91440" bIns="45720" rtlCol="0" anchor="ctr">
            <a:normAutofit/>
          </a:bodyPr>
          <a:lst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a:lstStyle>
          <a:p>
            <a:r>
              <a:rPr lang="es-CO" sz="3200" dirty="0"/>
              <a:t>1-  Qué modelos identifica en el diseño presentado en la lectura?  Utilice la tabla que se presenta a continuación </a:t>
            </a:r>
          </a:p>
        </p:txBody>
      </p:sp>
      <p:graphicFrame>
        <p:nvGraphicFramePr>
          <p:cNvPr id="2" name="Table 1">
            <a:extLst>
              <a:ext uri="{FF2B5EF4-FFF2-40B4-BE49-F238E27FC236}">
                <a16:creationId xmlns:a16="http://schemas.microsoft.com/office/drawing/2014/main" id="{D43EA34D-97D4-4649-87AE-73365E438E16}"/>
              </a:ext>
            </a:extLst>
          </p:cNvPr>
          <p:cNvGraphicFramePr>
            <a:graphicFrameLocks noGrp="1"/>
          </p:cNvGraphicFramePr>
          <p:nvPr>
            <p:extLst>
              <p:ext uri="{D42A27DB-BD31-4B8C-83A1-F6EECF244321}">
                <p14:modId xmlns:p14="http://schemas.microsoft.com/office/powerpoint/2010/main" val="1525834644"/>
              </p:ext>
            </p:extLst>
          </p:nvPr>
        </p:nvGraphicFramePr>
        <p:xfrm>
          <a:off x="848436" y="5411027"/>
          <a:ext cx="17839614" cy="4527995"/>
        </p:xfrm>
        <a:graphic>
          <a:graphicData uri="http://schemas.openxmlformats.org/drawingml/2006/table">
            <a:tbl>
              <a:tblPr firstRow="1" bandRow="1">
                <a:tableStyleId>{5C22544A-7EE6-4342-B048-85BDC9FD1C3A}</a:tableStyleId>
              </a:tblPr>
              <a:tblGrid>
                <a:gridCol w="6765702">
                  <a:extLst>
                    <a:ext uri="{9D8B030D-6E8A-4147-A177-3AD203B41FA5}">
                      <a16:colId xmlns:a16="http://schemas.microsoft.com/office/drawing/2014/main" val="3941170535"/>
                    </a:ext>
                  </a:extLst>
                </a:gridCol>
                <a:gridCol w="6101862">
                  <a:extLst>
                    <a:ext uri="{9D8B030D-6E8A-4147-A177-3AD203B41FA5}">
                      <a16:colId xmlns:a16="http://schemas.microsoft.com/office/drawing/2014/main" val="2195460909"/>
                    </a:ext>
                  </a:extLst>
                </a:gridCol>
                <a:gridCol w="4972050">
                  <a:extLst>
                    <a:ext uri="{9D8B030D-6E8A-4147-A177-3AD203B41FA5}">
                      <a16:colId xmlns:a16="http://schemas.microsoft.com/office/drawing/2014/main" val="3100850167"/>
                    </a:ext>
                  </a:extLst>
                </a:gridCol>
              </a:tblGrid>
              <a:tr h="370840">
                <a:tc>
                  <a:txBody>
                    <a:bodyPr/>
                    <a:lstStyle/>
                    <a:p>
                      <a:pPr algn="ctr"/>
                      <a:r>
                        <a:rPr lang="en-CO" dirty="0"/>
                        <a:t>Modelo</a:t>
                      </a:r>
                    </a:p>
                  </a:txBody>
                  <a:tcPr/>
                </a:tc>
                <a:tc>
                  <a:txBody>
                    <a:bodyPr/>
                    <a:lstStyle/>
                    <a:p>
                      <a:pPr algn="ctr"/>
                      <a:r>
                        <a:rPr lang="en-CO" dirty="0"/>
                        <a:t>Tipo de Modelo (Módulo, C&amp;C, Asignación)</a:t>
                      </a:r>
                    </a:p>
                  </a:txBody>
                  <a:tcPr/>
                </a:tc>
                <a:tc>
                  <a:txBody>
                    <a:bodyPr/>
                    <a:lstStyle/>
                    <a:p>
                      <a:pPr algn="ctr"/>
                      <a:r>
                        <a:rPr lang="en-CO" dirty="0"/>
                        <a:t>Vista en dónde lo ubicaría</a:t>
                      </a:r>
                    </a:p>
                  </a:txBody>
                  <a:tcPr/>
                </a:tc>
                <a:extLst>
                  <a:ext uri="{0D108BD9-81ED-4DB2-BD59-A6C34878D82A}">
                    <a16:rowId xmlns:a16="http://schemas.microsoft.com/office/drawing/2014/main" val="389441629"/>
                  </a:ext>
                </a:extLst>
              </a:tr>
              <a:tr h="370840">
                <a:tc>
                  <a:txBody>
                    <a:bodyPr/>
                    <a:lstStyle/>
                    <a:p>
                      <a:r>
                        <a:rPr lang="en-CO" dirty="0"/>
                        <a:t>F1 - </a:t>
                      </a:r>
                      <a:r>
                        <a:rPr lang="en-US" sz="2968" b="0" i="1" kern="1200" dirty="0">
                          <a:solidFill>
                            <a:schemeClr val="dk1"/>
                          </a:solidFill>
                          <a:effectLst/>
                          <a:latin typeface="+mn-lt"/>
                          <a:ea typeface="+mn-ea"/>
                          <a:cs typeface="+mn-cs"/>
                        </a:rPr>
                        <a:t>LMAX's architecture in three blobs</a:t>
                      </a:r>
                      <a:endParaRPr lang="en-CO" dirty="0"/>
                    </a:p>
                  </a:txBody>
                  <a:tcPr/>
                </a:tc>
                <a:tc>
                  <a:txBody>
                    <a:bodyPr/>
                    <a:lstStyle/>
                    <a:p>
                      <a:r>
                        <a:rPr lang="en-CO" dirty="0"/>
                        <a:t>Componentes y conectores</a:t>
                      </a:r>
                    </a:p>
                  </a:txBody>
                  <a:tcPr/>
                </a:tc>
                <a:tc>
                  <a:txBody>
                    <a:bodyPr/>
                    <a:lstStyle/>
                    <a:p>
                      <a:r>
                        <a:rPr lang="en-CO" dirty="0"/>
                        <a:t>Funcional</a:t>
                      </a:r>
                    </a:p>
                  </a:txBody>
                  <a:tcPr/>
                </a:tc>
                <a:extLst>
                  <a:ext uri="{0D108BD9-81ED-4DB2-BD59-A6C34878D82A}">
                    <a16:rowId xmlns:a16="http://schemas.microsoft.com/office/drawing/2014/main" val="3917112728"/>
                  </a:ext>
                </a:extLst>
              </a:tr>
              <a:tr h="370840">
                <a:tc>
                  <a:txBody>
                    <a:bodyPr/>
                    <a:lstStyle/>
                    <a:p>
                      <a:r>
                        <a:rPr lang="en-CO" dirty="0"/>
                        <a:t>F2 - </a:t>
                      </a:r>
                      <a:r>
                        <a:rPr lang="en-US" sz="2968" b="0" i="1" kern="1200" dirty="0">
                          <a:solidFill>
                            <a:schemeClr val="dk1"/>
                          </a:solidFill>
                          <a:effectLst/>
                          <a:latin typeface="+mn-lt"/>
                          <a:ea typeface="+mn-ea"/>
                          <a:cs typeface="+mn-cs"/>
                        </a:rPr>
                        <a:t>The activities done by the input disruptor </a:t>
                      </a:r>
                      <a:endParaRPr lang="en-CO" dirty="0"/>
                    </a:p>
                  </a:txBody>
                  <a:tcPr/>
                </a:tc>
                <a:tc>
                  <a:txBody>
                    <a:bodyPr/>
                    <a:lstStyle/>
                    <a:p>
                      <a:r>
                        <a:rPr lang="en-CO" dirty="0"/>
                        <a:t>Actividades</a:t>
                      </a:r>
                    </a:p>
                  </a:txBody>
                  <a:tcPr/>
                </a:tc>
                <a:tc>
                  <a:txBody>
                    <a:bodyPr/>
                    <a:lstStyle/>
                    <a:p>
                      <a:r>
                        <a:rPr lang="en-CO" dirty="0"/>
                        <a:t>Información</a:t>
                      </a:r>
                    </a:p>
                  </a:txBody>
                  <a:tcPr/>
                </a:tc>
                <a:extLst>
                  <a:ext uri="{0D108BD9-81ED-4DB2-BD59-A6C34878D82A}">
                    <a16:rowId xmlns:a16="http://schemas.microsoft.com/office/drawing/2014/main" val="3280447602"/>
                  </a:ext>
                </a:extLst>
              </a:tr>
              <a:tr h="370840">
                <a:tc>
                  <a:txBody>
                    <a:bodyPr/>
                    <a:lstStyle/>
                    <a:p>
                      <a:r>
                        <a:rPr lang="en-CO" dirty="0"/>
                        <a:t>F3 - </a:t>
                      </a:r>
                      <a:r>
                        <a:rPr lang="en-US" sz="2968" b="0" i="1" kern="1200" dirty="0">
                          <a:solidFill>
                            <a:schemeClr val="dk1"/>
                          </a:solidFill>
                          <a:effectLst/>
                          <a:latin typeface="+mn-lt"/>
                          <a:ea typeface="+mn-ea"/>
                          <a:cs typeface="+mn-cs"/>
                        </a:rPr>
                        <a:t>The input disruptor coordinates one producer and four consumers</a:t>
                      </a:r>
                      <a:endParaRPr lang="en-CO" dirty="0"/>
                    </a:p>
                  </a:txBody>
                  <a:tcPr/>
                </a:tc>
                <a:tc>
                  <a:txBody>
                    <a:bodyPr/>
                    <a:lstStyle/>
                    <a:p>
                      <a:r>
                        <a:rPr lang="en-CO" dirty="0"/>
                        <a:t>Concurrencia</a:t>
                      </a:r>
                    </a:p>
                  </a:txBody>
                  <a:tcPr/>
                </a:tc>
                <a:tc>
                  <a:txBody>
                    <a:bodyPr/>
                    <a:lstStyle/>
                    <a:p>
                      <a:r>
                        <a:rPr lang="en-CO" dirty="0"/>
                        <a:t>Concurrencia</a:t>
                      </a:r>
                    </a:p>
                  </a:txBody>
                  <a:tcPr/>
                </a:tc>
                <a:extLst>
                  <a:ext uri="{0D108BD9-81ED-4DB2-BD59-A6C34878D82A}">
                    <a16:rowId xmlns:a16="http://schemas.microsoft.com/office/drawing/2014/main" val="1764889229"/>
                  </a:ext>
                </a:extLst>
              </a:tr>
              <a:tr h="370840">
                <a:tc>
                  <a:txBody>
                    <a:bodyPr/>
                    <a:lstStyle/>
                    <a:p>
                      <a:r>
                        <a:rPr lang="en-CO" dirty="0"/>
                        <a:t>F4 - </a:t>
                      </a:r>
                      <a:r>
                        <a:rPr lang="en-US" sz="2968" b="0" i="1" kern="1200" dirty="0">
                          <a:solidFill>
                            <a:schemeClr val="dk1"/>
                          </a:solidFill>
                          <a:effectLst/>
                          <a:latin typeface="+mn-lt"/>
                          <a:ea typeface="+mn-ea"/>
                          <a:cs typeface="+mn-cs"/>
                        </a:rPr>
                        <a:t>The LMAX architecture with the disruptors expanded</a:t>
                      </a:r>
                      <a:endParaRPr lang="en-CO" dirty="0"/>
                    </a:p>
                  </a:txBody>
                  <a:tcPr/>
                </a:tc>
                <a:tc>
                  <a:txBody>
                    <a:bodyPr/>
                    <a:lstStyle/>
                    <a:p>
                      <a:r>
                        <a:rPr lang="en-CO" dirty="0"/>
                        <a:t>Componentes y conectores </a:t>
                      </a:r>
                    </a:p>
                  </a:txBody>
                  <a:tcPr/>
                </a:tc>
                <a:tc>
                  <a:txBody>
                    <a:bodyPr/>
                    <a:lstStyle/>
                    <a:p>
                      <a:r>
                        <a:rPr lang="en-CO" dirty="0"/>
                        <a:t>Funcional</a:t>
                      </a:r>
                    </a:p>
                  </a:txBody>
                  <a:tcPr/>
                </a:tc>
                <a:extLst>
                  <a:ext uri="{0D108BD9-81ED-4DB2-BD59-A6C34878D82A}">
                    <a16:rowId xmlns:a16="http://schemas.microsoft.com/office/drawing/2014/main" val="4136226894"/>
                  </a:ext>
                </a:extLst>
              </a:tr>
            </a:tbl>
          </a:graphicData>
        </a:graphic>
      </p:graphicFrame>
    </p:spTree>
    <p:extLst>
      <p:ext uri="{BB962C8B-B14F-4D97-AF65-F5344CB8AC3E}">
        <p14:creationId xmlns:p14="http://schemas.microsoft.com/office/powerpoint/2010/main" val="730434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Preguntas para reflexionar sobre el Caso 1</a:t>
            </a:r>
          </a:p>
        </p:txBody>
      </p:sp>
      <p:sp>
        <p:nvSpPr>
          <p:cNvPr id="4" name="Title 1">
            <a:extLst>
              <a:ext uri="{FF2B5EF4-FFF2-40B4-BE49-F238E27FC236}">
                <a16:creationId xmlns:a16="http://schemas.microsoft.com/office/drawing/2014/main" id="{2B8A20C3-7B08-5649-BF92-9AC72FB4224F}"/>
              </a:ext>
            </a:extLst>
          </p:cNvPr>
          <p:cNvSpPr>
            <a:spLocks noGrp="1"/>
          </p:cNvSpPr>
          <p:nvPr>
            <p:ph type="title"/>
          </p:nvPr>
        </p:nvSpPr>
        <p:spPr>
          <a:xfrm>
            <a:off x="848436" y="2619716"/>
            <a:ext cx="11506200" cy="710361"/>
          </a:xfrm>
        </p:spPr>
        <p:txBody>
          <a:bodyPr>
            <a:normAutofit/>
          </a:bodyPr>
          <a:lstStyle/>
          <a:p>
            <a:r>
              <a:rPr lang="es-CO" sz="3200" dirty="0"/>
              <a:t>Puntos para reflexionar de esta lectura:</a:t>
            </a:r>
          </a:p>
        </p:txBody>
      </p:sp>
      <p:sp>
        <p:nvSpPr>
          <p:cNvPr id="6" name="Title 1">
            <a:extLst>
              <a:ext uri="{FF2B5EF4-FFF2-40B4-BE49-F238E27FC236}">
                <a16:creationId xmlns:a16="http://schemas.microsoft.com/office/drawing/2014/main" id="{CE8891EC-6E5E-764F-B8F7-0ADE74C9B0B5}"/>
              </a:ext>
            </a:extLst>
          </p:cNvPr>
          <p:cNvSpPr txBox="1">
            <a:spLocks/>
          </p:cNvSpPr>
          <p:nvPr/>
        </p:nvSpPr>
        <p:spPr>
          <a:xfrm>
            <a:off x="848436" y="3800871"/>
            <a:ext cx="17461335" cy="1387703"/>
          </a:xfrm>
          <a:prstGeom prst="rect">
            <a:avLst/>
          </a:prstGeom>
        </p:spPr>
        <p:txBody>
          <a:bodyPr vert="horz" lIns="91440" tIns="45720" rIns="91440" bIns="45720" rtlCol="0" anchor="ctr">
            <a:normAutofit/>
          </a:bodyPr>
          <a:lst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a:lstStyle>
          <a:p>
            <a:r>
              <a:rPr lang="es-CO" sz="3200" dirty="0"/>
              <a:t>1-  Qué estilos, tácticas o patrones identifica en la lectura?  Utilice la tabla que se presenta a continuación </a:t>
            </a:r>
          </a:p>
        </p:txBody>
      </p:sp>
      <p:graphicFrame>
        <p:nvGraphicFramePr>
          <p:cNvPr id="2" name="Table 1">
            <a:extLst>
              <a:ext uri="{FF2B5EF4-FFF2-40B4-BE49-F238E27FC236}">
                <a16:creationId xmlns:a16="http://schemas.microsoft.com/office/drawing/2014/main" id="{D43EA34D-97D4-4649-87AE-73365E438E16}"/>
              </a:ext>
            </a:extLst>
          </p:cNvPr>
          <p:cNvGraphicFramePr>
            <a:graphicFrameLocks noGrp="1"/>
          </p:cNvGraphicFramePr>
          <p:nvPr>
            <p:extLst>
              <p:ext uri="{D42A27DB-BD31-4B8C-83A1-F6EECF244321}">
                <p14:modId xmlns:p14="http://schemas.microsoft.com/office/powerpoint/2010/main" val="1930060942"/>
              </p:ext>
            </p:extLst>
          </p:nvPr>
        </p:nvGraphicFramePr>
        <p:xfrm>
          <a:off x="848436" y="5411027"/>
          <a:ext cx="17839614" cy="6245797"/>
        </p:xfrm>
        <a:graphic>
          <a:graphicData uri="http://schemas.openxmlformats.org/drawingml/2006/table">
            <a:tbl>
              <a:tblPr firstRow="1" bandRow="1">
                <a:tableStyleId>{5C22544A-7EE6-4342-B048-85BDC9FD1C3A}</a:tableStyleId>
              </a:tblPr>
              <a:tblGrid>
                <a:gridCol w="4809414">
                  <a:extLst>
                    <a:ext uri="{9D8B030D-6E8A-4147-A177-3AD203B41FA5}">
                      <a16:colId xmlns:a16="http://schemas.microsoft.com/office/drawing/2014/main" val="3941170535"/>
                    </a:ext>
                  </a:extLst>
                </a:gridCol>
                <a:gridCol w="7162800">
                  <a:extLst>
                    <a:ext uri="{9D8B030D-6E8A-4147-A177-3AD203B41FA5}">
                      <a16:colId xmlns:a16="http://schemas.microsoft.com/office/drawing/2014/main" val="2195460909"/>
                    </a:ext>
                  </a:extLst>
                </a:gridCol>
                <a:gridCol w="5867400">
                  <a:extLst>
                    <a:ext uri="{9D8B030D-6E8A-4147-A177-3AD203B41FA5}">
                      <a16:colId xmlns:a16="http://schemas.microsoft.com/office/drawing/2014/main" val="3100850167"/>
                    </a:ext>
                  </a:extLst>
                </a:gridCol>
              </a:tblGrid>
              <a:tr h="370840">
                <a:tc>
                  <a:txBody>
                    <a:bodyPr/>
                    <a:lstStyle/>
                    <a:p>
                      <a:pPr algn="ctr"/>
                      <a:r>
                        <a:rPr lang="en-CO" dirty="0"/>
                        <a:t>Estilo / Táctica / P</a:t>
                      </a:r>
                      <a:r>
                        <a:rPr lang="en-US" dirty="0"/>
                        <a:t>atrón</a:t>
                      </a:r>
                      <a:endParaRPr lang="en-CO" dirty="0"/>
                    </a:p>
                  </a:txBody>
                  <a:tcPr/>
                </a:tc>
                <a:tc>
                  <a:txBody>
                    <a:bodyPr/>
                    <a:lstStyle/>
                    <a:p>
                      <a:pPr algn="ctr"/>
                      <a:r>
                        <a:rPr lang="en-CO" dirty="0"/>
                        <a:t>Modelo donde está presente</a:t>
                      </a:r>
                    </a:p>
                  </a:txBody>
                  <a:tcPr/>
                </a:tc>
                <a:tc>
                  <a:txBody>
                    <a:bodyPr/>
                    <a:lstStyle/>
                    <a:p>
                      <a:pPr algn="ctr"/>
                      <a:r>
                        <a:rPr lang="en-CO" dirty="0"/>
                        <a:t>Propósito</a:t>
                      </a:r>
                    </a:p>
                  </a:txBody>
                  <a:tcPr/>
                </a:tc>
                <a:extLst>
                  <a:ext uri="{0D108BD9-81ED-4DB2-BD59-A6C34878D82A}">
                    <a16:rowId xmlns:a16="http://schemas.microsoft.com/office/drawing/2014/main" val="389441629"/>
                  </a:ext>
                </a:extLst>
              </a:tr>
              <a:tr h="370840">
                <a:tc>
                  <a:txBody>
                    <a:bodyPr/>
                    <a:lstStyle/>
                    <a:p>
                      <a:r>
                        <a:rPr lang="en-CO" dirty="0"/>
                        <a:t>Táctica: Introducir concurrencia.</a:t>
                      </a: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F2 - </a:t>
                      </a:r>
                      <a:r>
                        <a:rPr lang="en-US" sz="2968" b="0" i="1" kern="1200" dirty="0">
                          <a:solidFill>
                            <a:schemeClr val="dk1"/>
                          </a:solidFill>
                          <a:effectLst/>
                          <a:latin typeface="+mn-lt"/>
                          <a:ea typeface="+mn-ea"/>
                          <a:cs typeface="+mn-cs"/>
                        </a:rPr>
                        <a:t>The activities done by the input disruptor y </a:t>
                      </a:r>
                      <a:r>
                        <a:rPr lang="en-CO" dirty="0"/>
                        <a:t>F3 - </a:t>
                      </a:r>
                      <a:r>
                        <a:rPr lang="en-US" sz="2968" b="0" i="1" kern="1200" dirty="0">
                          <a:solidFill>
                            <a:schemeClr val="dk1"/>
                          </a:solidFill>
                          <a:effectLst/>
                          <a:latin typeface="+mn-lt"/>
                          <a:ea typeface="+mn-ea"/>
                          <a:cs typeface="+mn-cs"/>
                        </a:rPr>
                        <a:t>The input disruptor coordinates one producer and four consumers</a:t>
                      </a:r>
                      <a:endParaRPr lang="en-CO" sz="2968" b="0" i="1" kern="1200" dirty="0">
                        <a:solidFill>
                          <a:schemeClr val="dk1"/>
                        </a:solidFill>
                        <a:effectLst/>
                        <a:latin typeface="+mn-lt"/>
                        <a:ea typeface="+mn-ea"/>
                        <a:cs typeface="+mn-cs"/>
                      </a:endParaRPr>
                    </a:p>
                  </a:txBody>
                  <a:tcPr/>
                </a:tc>
                <a:tc>
                  <a:txBody>
                    <a:bodyPr/>
                    <a:lstStyle/>
                    <a:p>
                      <a:r>
                        <a:rPr lang="en-CO" dirty="0"/>
                        <a:t>Realizar el procesamiento de las diferentes tareas (Journal, replicate, unmarshall) de manera concurrente</a:t>
                      </a:r>
                    </a:p>
                  </a:txBody>
                  <a:tcPr/>
                </a:tc>
                <a:extLst>
                  <a:ext uri="{0D108BD9-81ED-4DB2-BD59-A6C34878D82A}">
                    <a16:rowId xmlns:a16="http://schemas.microsoft.com/office/drawing/2014/main" val="3280447602"/>
                  </a:ext>
                </a:extLst>
              </a:tr>
              <a:tr h="370840">
                <a:tc>
                  <a:txBody>
                    <a:bodyPr/>
                    <a:lstStyle/>
                    <a:p>
                      <a:r>
                        <a:rPr lang="en-CO" dirty="0"/>
                        <a:t>Estilo: Event-Based PubSub.</a:t>
                      </a: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F4 - </a:t>
                      </a:r>
                      <a:r>
                        <a:rPr lang="en-US" sz="2968" b="0" i="1" kern="1200" dirty="0">
                          <a:solidFill>
                            <a:schemeClr val="dk1"/>
                          </a:solidFill>
                          <a:effectLst/>
                          <a:latin typeface="+mn-lt"/>
                          <a:ea typeface="+mn-ea"/>
                          <a:cs typeface="+mn-cs"/>
                        </a:rPr>
                        <a:t>The LMAX architecture with the disruptors expanded</a:t>
                      </a:r>
                      <a:endParaRPr lang="en-CO" dirty="0"/>
                    </a:p>
                  </a:txBody>
                  <a:tcPr/>
                </a:tc>
                <a:tc>
                  <a:txBody>
                    <a:bodyPr/>
                    <a:lstStyle/>
                    <a:p>
                      <a:r>
                        <a:rPr lang="en-CO" dirty="0"/>
                        <a:t>Los componentes de lógic y disruptores input/output se comunican a través de eventos, suscribiendose a un grupo de eventos. Esto favorece el desacoplamiento, escalabilidad. </a:t>
                      </a:r>
                    </a:p>
                  </a:txBody>
                  <a:tcPr/>
                </a:tc>
                <a:extLst>
                  <a:ext uri="{0D108BD9-81ED-4DB2-BD59-A6C34878D82A}">
                    <a16:rowId xmlns:a16="http://schemas.microsoft.com/office/drawing/2014/main" val="4136226894"/>
                  </a:ext>
                </a:extLst>
              </a:tr>
              <a:tr h="370840">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Patrón: SOLID OCP</a:t>
                      </a: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F3 - </a:t>
                      </a:r>
                      <a:r>
                        <a:rPr lang="en-US" sz="2968" b="0" i="1" kern="1200" dirty="0">
                          <a:solidFill>
                            <a:schemeClr val="dk1"/>
                          </a:solidFill>
                          <a:effectLst/>
                          <a:latin typeface="+mn-lt"/>
                          <a:ea typeface="+mn-ea"/>
                          <a:cs typeface="+mn-cs"/>
                        </a:rPr>
                        <a:t>The input disruptor coordinates one producer and four consumers</a:t>
                      </a:r>
                      <a:endParaRPr lang="en-CO" dirty="0"/>
                    </a:p>
                  </a:txBody>
                  <a:tcPr/>
                </a:tc>
                <a:tc>
                  <a:txBody>
                    <a:bodyPr/>
                    <a:lstStyle/>
                    <a:p>
                      <a:r>
                        <a:rPr lang="es-ES" dirty="0"/>
                        <a:t>El </a:t>
                      </a:r>
                      <a:r>
                        <a:rPr lang="es-ES" dirty="0" err="1"/>
                        <a:t>disruptor</a:t>
                      </a:r>
                      <a:r>
                        <a:rPr lang="es-ES" dirty="0"/>
                        <a:t> está abierto a ampliarse con nuevas tareas.</a:t>
                      </a:r>
                      <a:endParaRPr lang="en-CO" dirty="0"/>
                    </a:p>
                  </a:txBody>
                  <a:tcPr/>
                </a:tc>
                <a:extLst>
                  <a:ext uri="{0D108BD9-81ED-4DB2-BD59-A6C34878D82A}">
                    <a16:rowId xmlns:a16="http://schemas.microsoft.com/office/drawing/2014/main" val="710291016"/>
                  </a:ext>
                </a:extLst>
              </a:tr>
            </a:tbl>
          </a:graphicData>
        </a:graphic>
      </p:graphicFrame>
    </p:spTree>
    <p:extLst>
      <p:ext uri="{BB962C8B-B14F-4D97-AF65-F5344CB8AC3E}">
        <p14:creationId xmlns:p14="http://schemas.microsoft.com/office/powerpoint/2010/main" val="2374127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5DB76-CF5B-B4AE-C96C-799212DB52C3}"/>
            </a:ext>
          </a:extLst>
        </p:cNvPr>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F89FC90C-A87A-9354-A67E-68AC7AE61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28057DC9-5915-C2FD-AFA5-1C798D798D53}"/>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Preguntas para reflexionar sobre el Caso 1</a:t>
            </a:r>
          </a:p>
        </p:txBody>
      </p:sp>
      <p:sp>
        <p:nvSpPr>
          <p:cNvPr id="4" name="Title 1">
            <a:extLst>
              <a:ext uri="{FF2B5EF4-FFF2-40B4-BE49-F238E27FC236}">
                <a16:creationId xmlns:a16="http://schemas.microsoft.com/office/drawing/2014/main" id="{53FB684F-5D02-5EA8-3AF0-736ED0BBD975}"/>
              </a:ext>
            </a:extLst>
          </p:cNvPr>
          <p:cNvSpPr>
            <a:spLocks noGrp="1"/>
          </p:cNvSpPr>
          <p:nvPr>
            <p:ph type="title"/>
          </p:nvPr>
        </p:nvSpPr>
        <p:spPr>
          <a:xfrm>
            <a:off x="848436" y="2619716"/>
            <a:ext cx="11506200" cy="710361"/>
          </a:xfrm>
        </p:spPr>
        <p:txBody>
          <a:bodyPr>
            <a:normAutofit/>
          </a:bodyPr>
          <a:lstStyle/>
          <a:p>
            <a:r>
              <a:rPr lang="es-CO" sz="3200" dirty="0"/>
              <a:t>Puntos para reflexionar de esta lectura:</a:t>
            </a:r>
          </a:p>
        </p:txBody>
      </p:sp>
      <p:sp>
        <p:nvSpPr>
          <p:cNvPr id="6" name="Title 1">
            <a:extLst>
              <a:ext uri="{FF2B5EF4-FFF2-40B4-BE49-F238E27FC236}">
                <a16:creationId xmlns:a16="http://schemas.microsoft.com/office/drawing/2014/main" id="{8202DEFB-0C14-5D86-18C9-E72648AB9432}"/>
              </a:ext>
            </a:extLst>
          </p:cNvPr>
          <p:cNvSpPr txBox="1">
            <a:spLocks/>
          </p:cNvSpPr>
          <p:nvPr/>
        </p:nvSpPr>
        <p:spPr>
          <a:xfrm>
            <a:off x="848436" y="3800871"/>
            <a:ext cx="17461335" cy="1387703"/>
          </a:xfrm>
          <a:prstGeom prst="rect">
            <a:avLst/>
          </a:prstGeom>
        </p:spPr>
        <p:txBody>
          <a:bodyPr vert="horz" lIns="91440" tIns="45720" rIns="91440" bIns="45720" rtlCol="0" anchor="ctr">
            <a:normAutofit/>
          </a:bodyPr>
          <a:lst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a:lstStyle>
          <a:p>
            <a:r>
              <a:rPr lang="es-CO" sz="3200" dirty="0"/>
              <a:t>1-  Qué estilos, tácticas o patrones identifica en la lectura?  Utilice la tabla que se presenta a continuación </a:t>
            </a:r>
          </a:p>
        </p:txBody>
      </p:sp>
      <p:graphicFrame>
        <p:nvGraphicFramePr>
          <p:cNvPr id="2" name="Table 1">
            <a:extLst>
              <a:ext uri="{FF2B5EF4-FFF2-40B4-BE49-F238E27FC236}">
                <a16:creationId xmlns:a16="http://schemas.microsoft.com/office/drawing/2014/main" id="{BF4D09A8-28B8-F416-A409-D77E05784FAA}"/>
              </a:ext>
            </a:extLst>
          </p:cNvPr>
          <p:cNvGraphicFramePr>
            <a:graphicFrameLocks noGrp="1"/>
          </p:cNvGraphicFramePr>
          <p:nvPr>
            <p:extLst>
              <p:ext uri="{D42A27DB-BD31-4B8C-83A1-F6EECF244321}">
                <p14:modId xmlns:p14="http://schemas.microsoft.com/office/powerpoint/2010/main" val="2895523282"/>
              </p:ext>
            </p:extLst>
          </p:nvPr>
        </p:nvGraphicFramePr>
        <p:xfrm>
          <a:off x="848436" y="5411027"/>
          <a:ext cx="17839614" cy="6337238"/>
        </p:xfrm>
        <a:graphic>
          <a:graphicData uri="http://schemas.openxmlformats.org/drawingml/2006/table">
            <a:tbl>
              <a:tblPr firstRow="1" bandRow="1">
                <a:tableStyleId>{5C22544A-7EE6-4342-B048-85BDC9FD1C3A}</a:tableStyleId>
              </a:tblPr>
              <a:tblGrid>
                <a:gridCol w="4809414">
                  <a:extLst>
                    <a:ext uri="{9D8B030D-6E8A-4147-A177-3AD203B41FA5}">
                      <a16:colId xmlns:a16="http://schemas.microsoft.com/office/drawing/2014/main" val="3941170535"/>
                    </a:ext>
                  </a:extLst>
                </a:gridCol>
                <a:gridCol w="7162800">
                  <a:extLst>
                    <a:ext uri="{9D8B030D-6E8A-4147-A177-3AD203B41FA5}">
                      <a16:colId xmlns:a16="http://schemas.microsoft.com/office/drawing/2014/main" val="2195460909"/>
                    </a:ext>
                  </a:extLst>
                </a:gridCol>
                <a:gridCol w="5867400">
                  <a:extLst>
                    <a:ext uri="{9D8B030D-6E8A-4147-A177-3AD203B41FA5}">
                      <a16:colId xmlns:a16="http://schemas.microsoft.com/office/drawing/2014/main" val="3100850167"/>
                    </a:ext>
                  </a:extLst>
                </a:gridCol>
              </a:tblGrid>
              <a:tr h="370840">
                <a:tc>
                  <a:txBody>
                    <a:bodyPr/>
                    <a:lstStyle/>
                    <a:p>
                      <a:pPr algn="ctr"/>
                      <a:r>
                        <a:rPr lang="en-CO" dirty="0"/>
                        <a:t>Estilo / Táctica / P</a:t>
                      </a:r>
                      <a:r>
                        <a:rPr lang="en-US" dirty="0"/>
                        <a:t>atrón</a:t>
                      </a:r>
                      <a:endParaRPr lang="en-CO" dirty="0"/>
                    </a:p>
                  </a:txBody>
                  <a:tcPr/>
                </a:tc>
                <a:tc>
                  <a:txBody>
                    <a:bodyPr/>
                    <a:lstStyle/>
                    <a:p>
                      <a:pPr algn="ctr"/>
                      <a:r>
                        <a:rPr lang="en-CO" dirty="0"/>
                        <a:t>Modelo donde está presente</a:t>
                      </a:r>
                    </a:p>
                  </a:txBody>
                  <a:tcPr/>
                </a:tc>
                <a:tc>
                  <a:txBody>
                    <a:bodyPr/>
                    <a:lstStyle/>
                    <a:p>
                      <a:pPr algn="ctr"/>
                      <a:r>
                        <a:rPr lang="en-CO" dirty="0"/>
                        <a:t>Propósito</a:t>
                      </a:r>
                    </a:p>
                  </a:txBody>
                  <a:tcPr/>
                </a:tc>
                <a:extLst>
                  <a:ext uri="{0D108BD9-81ED-4DB2-BD59-A6C34878D82A}">
                    <a16:rowId xmlns:a16="http://schemas.microsoft.com/office/drawing/2014/main" val="389441629"/>
                  </a:ext>
                </a:extLst>
              </a:tr>
              <a:tr h="370840">
                <a:tc>
                  <a:txBody>
                    <a:bodyPr/>
                    <a:lstStyle/>
                    <a:p>
                      <a:r>
                        <a:rPr lang="en-CO" dirty="0"/>
                        <a:t>Táctica: </a:t>
                      </a:r>
                      <a:r>
                        <a:rPr lang="en-US" dirty="0" err="1"/>
                        <a:t>Aumentar</a:t>
                      </a:r>
                      <a:r>
                        <a:rPr lang="en-US" dirty="0"/>
                        <a:t> la </a:t>
                      </a:r>
                      <a:r>
                        <a:rPr lang="en-US" dirty="0" err="1"/>
                        <a:t>eficiencia</a:t>
                      </a:r>
                      <a:r>
                        <a:rPr lang="en-US" dirty="0"/>
                        <a:t> </a:t>
                      </a:r>
                      <a:r>
                        <a:rPr lang="en-US" dirty="0" err="1"/>
                        <a:t>en</a:t>
                      </a:r>
                      <a:r>
                        <a:rPr lang="en-US" dirty="0"/>
                        <a:t> </a:t>
                      </a:r>
                      <a:r>
                        <a:rPr lang="en-US" dirty="0" err="1"/>
                        <a:t>el</a:t>
                      </a:r>
                      <a:r>
                        <a:rPr lang="en-US" dirty="0"/>
                        <a:t> </a:t>
                      </a:r>
                      <a:r>
                        <a:rPr lang="en-US" dirty="0" err="1"/>
                        <a:t>uso</a:t>
                      </a:r>
                      <a:r>
                        <a:rPr lang="en-US" dirty="0"/>
                        <a:t> de </a:t>
                      </a:r>
                      <a:r>
                        <a:rPr lang="en-US" dirty="0" err="1"/>
                        <a:t>los</a:t>
                      </a:r>
                      <a:r>
                        <a:rPr lang="en-US" dirty="0"/>
                        <a:t> </a:t>
                      </a:r>
                      <a:r>
                        <a:rPr lang="en-US" dirty="0" err="1"/>
                        <a:t>recursos</a:t>
                      </a:r>
                      <a:r>
                        <a:rPr lang="en-US" dirty="0"/>
                        <a:t>.</a:t>
                      </a:r>
                      <a:endParaRPr lang="en-CO" dirty="0"/>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F3 - </a:t>
                      </a:r>
                      <a:r>
                        <a:rPr lang="en-US" sz="2968" b="0" i="1" kern="1200" dirty="0">
                          <a:solidFill>
                            <a:schemeClr val="dk1"/>
                          </a:solidFill>
                          <a:effectLst/>
                          <a:latin typeface="+mn-lt"/>
                          <a:ea typeface="+mn-ea"/>
                          <a:cs typeface="+mn-cs"/>
                        </a:rPr>
                        <a:t>The input disruptor coordinates one producer and four consumers</a:t>
                      </a:r>
                      <a:endParaRPr lang="en-CO" sz="2968" b="0" i="1" kern="1200" dirty="0">
                        <a:solidFill>
                          <a:schemeClr val="dk1"/>
                        </a:solidFill>
                        <a:effectLst/>
                        <a:latin typeface="+mn-lt"/>
                        <a:ea typeface="+mn-ea"/>
                        <a:cs typeface="+mn-cs"/>
                      </a:endParaRPr>
                    </a:p>
                    <a:p>
                      <a:pPr marL="0" marR="0" lvl="0" indent="0" algn="l" defTabSz="1507846" rtl="0" eaLnBrk="1" fontAlgn="auto" latinLnBrk="0" hangingPunct="1">
                        <a:lnSpc>
                          <a:spcPct val="100000"/>
                        </a:lnSpc>
                        <a:spcBef>
                          <a:spcPts val="0"/>
                        </a:spcBef>
                        <a:spcAft>
                          <a:spcPts val="0"/>
                        </a:spcAft>
                        <a:buClrTx/>
                        <a:buSzTx/>
                        <a:buFontTx/>
                        <a:buNone/>
                        <a:tabLst/>
                        <a:defRPr/>
                      </a:pPr>
                      <a:endParaRPr lang="en-CO" dirty="0"/>
                    </a:p>
                  </a:txBody>
                  <a:tcPr/>
                </a:tc>
                <a:tc>
                  <a:txBody>
                    <a:bodyPr/>
                    <a:lstStyle/>
                    <a:p>
                      <a:r>
                        <a:rPr lang="en-CO" dirty="0"/>
                        <a:t>Los diferentes componentes internos del disruptor y el uso del buffer ring mejoran la eficiencia de un área crítica del proceso.</a:t>
                      </a:r>
                    </a:p>
                  </a:txBody>
                  <a:tcPr/>
                </a:tc>
                <a:extLst>
                  <a:ext uri="{0D108BD9-81ED-4DB2-BD59-A6C34878D82A}">
                    <a16:rowId xmlns:a16="http://schemas.microsoft.com/office/drawing/2014/main" val="3280447602"/>
                  </a:ext>
                </a:extLst>
              </a:tr>
              <a:tr h="370840">
                <a:tc>
                  <a:txBody>
                    <a:bodyPr/>
                    <a:lstStyle/>
                    <a:p>
                      <a:r>
                        <a:rPr lang="en-CO" dirty="0"/>
                        <a:t>Patrón: SOLID SRP</a:t>
                      </a: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F3 - </a:t>
                      </a:r>
                      <a:r>
                        <a:rPr lang="en-US" sz="2968" b="0" i="1" kern="1200" dirty="0">
                          <a:solidFill>
                            <a:schemeClr val="dk1"/>
                          </a:solidFill>
                          <a:effectLst/>
                          <a:latin typeface="+mn-lt"/>
                          <a:ea typeface="+mn-ea"/>
                          <a:cs typeface="+mn-cs"/>
                        </a:rPr>
                        <a:t>The input disruptor coordinates one producer and four consumers</a:t>
                      </a:r>
                      <a:endParaRPr lang="en-CO" sz="2968" b="0" i="1" kern="1200" dirty="0">
                        <a:solidFill>
                          <a:schemeClr val="dk1"/>
                        </a:solidFill>
                        <a:effectLst/>
                        <a:latin typeface="+mn-lt"/>
                        <a:ea typeface="+mn-ea"/>
                        <a:cs typeface="+mn-cs"/>
                      </a:endParaRPr>
                    </a:p>
                  </a:txBody>
                  <a:tcPr/>
                </a:tc>
                <a:tc>
                  <a:txBody>
                    <a:bodyPr/>
                    <a:lstStyle/>
                    <a:p>
                      <a:r>
                        <a:rPr lang="en-CO" dirty="0"/>
                        <a:t>Los componentes internos del disruptor tienen una sola responsabilidad clara. </a:t>
                      </a:r>
                    </a:p>
                  </a:txBody>
                  <a:tcPr/>
                </a:tc>
                <a:extLst>
                  <a:ext uri="{0D108BD9-81ED-4DB2-BD59-A6C34878D82A}">
                    <a16:rowId xmlns:a16="http://schemas.microsoft.com/office/drawing/2014/main" val="4136226894"/>
                  </a:ext>
                </a:extLst>
              </a:tr>
              <a:tr h="370840">
                <a:tc>
                  <a:txBody>
                    <a:bodyPr/>
                    <a:lstStyle/>
                    <a:p>
                      <a:r>
                        <a:rPr lang="en-CO" dirty="0"/>
                        <a:t>Patrón: GRASP Bajo acoplamiento</a:t>
                      </a: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F4 - </a:t>
                      </a:r>
                      <a:r>
                        <a:rPr lang="en-US" sz="2968" b="0" i="1" kern="1200" dirty="0">
                          <a:solidFill>
                            <a:schemeClr val="dk1"/>
                          </a:solidFill>
                          <a:effectLst/>
                          <a:latin typeface="+mn-lt"/>
                          <a:ea typeface="+mn-ea"/>
                          <a:cs typeface="+mn-cs"/>
                        </a:rPr>
                        <a:t>The LMAX architecture with the disruptors expanded</a:t>
                      </a:r>
                      <a:endParaRPr lang="en-CO" dirty="0"/>
                    </a:p>
                  </a:txBody>
                  <a:tcPr/>
                </a:tc>
                <a:tc>
                  <a:txBody>
                    <a:bodyPr/>
                    <a:lstStyle/>
                    <a:p>
                      <a:r>
                        <a:rPr lang="en-CO" dirty="0"/>
                        <a:t>Gracias a la comunicación mediante mensajes, favorece menor impacto ante cambios.</a:t>
                      </a:r>
                    </a:p>
                  </a:txBody>
                  <a:tcPr/>
                </a:tc>
                <a:extLst>
                  <a:ext uri="{0D108BD9-81ED-4DB2-BD59-A6C34878D82A}">
                    <a16:rowId xmlns:a16="http://schemas.microsoft.com/office/drawing/2014/main" val="2272248622"/>
                  </a:ext>
                </a:extLst>
              </a:tr>
              <a:tr h="370840">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Patrón: GRASP Alta cohesión</a:t>
                      </a: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F3 - </a:t>
                      </a:r>
                      <a:r>
                        <a:rPr lang="en-US" sz="2968" b="0" i="1" kern="1200" dirty="0">
                          <a:solidFill>
                            <a:schemeClr val="dk1"/>
                          </a:solidFill>
                          <a:effectLst/>
                          <a:latin typeface="+mn-lt"/>
                          <a:ea typeface="+mn-ea"/>
                          <a:cs typeface="+mn-cs"/>
                        </a:rPr>
                        <a:t>The input disruptor coordinates one producer and four consumers</a:t>
                      </a:r>
                      <a:endParaRPr lang="en-CO" sz="2968" b="0" i="1" kern="1200" dirty="0">
                        <a:solidFill>
                          <a:schemeClr val="dk1"/>
                        </a:solidFill>
                        <a:effectLst/>
                        <a:latin typeface="+mn-lt"/>
                        <a:ea typeface="+mn-ea"/>
                        <a:cs typeface="+mn-cs"/>
                      </a:endParaRP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Los componentes del disruptor tienen una alta cohesión. </a:t>
                      </a:r>
                    </a:p>
                  </a:txBody>
                  <a:tcPr/>
                </a:tc>
                <a:extLst>
                  <a:ext uri="{0D108BD9-81ED-4DB2-BD59-A6C34878D82A}">
                    <a16:rowId xmlns:a16="http://schemas.microsoft.com/office/drawing/2014/main" val="413091672"/>
                  </a:ext>
                </a:extLst>
              </a:tr>
            </a:tbl>
          </a:graphicData>
        </a:graphic>
      </p:graphicFrame>
    </p:spTree>
    <p:extLst>
      <p:ext uri="{BB962C8B-B14F-4D97-AF65-F5344CB8AC3E}">
        <p14:creationId xmlns:p14="http://schemas.microsoft.com/office/powerpoint/2010/main" val="396683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Caso 2</a:t>
            </a:r>
          </a:p>
        </p:txBody>
      </p:sp>
      <p:sp>
        <p:nvSpPr>
          <p:cNvPr id="4" name="Title 1">
            <a:extLst>
              <a:ext uri="{FF2B5EF4-FFF2-40B4-BE49-F238E27FC236}">
                <a16:creationId xmlns:a16="http://schemas.microsoft.com/office/drawing/2014/main" id="{2B8A20C3-7B08-5649-BF92-9AC72FB4224F}"/>
              </a:ext>
            </a:extLst>
          </p:cNvPr>
          <p:cNvSpPr>
            <a:spLocks noGrp="1"/>
          </p:cNvSpPr>
          <p:nvPr>
            <p:ph type="title"/>
          </p:nvPr>
        </p:nvSpPr>
        <p:spPr>
          <a:xfrm>
            <a:off x="848436" y="2619716"/>
            <a:ext cx="11506200" cy="710361"/>
          </a:xfrm>
        </p:spPr>
        <p:txBody>
          <a:bodyPr>
            <a:normAutofit/>
          </a:bodyPr>
          <a:lstStyle/>
          <a:p>
            <a:r>
              <a:rPr lang="es-CO" sz="3200" dirty="0"/>
              <a:t>Estilos y Tácticas para facilitar la modificación</a:t>
            </a:r>
          </a:p>
        </p:txBody>
      </p:sp>
      <p:sp>
        <p:nvSpPr>
          <p:cNvPr id="5" name="Rectangle 4">
            <a:extLst>
              <a:ext uri="{FF2B5EF4-FFF2-40B4-BE49-F238E27FC236}">
                <a16:creationId xmlns:a16="http://schemas.microsoft.com/office/drawing/2014/main" id="{20883DC2-4225-634B-8EDF-A662FE250AAB}"/>
              </a:ext>
            </a:extLst>
          </p:cNvPr>
          <p:cNvSpPr/>
          <p:nvPr/>
        </p:nvSpPr>
        <p:spPr>
          <a:xfrm>
            <a:off x="848435" y="4071289"/>
            <a:ext cx="17983851" cy="4005912"/>
          </a:xfrm>
          <a:prstGeom prst="rect">
            <a:avLst/>
          </a:prstGeom>
          <a:solidFill>
            <a:schemeClr val="accent4">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t"/>
          <a:lstStyle/>
          <a:p>
            <a:r>
              <a:rPr lang="es-CO" sz="3200" dirty="0"/>
              <a:t>Software Architecture in Action. Flavio Oquendo, Jair Leite, Thais Batista. Springer. ISBN 978-3-319-44337-9. 2016</a:t>
            </a:r>
          </a:p>
          <a:p>
            <a:pPr lvl="1"/>
            <a:endParaRPr lang="es-CO" sz="3200" dirty="0"/>
          </a:p>
          <a:p>
            <a:r>
              <a:rPr lang="es-CO" sz="3200" dirty="0"/>
              <a:t>Chapter 9</a:t>
            </a:r>
          </a:p>
          <a:p>
            <a:r>
              <a:rPr lang="es-CO" sz="3200" dirty="0"/>
              <a:t>Designing Modifiability in Software Architectures</a:t>
            </a:r>
          </a:p>
          <a:p>
            <a:endParaRPr lang="es-CO" sz="3200" dirty="0"/>
          </a:p>
          <a:p>
            <a:endParaRPr lang="es-CO" sz="4000" dirty="0"/>
          </a:p>
        </p:txBody>
      </p:sp>
    </p:spTree>
    <p:extLst>
      <p:ext uri="{BB962C8B-B14F-4D97-AF65-F5344CB8AC3E}">
        <p14:creationId xmlns:p14="http://schemas.microsoft.com/office/powerpoint/2010/main" val="1253172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Preguntas para reflexionar sobre el Caso 2</a:t>
            </a:r>
          </a:p>
        </p:txBody>
      </p:sp>
      <p:sp>
        <p:nvSpPr>
          <p:cNvPr id="4" name="Title 1">
            <a:extLst>
              <a:ext uri="{FF2B5EF4-FFF2-40B4-BE49-F238E27FC236}">
                <a16:creationId xmlns:a16="http://schemas.microsoft.com/office/drawing/2014/main" id="{2B8A20C3-7B08-5649-BF92-9AC72FB4224F}"/>
              </a:ext>
            </a:extLst>
          </p:cNvPr>
          <p:cNvSpPr>
            <a:spLocks noGrp="1"/>
          </p:cNvSpPr>
          <p:nvPr>
            <p:ph type="title"/>
          </p:nvPr>
        </p:nvSpPr>
        <p:spPr>
          <a:xfrm>
            <a:off x="653143" y="2167796"/>
            <a:ext cx="11506200" cy="710361"/>
          </a:xfrm>
        </p:spPr>
        <p:txBody>
          <a:bodyPr>
            <a:normAutofit/>
          </a:bodyPr>
          <a:lstStyle/>
          <a:p>
            <a:r>
              <a:rPr lang="es-CO" sz="2800" dirty="0"/>
              <a:t>Puntos para reflexionar de esta lectura:</a:t>
            </a:r>
          </a:p>
        </p:txBody>
      </p:sp>
      <p:sp>
        <p:nvSpPr>
          <p:cNvPr id="6" name="Title 1">
            <a:extLst>
              <a:ext uri="{FF2B5EF4-FFF2-40B4-BE49-F238E27FC236}">
                <a16:creationId xmlns:a16="http://schemas.microsoft.com/office/drawing/2014/main" id="{CE8891EC-6E5E-764F-B8F7-0ADE74C9B0B5}"/>
              </a:ext>
            </a:extLst>
          </p:cNvPr>
          <p:cNvSpPr txBox="1">
            <a:spLocks/>
          </p:cNvSpPr>
          <p:nvPr/>
        </p:nvSpPr>
        <p:spPr>
          <a:xfrm>
            <a:off x="653143" y="2878157"/>
            <a:ext cx="17461335" cy="1027093"/>
          </a:xfrm>
          <a:prstGeom prst="rect">
            <a:avLst/>
          </a:prstGeom>
        </p:spPr>
        <p:txBody>
          <a:bodyPr vert="horz" lIns="91440" tIns="45720" rIns="91440" bIns="45720" rtlCol="0" anchor="ctr">
            <a:normAutofit/>
          </a:bodyPr>
          <a:lst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a:lstStyle>
          <a:p>
            <a:r>
              <a:rPr lang="es-CO" sz="2800" dirty="0"/>
              <a:t>1-  En la lectura se menciona el “</a:t>
            </a:r>
            <a:r>
              <a:rPr lang="es-CO" sz="2800" dirty="0" err="1"/>
              <a:t>Ripple</a:t>
            </a:r>
            <a:r>
              <a:rPr lang="es-CO" sz="2800" dirty="0"/>
              <a:t> </a:t>
            </a:r>
            <a:r>
              <a:rPr lang="es-CO" sz="2800" dirty="0" err="1"/>
              <a:t>effect</a:t>
            </a:r>
            <a:r>
              <a:rPr lang="es-CO" sz="2800" dirty="0"/>
              <a:t>”.  ¿Cómo lo describiría? y ¿qué aspectos aprendidos en el curso podría usar para evitarlo?</a:t>
            </a:r>
          </a:p>
        </p:txBody>
      </p:sp>
      <p:sp>
        <p:nvSpPr>
          <p:cNvPr id="3" name="Rectangle 2">
            <a:extLst>
              <a:ext uri="{FF2B5EF4-FFF2-40B4-BE49-F238E27FC236}">
                <a16:creationId xmlns:a16="http://schemas.microsoft.com/office/drawing/2014/main" id="{00CC1807-9916-7B4F-B967-F457CF117219}"/>
              </a:ext>
            </a:extLst>
          </p:cNvPr>
          <p:cNvSpPr/>
          <p:nvPr/>
        </p:nvSpPr>
        <p:spPr>
          <a:xfrm>
            <a:off x="838199" y="4265860"/>
            <a:ext cx="18612757" cy="62116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O" sz="2800" dirty="0">
                <a:solidFill>
                  <a:schemeClr val="accent1"/>
                </a:solidFill>
              </a:rPr>
              <a:t>Se puede entender el “Ripple effect” como una consecuencia propagada de un cambio en un componente a otros. Este efecto se refiere a cuando una modificación en un componente A demanda que se hagan cambios en componentes B y esos otros cambios podrían demandar a su vez cambios en componentes C, así como un dominó.</a:t>
            </a:r>
          </a:p>
          <a:p>
            <a:endParaRPr lang="en-CO" sz="2800" dirty="0">
              <a:solidFill>
                <a:schemeClr val="accent1"/>
              </a:solidFill>
            </a:endParaRPr>
          </a:p>
          <a:p>
            <a:r>
              <a:rPr lang="en-CO" sz="2800" dirty="0">
                <a:solidFill>
                  <a:schemeClr val="accent1"/>
                </a:solidFill>
              </a:rPr>
              <a:t>Es producto en gran parte del acoplamiento entre componentes, por tanto, podemos usar estilos como el de capas (abstrayendo comportamientos) o el estilo PubSub (comunicación mediante mensajes) para reducir el acoplamiento y usar tácticas como el uso de interfaces o dividir módulos en tamaños pequeños. También, podemos utilizar táctica de incrementar la cohesión en los componentes/módulos, enfocado a que el posible cambio futuro solo afecte uno de ellos. </a:t>
            </a:r>
          </a:p>
        </p:txBody>
      </p:sp>
    </p:spTree>
    <p:extLst>
      <p:ext uri="{BB962C8B-B14F-4D97-AF65-F5344CB8AC3E}">
        <p14:creationId xmlns:p14="http://schemas.microsoft.com/office/powerpoint/2010/main" val="2441417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Preguntas para reflexionar sobre el Caso 2</a:t>
            </a:r>
          </a:p>
        </p:txBody>
      </p:sp>
      <p:sp>
        <p:nvSpPr>
          <p:cNvPr id="4" name="Title 1">
            <a:extLst>
              <a:ext uri="{FF2B5EF4-FFF2-40B4-BE49-F238E27FC236}">
                <a16:creationId xmlns:a16="http://schemas.microsoft.com/office/drawing/2014/main" id="{2B8A20C3-7B08-5649-BF92-9AC72FB4224F}"/>
              </a:ext>
            </a:extLst>
          </p:cNvPr>
          <p:cNvSpPr>
            <a:spLocks noGrp="1"/>
          </p:cNvSpPr>
          <p:nvPr>
            <p:ph type="title"/>
          </p:nvPr>
        </p:nvSpPr>
        <p:spPr>
          <a:xfrm>
            <a:off x="653143" y="2167796"/>
            <a:ext cx="11506200" cy="710361"/>
          </a:xfrm>
        </p:spPr>
        <p:txBody>
          <a:bodyPr>
            <a:normAutofit/>
          </a:bodyPr>
          <a:lstStyle/>
          <a:p>
            <a:r>
              <a:rPr lang="es-CO" sz="2800" dirty="0"/>
              <a:t>Puntos para reflexionar de esta lectura:</a:t>
            </a:r>
          </a:p>
        </p:txBody>
      </p:sp>
      <p:sp>
        <p:nvSpPr>
          <p:cNvPr id="6" name="Title 1">
            <a:extLst>
              <a:ext uri="{FF2B5EF4-FFF2-40B4-BE49-F238E27FC236}">
                <a16:creationId xmlns:a16="http://schemas.microsoft.com/office/drawing/2014/main" id="{CE8891EC-6E5E-764F-B8F7-0ADE74C9B0B5}"/>
              </a:ext>
            </a:extLst>
          </p:cNvPr>
          <p:cNvSpPr txBox="1">
            <a:spLocks/>
          </p:cNvSpPr>
          <p:nvPr/>
        </p:nvSpPr>
        <p:spPr>
          <a:xfrm>
            <a:off x="653143" y="2878157"/>
            <a:ext cx="18263507" cy="912793"/>
          </a:xfrm>
          <a:prstGeom prst="rect">
            <a:avLst/>
          </a:prstGeom>
        </p:spPr>
        <p:txBody>
          <a:bodyPr vert="horz" lIns="91440" tIns="45720" rIns="91440" bIns="45720" rtlCol="0" anchor="ctr">
            <a:normAutofit/>
          </a:bodyPr>
          <a:lst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a:lstStyle>
          <a:p>
            <a:r>
              <a:rPr lang="es-CO" sz="2800" dirty="0"/>
              <a:t>2-  La figura 9.1 presenta un modelo.  ¿Qué tipo de modelo es? ¿Cómo lo podría describir? ¿Qué elementos identifica y en qué vista lo ubicaría?</a:t>
            </a:r>
          </a:p>
        </p:txBody>
      </p:sp>
      <p:sp>
        <p:nvSpPr>
          <p:cNvPr id="3" name="Rectangle 2">
            <a:extLst>
              <a:ext uri="{FF2B5EF4-FFF2-40B4-BE49-F238E27FC236}">
                <a16:creationId xmlns:a16="http://schemas.microsoft.com/office/drawing/2014/main" id="{00CC1807-9916-7B4F-B967-F457CF117219}"/>
              </a:ext>
            </a:extLst>
          </p:cNvPr>
          <p:cNvSpPr/>
          <p:nvPr/>
        </p:nvSpPr>
        <p:spPr>
          <a:xfrm>
            <a:off x="745671" y="4284910"/>
            <a:ext cx="18612757" cy="62116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O" sz="2800" dirty="0">
                <a:solidFill>
                  <a:schemeClr val="accent1"/>
                </a:solidFill>
              </a:rPr>
              <a:t>La figura 9.1 es un modelo del tipo componentes y conectores, lo ubicaría en la vista funcional. </a:t>
            </a:r>
          </a:p>
          <a:p>
            <a:r>
              <a:rPr lang="en-CO" sz="2800" dirty="0">
                <a:solidFill>
                  <a:schemeClr val="accent1"/>
                </a:solidFill>
              </a:rPr>
              <a:t>Se identifican componentes de tipo sensor de temperatura, sensor de presencia, calentadores, enfriadores, sala de control e interfaz de usuario. </a:t>
            </a:r>
          </a:p>
          <a:p>
            <a:r>
              <a:rPr lang="en-CO" sz="2800" dirty="0">
                <a:solidFill>
                  <a:schemeClr val="accent1"/>
                </a:solidFill>
              </a:rPr>
              <a:t>Se identifican los diferentes puertos de comunicación en cada componente.</a:t>
            </a:r>
          </a:p>
          <a:p>
            <a:r>
              <a:rPr lang="en-CO" sz="2800" dirty="0">
                <a:solidFill>
                  <a:schemeClr val="accent1"/>
                </a:solidFill>
              </a:rPr>
              <a:t>Se identifican un tipo de conector y los roles (instancias de interfaces) de cada extremo de los diferentes conectores. </a:t>
            </a:r>
          </a:p>
          <a:p>
            <a:endParaRPr lang="en-CO" sz="2800" dirty="0">
              <a:solidFill>
                <a:schemeClr val="accent1"/>
              </a:solidFill>
            </a:endParaRPr>
          </a:p>
          <a:p>
            <a:r>
              <a:rPr lang="en-CO" sz="2800" dirty="0">
                <a:solidFill>
                  <a:schemeClr val="accent1"/>
                </a:solidFill>
              </a:rPr>
              <a:t>El modelo representa  la arquitectura de un sistema ARCH1, que realiza control de temperaturas, utiliza sensores conectados a un cuarto principal de control que a su vez se conecta con una interfaz de usuario</a:t>
            </a:r>
          </a:p>
        </p:txBody>
      </p:sp>
    </p:spTree>
    <p:extLst>
      <p:ext uri="{BB962C8B-B14F-4D97-AF65-F5344CB8AC3E}">
        <p14:creationId xmlns:p14="http://schemas.microsoft.com/office/powerpoint/2010/main" val="3791194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Preguntas para reflexionar sobre el Caso 2</a:t>
            </a:r>
          </a:p>
        </p:txBody>
      </p:sp>
      <p:sp>
        <p:nvSpPr>
          <p:cNvPr id="4" name="Title 1">
            <a:extLst>
              <a:ext uri="{FF2B5EF4-FFF2-40B4-BE49-F238E27FC236}">
                <a16:creationId xmlns:a16="http://schemas.microsoft.com/office/drawing/2014/main" id="{2B8A20C3-7B08-5649-BF92-9AC72FB4224F}"/>
              </a:ext>
            </a:extLst>
          </p:cNvPr>
          <p:cNvSpPr>
            <a:spLocks noGrp="1"/>
          </p:cNvSpPr>
          <p:nvPr>
            <p:ph type="title"/>
          </p:nvPr>
        </p:nvSpPr>
        <p:spPr>
          <a:xfrm>
            <a:off x="653143" y="2167796"/>
            <a:ext cx="11506200" cy="710361"/>
          </a:xfrm>
        </p:spPr>
        <p:txBody>
          <a:bodyPr>
            <a:normAutofit/>
          </a:bodyPr>
          <a:lstStyle/>
          <a:p>
            <a:r>
              <a:rPr lang="es-CO" sz="2800" dirty="0"/>
              <a:t>Puntos para reflexionar de esta lectura:</a:t>
            </a:r>
          </a:p>
        </p:txBody>
      </p:sp>
      <p:sp>
        <p:nvSpPr>
          <p:cNvPr id="6" name="Title 1">
            <a:extLst>
              <a:ext uri="{FF2B5EF4-FFF2-40B4-BE49-F238E27FC236}">
                <a16:creationId xmlns:a16="http://schemas.microsoft.com/office/drawing/2014/main" id="{CE8891EC-6E5E-764F-B8F7-0ADE74C9B0B5}"/>
              </a:ext>
            </a:extLst>
          </p:cNvPr>
          <p:cNvSpPr txBox="1">
            <a:spLocks/>
          </p:cNvSpPr>
          <p:nvPr/>
        </p:nvSpPr>
        <p:spPr>
          <a:xfrm>
            <a:off x="653143" y="2878157"/>
            <a:ext cx="18263507" cy="912793"/>
          </a:xfrm>
          <a:prstGeom prst="rect">
            <a:avLst/>
          </a:prstGeom>
        </p:spPr>
        <p:txBody>
          <a:bodyPr vert="horz" lIns="91440" tIns="45720" rIns="91440" bIns="45720" rtlCol="0" anchor="ctr">
            <a:normAutofit/>
          </a:bodyPr>
          <a:lst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a:lstStyle>
          <a:p>
            <a:r>
              <a:rPr lang="es-CO" sz="2800" dirty="0"/>
              <a:t>3-  ¿Qué tácticas de arquitectura se proponen en la lectura?</a:t>
            </a:r>
          </a:p>
        </p:txBody>
      </p:sp>
      <p:sp>
        <p:nvSpPr>
          <p:cNvPr id="3" name="Rectangle 2">
            <a:extLst>
              <a:ext uri="{FF2B5EF4-FFF2-40B4-BE49-F238E27FC236}">
                <a16:creationId xmlns:a16="http://schemas.microsoft.com/office/drawing/2014/main" id="{00CC1807-9916-7B4F-B967-F457CF117219}"/>
              </a:ext>
            </a:extLst>
          </p:cNvPr>
          <p:cNvSpPr/>
          <p:nvPr/>
        </p:nvSpPr>
        <p:spPr>
          <a:xfrm>
            <a:off x="745671" y="4284910"/>
            <a:ext cx="18612757" cy="62116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O" sz="2800" dirty="0">
                <a:solidFill>
                  <a:schemeClr val="accent1"/>
                </a:solidFill>
              </a:rPr>
              <a:t>Propone dos tácticas: </a:t>
            </a:r>
          </a:p>
          <a:p>
            <a:pPr marL="514350" indent="-514350">
              <a:buAutoNum type="arabicPeriod"/>
            </a:pPr>
            <a:r>
              <a:rPr lang="en-CO" sz="2800" dirty="0">
                <a:solidFill>
                  <a:schemeClr val="accent1"/>
                </a:solidFill>
              </a:rPr>
              <a:t>Localizar modificaciones </a:t>
            </a:r>
          </a:p>
          <a:p>
            <a:pPr lvl="1"/>
            <a:r>
              <a:rPr lang="en-CO" sz="2800" dirty="0">
                <a:solidFill>
                  <a:schemeClr val="accent1"/>
                </a:solidFill>
              </a:rPr>
              <a:t>Consiste en asignar responsabilidades claras a los elementos de diseño para que los cambios solo afecten un componente. Similar a la táctica del curso de incrementar la cohesión y mantener una alta cohesión en los componentes. </a:t>
            </a:r>
          </a:p>
          <a:p>
            <a:pPr lvl="1"/>
            <a:r>
              <a:rPr lang="en-CO" sz="2800" dirty="0">
                <a:solidFill>
                  <a:schemeClr val="accent1"/>
                </a:solidFill>
              </a:rPr>
              <a:t>En el ejemplo se propone un componente para los sensores de temperatura, otro para la presencia, enfriadores y calentadores, etc.  </a:t>
            </a:r>
          </a:p>
          <a:p>
            <a:pPr lvl="1"/>
            <a:endParaRPr lang="en-CO" sz="2800" dirty="0">
              <a:solidFill>
                <a:schemeClr val="accent1"/>
              </a:solidFill>
            </a:endParaRPr>
          </a:p>
          <a:p>
            <a:pPr marL="514350" indent="-514350">
              <a:buAutoNum type="arabicPeriod"/>
            </a:pPr>
            <a:r>
              <a:rPr lang="en-CO" sz="2800" dirty="0">
                <a:solidFill>
                  <a:schemeClr val="accent1"/>
                </a:solidFill>
              </a:rPr>
              <a:t>Minimizar el ”ripple effect” </a:t>
            </a:r>
          </a:p>
          <a:p>
            <a:r>
              <a:rPr lang="en-CO" sz="2800" dirty="0">
                <a:solidFill>
                  <a:schemeClr val="accent1"/>
                </a:solidFill>
              </a:rPr>
              <a:t>	Evitar que un cambio provoque un dominó/cascada de cambios en otros componentes. Similar al patrón del 	curso que nos invita a mantener un bajo acoplamiento en nuestros componentes. </a:t>
            </a:r>
          </a:p>
          <a:p>
            <a:r>
              <a:rPr lang="en-CO" sz="2800" dirty="0">
                <a:solidFill>
                  <a:schemeClr val="accent1"/>
                </a:solidFill>
              </a:rPr>
              <a:t>	En el ejemplo se propone que el componente principal de control use un puerto múltiple de modo que no sea 	necesario modificarlo al añadir nuevos sensores. </a:t>
            </a:r>
          </a:p>
        </p:txBody>
      </p:sp>
    </p:spTree>
    <p:extLst>
      <p:ext uri="{BB962C8B-B14F-4D97-AF65-F5344CB8AC3E}">
        <p14:creationId xmlns:p14="http://schemas.microsoft.com/office/powerpoint/2010/main" val="4150272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53143" y="404543"/>
            <a:ext cx="17003486" cy="1550902"/>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3200" dirty="0">
                <a:solidFill>
                  <a:schemeClr val="bg1"/>
                </a:solidFill>
              </a:rPr>
              <a:t>Preguntas para reflexionar sobre el Caso 2</a:t>
            </a:r>
          </a:p>
        </p:txBody>
      </p:sp>
      <p:sp>
        <p:nvSpPr>
          <p:cNvPr id="4" name="Title 1">
            <a:extLst>
              <a:ext uri="{FF2B5EF4-FFF2-40B4-BE49-F238E27FC236}">
                <a16:creationId xmlns:a16="http://schemas.microsoft.com/office/drawing/2014/main" id="{2B8A20C3-7B08-5649-BF92-9AC72FB4224F}"/>
              </a:ext>
            </a:extLst>
          </p:cNvPr>
          <p:cNvSpPr>
            <a:spLocks noGrp="1"/>
          </p:cNvSpPr>
          <p:nvPr>
            <p:ph type="title"/>
          </p:nvPr>
        </p:nvSpPr>
        <p:spPr>
          <a:xfrm>
            <a:off x="653143" y="2167796"/>
            <a:ext cx="11506200" cy="710361"/>
          </a:xfrm>
        </p:spPr>
        <p:txBody>
          <a:bodyPr>
            <a:normAutofit/>
          </a:bodyPr>
          <a:lstStyle/>
          <a:p>
            <a:r>
              <a:rPr lang="es-CO" sz="2800" dirty="0"/>
              <a:t>Puntos para reflexionar de esta lectura:</a:t>
            </a:r>
          </a:p>
        </p:txBody>
      </p:sp>
      <p:sp>
        <p:nvSpPr>
          <p:cNvPr id="6" name="Title 1">
            <a:extLst>
              <a:ext uri="{FF2B5EF4-FFF2-40B4-BE49-F238E27FC236}">
                <a16:creationId xmlns:a16="http://schemas.microsoft.com/office/drawing/2014/main" id="{CE8891EC-6E5E-764F-B8F7-0ADE74C9B0B5}"/>
              </a:ext>
            </a:extLst>
          </p:cNvPr>
          <p:cNvSpPr txBox="1">
            <a:spLocks/>
          </p:cNvSpPr>
          <p:nvPr/>
        </p:nvSpPr>
        <p:spPr>
          <a:xfrm>
            <a:off x="653143" y="2878157"/>
            <a:ext cx="18263507" cy="912793"/>
          </a:xfrm>
          <a:prstGeom prst="rect">
            <a:avLst/>
          </a:prstGeom>
        </p:spPr>
        <p:txBody>
          <a:bodyPr vert="horz" lIns="91440" tIns="45720" rIns="91440" bIns="45720" rtlCol="0" anchor="ctr">
            <a:normAutofit/>
          </a:bodyPr>
          <a:lst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a:lstStyle>
          <a:p>
            <a:r>
              <a:rPr lang="es-CO" sz="2800" dirty="0"/>
              <a:t>4-  De acuerdo a la lectura, explique ¿por qué la nueva arquitectura ARCH2 es más fácil de modificar?</a:t>
            </a:r>
          </a:p>
        </p:txBody>
      </p:sp>
      <p:sp>
        <p:nvSpPr>
          <p:cNvPr id="3" name="Rectangle 2">
            <a:extLst>
              <a:ext uri="{FF2B5EF4-FFF2-40B4-BE49-F238E27FC236}">
                <a16:creationId xmlns:a16="http://schemas.microsoft.com/office/drawing/2014/main" id="{00CC1807-9916-7B4F-B967-F457CF117219}"/>
              </a:ext>
            </a:extLst>
          </p:cNvPr>
          <p:cNvSpPr/>
          <p:nvPr/>
        </p:nvSpPr>
        <p:spPr>
          <a:xfrm>
            <a:off x="745671" y="4284910"/>
            <a:ext cx="18612757" cy="62116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O" sz="2800" dirty="0">
                <a:solidFill>
                  <a:schemeClr val="accent1"/>
                </a:solidFill>
              </a:rPr>
              <a:t>Desde lo cuantitativo, la arquitectura ARCH2 responde con una cantidad de efectos menor respecto a ARCH1 ante el mismo cambio. Añadir un nuevo sensor en ARCH2 tiene dos efectos (puntos de intervención) mientras que ARCH1 tiene nueve. </a:t>
            </a:r>
          </a:p>
          <a:p>
            <a:endParaRPr lang="en-CO" sz="2800" dirty="0">
              <a:solidFill>
                <a:schemeClr val="accent1"/>
              </a:solidFill>
            </a:endParaRPr>
          </a:p>
          <a:p>
            <a:r>
              <a:rPr lang="en-CO" sz="2800" dirty="0">
                <a:solidFill>
                  <a:schemeClr val="accent1"/>
                </a:solidFill>
              </a:rPr>
              <a:t>La arquitectura de ARCH2 es más fácil de modificar porque se utilizan puertos múltiples que permiten añadir un nuevo sensor sin necesidad de modificar el componente principal de control. Los componentes siguen teniendo responsabilidades claras respecto a ARCH1, el cambio está en la manera de conectarlos al componente principal. </a:t>
            </a:r>
          </a:p>
        </p:txBody>
      </p:sp>
    </p:spTree>
    <p:extLst>
      <p:ext uri="{BB962C8B-B14F-4D97-AF65-F5344CB8AC3E}">
        <p14:creationId xmlns:p14="http://schemas.microsoft.com/office/powerpoint/2010/main" val="1682223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en blanco y negro&#10;&#10;Descripción generada automáticamente con confianza baja">
            <a:extLst>
              <a:ext uri="{FF2B5EF4-FFF2-40B4-BE49-F238E27FC236}">
                <a16:creationId xmlns:a16="http://schemas.microsoft.com/office/drawing/2014/main" id="{81F5B806-8B2D-AE50-0A27-48994D40A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438" y="1178805"/>
            <a:ext cx="2784659" cy="1075663"/>
          </a:xfrm>
          <a:prstGeom prst="rect">
            <a:avLst/>
          </a:prstGeom>
        </p:spPr>
      </p:pic>
      <p:sp>
        <p:nvSpPr>
          <p:cNvPr id="6" name="CuadroTexto 5">
            <a:extLst>
              <a:ext uri="{FF2B5EF4-FFF2-40B4-BE49-F238E27FC236}">
                <a16:creationId xmlns:a16="http://schemas.microsoft.com/office/drawing/2014/main" id="{6E3E24F2-D469-0477-E32A-013755FCD7E6}"/>
              </a:ext>
            </a:extLst>
          </p:cNvPr>
          <p:cNvSpPr txBox="1"/>
          <p:nvPr/>
        </p:nvSpPr>
        <p:spPr>
          <a:xfrm>
            <a:off x="1741439" y="4641559"/>
            <a:ext cx="16621223" cy="3290516"/>
          </a:xfrm>
          <a:prstGeom prst="rect">
            <a:avLst/>
          </a:prstGeom>
          <a:noFill/>
        </p:spPr>
        <p:txBody>
          <a:bodyPr wrap="square" rtlCol="0">
            <a:spAutoFit/>
          </a:bodyPr>
          <a:lstStyle/>
          <a:p>
            <a:r>
              <a:rPr lang="es-419" sz="2309" b="1" dirty="0">
                <a:latin typeface="Lato" panose="020F0502020204030203" pitchFamily="34" charset="0"/>
              </a:rPr>
              <a:t>© - Derechos Reservados: </a:t>
            </a:r>
            <a:r>
              <a:rPr lang="es-419" sz="2309" dirty="0">
                <a:latin typeface="Lato" panose="020F0502020204030203" pitchFamily="34" charset="0"/>
              </a:rPr>
              <a:t>la presente obra, y en general todos sus contenidos, se encuentran protegidos por las normas internacionales y nacionales vigentes sobre propiedad Intelectual, por lo tanto su utilización parcial o total, reproducción, comunicación pública, transformación, distribución, alquiler, préstamo público e importación, total o parcial, en todo o en parte, en formato impreso o digital y en cualquier formato conocido o por conocer, se encuentran prohibidos, y solo serán lícitos en la medida en que se cuente con la autorización previa y expresa por escrito de la Universidad de los Andes.</a:t>
            </a:r>
          </a:p>
          <a:p>
            <a:endParaRPr lang="es-419" sz="2309" dirty="0">
              <a:latin typeface="Lato" panose="020F0502020204030203" pitchFamily="34" charset="0"/>
            </a:endParaRPr>
          </a:p>
          <a:p>
            <a:r>
              <a:rPr lang="es-419" sz="2309" dirty="0">
                <a:latin typeface="Lato" panose="020F0502020204030203" pitchFamily="34" charset="0"/>
              </a:rPr>
              <a:t>De igual manera, la utilización de la imagen de las personas, docentes o estudiantes, sin su previa autorización está expresamente prohibida. En caso de incumplirse con lo mencionado, se procederá de conformidad con los reglamentos y políticas de la universidad, sin perjuicio de las demás acciones legales aplicables.</a:t>
            </a:r>
          </a:p>
        </p:txBody>
      </p:sp>
      <p:cxnSp>
        <p:nvCxnSpPr>
          <p:cNvPr id="8" name="Conector recto 7">
            <a:extLst>
              <a:ext uri="{FF2B5EF4-FFF2-40B4-BE49-F238E27FC236}">
                <a16:creationId xmlns:a16="http://schemas.microsoft.com/office/drawing/2014/main" id="{F2F0434D-F534-2403-C639-2D7194B7065D}"/>
              </a:ext>
            </a:extLst>
          </p:cNvPr>
          <p:cNvCxnSpPr>
            <a:cxnSpLocks/>
          </p:cNvCxnSpPr>
          <p:nvPr/>
        </p:nvCxnSpPr>
        <p:spPr>
          <a:xfrm>
            <a:off x="1741439" y="4047944"/>
            <a:ext cx="16621223" cy="0"/>
          </a:xfrm>
          <a:prstGeom prst="line">
            <a:avLst/>
          </a:prstGeom>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1EDDB248-E9A3-3F5C-5EC0-E5BE576ADD19}"/>
              </a:ext>
            </a:extLst>
          </p:cNvPr>
          <p:cNvCxnSpPr>
            <a:cxnSpLocks/>
          </p:cNvCxnSpPr>
          <p:nvPr/>
        </p:nvCxnSpPr>
        <p:spPr>
          <a:xfrm>
            <a:off x="1741439" y="8598993"/>
            <a:ext cx="16621223" cy="0"/>
          </a:xfrm>
          <a:prstGeom prst="line">
            <a:avLst/>
          </a:prstGeom>
        </p:spPr>
        <p:style>
          <a:lnRef idx="1">
            <a:schemeClr val="dk1"/>
          </a:lnRef>
          <a:fillRef idx="0">
            <a:schemeClr val="dk1"/>
          </a:fillRef>
          <a:effectRef idx="0">
            <a:schemeClr val="dk1"/>
          </a:effectRef>
          <a:fontRef idx="minor">
            <a:schemeClr val="tx1"/>
          </a:fontRef>
        </p:style>
      </p:cxnSp>
      <p:sp>
        <p:nvSpPr>
          <p:cNvPr id="11" name="Rectángulo 10">
            <a:extLst>
              <a:ext uri="{FF2B5EF4-FFF2-40B4-BE49-F238E27FC236}">
                <a16:creationId xmlns:a16="http://schemas.microsoft.com/office/drawing/2014/main" id="{9EAB3392-A4DF-DC0F-9005-BFDA8D351B43}"/>
              </a:ext>
            </a:extLst>
          </p:cNvPr>
          <p:cNvSpPr/>
          <p:nvPr/>
        </p:nvSpPr>
        <p:spPr>
          <a:xfrm>
            <a:off x="0" y="273448"/>
            <a:ext cx="158465" cy="11308555"/>
          </a:xfrm>
          <a:prstGeom prst="rect">
            <a:avLst/>
          </a:prstGeom>
          <a:solidFill>
            <a:srgbClr val="212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2968"/>
          </a:p>
        </p:txBody>
      </p:sp>
      <p:sp>
        <p:nvSpPr>
          <p:cNvPr id="12" name="Rectángulo 11">
            <a:extLst>
              <a:ext uri="{FF2B5EF4-FFF2-40B4-BE49-F238E27FC236}">
                <a16:creationId xmlns:a16="http://schemas.microsoft.com/office/drawing/2014/main" id="{B8A3E730-9418-BC79-0993-BC738F7162F9}"/>
              </a:ext>
            </a:extLst>
          </p:cNvPr>
          <p:cNvSpPr/>
          <p:nvPr/>
        </p:nvSpPr>
        <p:spPr>
          <a:xfrm>
            <a:off x="0" y="1871356"/>
            <a:ext cx="158465" cy="9753630"/>
          </a:xfrm>
          <a:prstGeom prst="rect">
            <a:avLst/>
          </a:prstGeom>
          <a:solidFill>
            <a:srgbClr val="F9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2968"/>
          </a:p>
        </p:txBody>
      </p:sp>
      <p:pic>
        <p:nvPicPr>
          <p:cNvPr id="16" name="Imagen 15" descr="Fondo negro con letras blancas&#10;&#10;Descripción generada automáticamente con confianza media">
            <a:extLst>
              <a:ext uri="{FF2B5EF4-FFF2-40B4-BE49-F238E27FC236}">
                <a16:creationId xmlns:a16="http://schemas.microsoft.com/office/drawing/2014/main" id="{3FFFE140-7A0A-FA90-4C23-6383FB55A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1890" y="2529840"/>
            <a:ext cx="5760324" cy="6795774"/>
          </a:xfrm>
          <a:prstGeom prst="rect">
            <a:avLst/>
          </a:prstGeom>
        </p:spPr>
      </p:pic>
    </p:spTree>
    <p:extLst>
      <p:ext uri="{BB962C8B-B14F-4D97-AF65-F5344CB8AC3E}">
        <p14:creationId xmlns:p14="http://schemas.microsoft.com/office/powerpoint/2010/main" val="4171484528"/>
      </p:ext>
    </p:extLst>
  </p:cSld>
  <p:clrMapOvr>
    <a:masterClrMapping/>
  </p:clrMapOvr>
</p:sld>
</file>

<file path=ppt/theme/theme1.xml><?xml version="1.0" encoding="utf-8"?>
<a:theme xmlns:a="http://schemas.openxmlformats.org/drawingml/2006/main" name="Tema3">
  <a:themeElements>
    <a:clrScheme name="MISO 1">
      <a:dk1>
        <a:srgbClr val="4C4D4C"/>
      </a:dk1>
      <a:lt1>
        <a:srgbClr val="FEFAFA"/>
      </a:lt1>
      <a:dk2>
        <a:srgbClr val="4F504F"/>
      </a:dk2>
      <a:lt2>
        <a:srgbClr val="FFFAFA"/>
      </a:lt2>
      <a:accent1>
        <a:srgbClr val="0C0D2B"/>
      </a:accent1>
      <a:accent2>
        <a:srgbClr val="332174"/>
      </a:accent2>
      <a:accent3>
        <a:srgbClr val="3AB1E3"/>
      </a:accent3>
      <a:accent4>
        <a:srgbClr val="0070BA"/>
      </a:accent4>
      <a:accent5>
        <a:srgbClr val="9AC3E2"/>
      </a:accent5>
      <a:accent6>
        <a:srgbClr val="9991BA"/>
      </a:accent6>
      <a:hlink>
        <a:srgbClr val="32AEE2"/>
      </a:hlink>
      <a:folHlink>
        <a:srgbClr val="4D9BC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3" id="{191589FF-03B5-B54F-9F12-A00A11A3A487}" vid="{2CB6F1CE-0CB0-934C-9A98-3DD7BE7A16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2C2E94BA26B184CBB6282D7591E99F9" ma:contentTypeVersion="16" ma:contentTypeDescription="Crear nuevo documento." ma:contentTypeScope="" ma:versionID="d2cced94f7dcc45aa1f33cd122d49447">
  <xsd:schema xmlns:xsd="http://www.w3.org/2001/XMLSchema" xmlns:xs="http://www.w3.org/2001/XMLSchema" xmlns:p="http://schemas.microsoft.com/office/2006/metadata/properties" xmlns:ns2="1a860d3e-6179-436c-977f-c8fec32702f9" xmlns:ns3="975eb909-7871-4881-a0e4-375dc0be4505" targetNamespace="http://schemas.microsoft.com/office/2006/metadata/properties" ma:root="true" ma:fieldsID="fd8633f808c4f6ac46999f2159d7c5c0" ns2:_="" ns3:_="">
    <xsd:import namespace="1a860d3e-6179-436c-977f-c8fec32702f9"/>
    <xsd:import namespace="975eb909-7871-4881-a0e4-375dc0be450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60d3e-6179-436c-977f-c8fec32702f9"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4d57bf8d-d566-4d19-80db-30c522907b41}" ma:internalName="TaxCatchAll" ma:showField="CatchAllData" ma:web="1a860d3e-6179-436c-977f-c8fec32702f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75eb909-7871-4881-a0e4-375dc0be450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a38e7027-190f-4f90-8839-9f8250567d86"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a860d3e-6179-436c-977f-c8fec32702f9" xsi:nil="true"/>
    <lcf76f155ced4ddcb4097134ff3c332f xmlns="975eb909-7871-4881-a0e4-375dc0be450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3FD08FF-8337-47CC-8C69-1BEEE47A7522}">
  <ds:schemaRefs>
    <ds:schemaRef ds:uri="http://schemas.microsoft.com/sharepoint/v3/contenttype/forms"/>
  </ds:schemaRefs>
</ds:datastoreItem>
</file>

<file path=customXml/itemProps2.xml><?xml version="1.0" encoding="utf-8"?>
<ds:datastoreItem xmlns:ds="http://schemas.openxmlformats.org/officeDocument/2006/customXml" ds:itemID="{17894C69-715F-4FE5-98A5-123250BCCE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60d3e-6179-436c-977f-c8fec32702f9"/>
    <ds:schemaRef ds:uri="975eb909-7871-4881-a0e4-375dc0be45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18F7DA-FB92-42E9-9B61-8A74C3F3D4E3}">
  <ds:schemaRefs>
    <ds:schemaRef ds:uri="http://schemas.openxmlformats.org/package/2006/metadata/core-properties"/>
    <ds:schemaRef ds:uri="http://purl.org/dc/terms/"/>
    <ds:schemaRef ds:uri="975eb909-7871-4881-a0e4-375dc0be4505"/>
    <ds:schemaRef ds:uri="http://purl.org/dc/dcmitype/"/>
    <ds:schemaRef ds:uri="http://schemas.microsoft.com/office/2006/documentManagement/types"/>
    <ds:schemaRef ds:uri="http://schemas.microsoft.com/office/2006/metadata/properties"/>
    <ds:schemaRef ds:uri="http://purl.org/dc/elements/1.1/"/>
    <ds:schemaRef ds:uri="1a860d3e-6179-436c-977f-c8fec32702f9"/>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Tema MISO</Template>
  <TotalTime>5141</TotalTime>
  <Words>1429</Words>
  <Application>Microsoft Macintosh PowerPoint</Application>
  <PresentationFormat>Custom</PresentationFormat>
  <Paragraphs>126</Paragraphs>
  <Slides>13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GT America</vt:lpstr>
      <vt:lpstr>GT America Bold</vt:lpstr>
      <vt:lpstr>GT America Thin</vt:lpstr>
      <vt:lpstr>Lato</vt:lpstr>
      <vt:lpstr>Tema3</vt:lpstr>
      <vt:lpstr>PowerPoint Presentation</vt:lpstr>
      <vt:lpstr>PowerPoint Presentation</vt:lpstr>
      <vt:lpstr>PowerPoint Presentation</vt:lpstr>
      <vt:lpstr>Estilos y Tácticas de Latencia  -  LMAX</vt:lpstr>
      <vt:lpstr>Puntos para reflexionar de esta lectura:</vt:lpstr>
      <vt:lpstr>Puntos para reflexionar de esta lectura:</vt:lpstr>
      <vt:lpstr>Puntos para reflexionar de esta lectura:</vt:lpstr>
      <vt:lpstr>Estilos y Tácticas para facilitar la modificación</vt:lpstr>
      <vt:lpstr>Puntos para reflexionar de esta lectura:</vt:lpstr>
      <vt:lpstr>Puntos para reflexionar de esta lectura:</vt:lpstr>
      <vt:lpstr>Puntos para reflexionar de esta lectura:</vt:lpstr>
      <vt:lpstr>Puntos para reflexionar de esta lectura: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Felipe Arturo Bonilla Parra</dc:creator>
  <cp:lastModifiedBy>Juan Felipe Rojas Cendales</cp:lastModifiedBy>
  <cp:revision>164</cp:revision>
  <dcterms:created xsi:type="dcterms:W3CDTF">2020-02-04T21:09:36Z</dcterms:created>
  <dcterms:modified xsi:type="dcterms:W3CDTF">2025-09-25T02:05:22Z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0x010100C3FA879870CE104FB414359600E5844F</vt:lpwstr>
  </property>
  <property fmtid="{D5CDD505-2E9C-101B-9397-08002B2CF9AE}" pid="3" name="MediaServiceImageTags">
    <vt:lpwstr/>
  </property>
</Properties>
</file>