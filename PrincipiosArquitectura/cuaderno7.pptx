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4"/>
  </p:sldMasterIdLst>
  <p:notesMasterIdLst>
    <p:notesMasterId r:id="rId14"/>
  </p:notesMasterIdLst>
  <p:sldIdLst>
    <p:sldId id="256" r:id="rId5"/>
    <p:sldId id="258" r:id="rId6"/>
    <p:sldId id="265" r:id="rId7"/>
    <p:sldId id="327" r:id="rId8"/>
    <p:sldId id="321" r:id="rId9"/>
    <p:sldId id="324" r:id="rId10"/>
    <p:sldId id="325" r:id="rId11"/>
    <p:sldId id="328" r:id="rId12"/>
    <p:sldId id="326" r:id="rId13"/>
  </p:sldIdLst>
  <p:sldSz cx="20104100" cy="1185545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4250"/>
    <a:srgbClr val="FF8CA6"/>
    <a:srgbClr val="974B59"/>
    <a:srgbClr val="965942"/>
    <a:srgbClr val="CFA5AA"/>
    <a:srgbClr val="3421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02" autoAdjust="0"/>
    <p:restoredTop sz="80848"/>
  </p:normalViewPr>
  <p:slideViewPr>
    <p:cSldViewPr snapToGrid="0">
      <p:cViewPr varScale="1">
        <p:scale>
          <a:sx n="63" d="100"/>
          <a:sy n="63" d="100"/>
        </p:scale>
        <p:origin x="1272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Valeria Mendoza Cipagauta" userId="9d05f6fe-bc3e-4e8b-b0a3-47cfb1c3fad5" providerId="ADAL" clId="{89F56718-58A2-4257-84F7-EF088FB75E14}"/>
    <pc:docChg chg="undo custSel addSld modSld">
      <pc:chgData name="Ana Valeria Mendoza Cipagauta" userId="9d05f6fe-bc3e-4e8b-b0a3-47cfb1c3fad5" providerId="ADAL" clId="{89F56718-58A2-4257-84F7-EF088FB75E14}" dt="2023-01-18T20:35:14.084" v="7"/>
      <pc:docMkLst>
        <pc:docMk/>
      </pc:docMkLst>
      <pc:sldChg chg="modSp">
        <pc:chgData name="Ana Valeria Mendoza Cipagauta" userId="9d05f6fe-bc3e-4e8b-b0a3-47cfb1c3fad5" providerId="ADAL" clId="{89F56718-58A2-4257-84F7-EF088FB75E14}" dt="2023-01-18T20:34:51.156" v="6" actId="27636"/>
        <pc:sldMkLst>
          <pc:docMk/>
          <pc:sldMk cId="2908288428" sldId="256"/>
        </pc:sldMkLst>
        <pc:spChg chg="mod">
          <ac:chgData name="Ana Valeria Mendoza Cipagauta" userId="9d05f6fe-bc3e-4e8b-b0a3-47cfb1c3fad5" providerId="ADAL" clId="{89F56718-58A2-4257-84F7-EF088FB75E14}" dt="2023-01-18T20:34:51.155" v="5" actId="27636"/>
          <ac:spMkLst>
            <pc:docMk/>
            <pc:sldMk cId="2908288428" sldId="256"/>
            <ac:spMk id="2" creationId="{55E50992-41E3-B944-B348-48647978B886}"/>
          </ac:spMkLst>
        </pc:spChg>
        <pc:spChg chg="mod">
          <ac:chgData name="Ana Valeria Mendoza Cipagauta" userId="9d05f6fe-bc3e-4e8b-b0a3-47cfb1c3fad5" providerId="ADAL" clId="{89F56718-58A2-4257-84F7-EF088FB75E14}" dt="2023-01-18T20:34:51.156" v="6" actId="27636"/>
          <ac:spMkLst>
            <pc:docMk/>
            <pc:sldMk cId="2908288428" sldId="256"/>
            <ac:spMk id="3" creationId="{2D598DFA-329B-2E42-B0CD-A299535D3FF7}"/>
          </ac:spMkLst>
        </pc:spChg>
      </pc:sldChg>
      <pc:sldChg chg="addSp delSp">
        <pc:chgData name="Ana Valeria Mendoza Cipagauta" userId="9d05f6fe-bc3e-4e8b-b0a3-47cfb1c3fad5" providerId="ADAL" clId="{89F56718-58A2-4257-84F7-EF088FB75E14}" dt="2023-01-18T20:34:51.129" v="4"/>
        <pc:sldMkLst>
          <pc:docMk/>
          <pc:sldMk cId="3636033414" sldId="325"/>
        </pc:sldMkLst>
        <pc:spChg chg="add del">
          <ac:chgData name="Ana Valeria Mendoza Cipagauta" userId="9d05f6fe-bc3e-4e8b-b0a3-47cfb1c3fad5" providerId="ADAL" clId="{89F56718-58A2-4257-84F7-EF088FB75E14}" dt="2023-01-18T20:34:51.129" v="4"/>
          <ac:spMkLst>
            <pc:docMk/>
            <pc:sldMk cId="3636033414" sldId="325"/>
            <ac:spMk id="2" creationId="{945436D1-515F-495D-9496-33CCE34D6BE8}"/>
          </ac:spMkLst>
        </pc:spChg>
      </pc:sldChg>
    </pc:docChg>
  </pc:docChgLst>
  <pc:docChgLst>
    <pc:chgData name="Ana Valeria Mendoza Cipagauta" userId="9d05f6fe-bc3e-4e8b-b0a3-47cfb1c3fad5" providerId="ADAL" clId="{1F7236DD-1A24-42A9-8D71-D89A5CEF88D1}"/>
    <pc:docChg chg="custSel addSld delSld modSld">
      <pc:chgData name="Ana Valeria Mendoza Cipagauta" userId="9d05f6fe-bc3e-4e8b-b0a3-47cfb1c3fad5" providerId="ADAL" clId="{1F7236DD-1A24-42A9-8D71-D89A5CEF88D1}" dt="2023-01-20T13:07:36.465" v="3" actId="27636"/>
      <pc:docMkLst>
        <pc:docMk/>
      </pc:docMkLst>
      <pc:sldChg chg="modSp">
        <pc:chgData name="Ana Valeria Mendoza Cipagauta" userId="9d05f6fe-bc3e-4e8b-b0a3-47cfb1c3fad5" providerId="ADAL" clId="{1F7236DD-1A24-42A9-8D71-D89A5CEF88D1}" dt="2023-01-20T13:07:36.465" v="3" actId="27636"/>
        <pc:sldMkLst>
          <pc:docMk/>
          <pc:sldMk cId="2908288428" sldId="256"/>
        </pc:sldMkLst>
        <pc:spChg chg="mod">
          <ac:chgData name="Ana Valeria Mendoza Cipagauta" userId="9d05f6fe-bc3e-4e8b-b0a3-47cfb1c3fad5" providerId="ADAL" clId="{1F7236DD-1A24-42A9-8D71-D89A5CEF88D1}" dt="2023-01-20T13:07:36.450" v="2" actId="27636"/>
          <ac:spMkLst>
            <pc:docMk/>
            <pc:sldMk cId="2908288428" sldId="256"/>
            <ac:spMk id="2" creationId="{55E50992-41E3-B944-B348-48647978B886}"/>
          </ac:spMkLst>
        </pc:spChg>
        <pc:spChg chg="mod">
          <ac:chgData name="Ana Valeria Mendoza Cipagauta" userId="9d05f6fe-bc3e-4e8b-b0a3-47cfb1c3fad5" providerId="ADAL" clId="{1F7236DD-1A24-42A9-8D71-D89A5CEF88D1}" dt="2023-01-20T13:07:36.465" v="3" actId="27636"/>
          <ac:spMkLst>
            <pc:docMk/>
            <pc:sldMk cId="2908288428" sldId="256"/>
            <ac:spMk id="3" creationId="{2D598DFA-329B-2E42-B0CD-A299535D3FF7}"/>
          </ac:spMkLst>
        </pc:spChg>
      </pc:sldChg>
      <pc:sldChg chg="del">
        <pc:chgData name="Ana Valeria Mendoza Cipagauta" userId="9d05f6fe-bc3e-4e8b-b0a3-47cfb1c3fad5" providerId="ADAL" clId="{1F7236DD-1A24-42A9-8D71-D89A5CEF88D1}" dt="2023-01-20T13:07:34.946" v="0" actId="2696"/>
        <pc:sldMkLst>
          <pc:docMk/>
          <pc:sldMk cId="2526152964" sldId="274"/>
        </pc:sldMkLst>
      </pc:sldChg>
      <pc:sldChg chg="add">
        <pc:chgData name="Ana Valeria Mendoza Cipagauta" userId="9d05f6fe-bc3e-4e8b-b0a3-47cfb1c3fad5" providerId="ADAL" clId="{1F7236DD-1A24-42A9-8D71-D89A5CEF88D1}" dt="2023-01-20T13:07:36.367" v="1"/>
        <pc:sldMkLst>
          <pc:docMk/>
          <pc:sldMk cId="4171484528" sldId="32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5EE62C-472A-0944-B273-7A532AA1B9AC}" type="datetimeFigureOut">
              <a:rPr lang="en-CO" smtClean="0"/>
              <a:t>18/09/25</a:t>
            </a:fld>
            <a:endParaRPr lang="en-C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09850" y="857250"/>
            <a:ext cx="39243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9ACABF-6E5F-1440-8A94-6FA0FACD68FC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410014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1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604090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2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848712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3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6810589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D2160-FA41-0E2C-801A-C70200DF0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BB2A4F-1BA8-8A68-1AAE-76056A1012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74DAFE-127A-B545-10B6-10F513C5AA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98516-C952-2572-373A-B1E029E645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4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4267754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5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9314753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6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8029816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7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5270258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3E70E-1579-634C-0765-22DA01814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AD1E39-142D-BFC4-C919-3D9F32E400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C87220-0825-E647-C415-8D764C67C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B5BEF-A7F6-8686-694B-C962FC4C52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8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087382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3013" y="1940233"/>
            <a:ext cx="15078075" cy="4127453"/>
          </a:xfrm>
        </p:spPr>
        <p:txBody>
          <a:bodyPr anchor="b"/>
          <a:lstStyle>
            <a:lvl1pPr algn="ctr">
              <a:defRPr sz="989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3013" y="6226856"/>
            <a:ext cx="15078075" cy="2862322"/>
          </a:xfrm>
        </p:spPr>
        <p:txBody>
          <a:bodyPr/>
          <a:lstStyle>
            <a:lvl1pPr marL="0" indent="0" algn="ctr">
              <a:buNone/>
              <a:defRPr sz="3958"/>
            </a:lvl1pPr>
            <a:lvl2pPr marL="753923" indent="0" algn="ctr">
              <a:buNone/>
              <a:defRPr sz="3298"/>
            </a:lvl2pPr>
            <a:lvl3pPr marL="1507846" indent="0" algn="ctr">
              <a:buNone/>
              <a:defRPr sz="2968"/>
            </a:lvl3pPr>
            <a:lvl4pPr marL="2261768" indent="0" algn="ctr">
              <a:buNone/>
              <a:defRPr sz="2638"/>
            </a:lvl4pPr>
            <a:lvl5pPr marL="3015691" indent="0" algn="ctr">
              <a:buNone/>
              <a:defRPr sz="2638"/>
            </a:lvl5pPr>
            <a:lvl6pPr marL="3769614" indent="0" algn="ctr">
              <a:buNone/>
              <a:defRPr sz="2638"/>
            </a:lvl6pPr>
            <a:lvl7pPr marL="4523537" indent="0" algn="ctr">
              <a:buNone/>
              <a:defRPr sz="2638"/>
            </a:lvl7pPr>
            <a:lvl8pPr marL="5277460" indent="0" algn="ctr">
              <a:buNone/>
              <a:defRPr sz="2638"/>
            </a:lvl8pPr>
            <a:lvl9pPr marL="6031382" indent="0" algn="ctr">
              <a:buNone/>
              <a:defRPr sz="2638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18/09/25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03011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18/09/25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66886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86" y="2955631"/>
            <a:ext cx="17339786" cy="4931537"/>
          </a:xfrm>
        </p:spPr>
        <p:txBody>
          <a:bodyPr anchor="b"/>
          <a:lstStyle>
            <a:lvl1pPr>
              <a:defRPr sz="989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86" y="7933822"/>
            <a:ext cx="17339786" cy="2593379"/>
          </a:xfrm>
        </p:spPr>
        <p:txBody>
          <a:bodyPr/>
          <a:lstStyle>
            <a:lvl1pPr marL="0" indent="0">
              <a:buNone/>
              <a:defRPr sz="3958">
                <a:solidFill>
                  <a:schemeClr val="tx1">
                    <a:tint val="75000"/>
                  </a:schemeClr>
                </a:solidFill>
              </a:defRPr>
            </a:lvl1pPr>
            <a:lvl2pPr marL="753923" indent="0">
              <a:buNone/>
              <a:defRPr sz="3298">
                <a:solidFill>
                  <a:schemeClr val="tx1">
                    <a:tint val="75000"/>
                  </a:schemeClr>
                </a:solidFill>
              </a:defRPr>
            </a:lvl2pPr>
            <a:lvl3pPr marL="1507846" indent="0">
              <a:buNone/>
              <a:defRPr sz="2968">
                <a:solidFill>
                  <a:schemeClr val="tx1">
                    <a:tint val="75000"/>
                  </a:schemeClr>
                </a:solidFill>
              </a:defRPr>
            </a:lvl3pPr>
            <a:lvl4pPr marL="2261768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4pPr>
            <a:lvl5pPr marL="3015691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5pPr>
            <a:lvl6pPr marL="3769614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6pPr>
            <a:lvl7pPr marL="4523537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7pPr>
            <a:lvl8pPr marL="5277460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8pPr>
            <a:lvl9pPr marL="6031382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18/09/25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26345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82157" y="3155965"/>
            <a:ext cx="8544243" cy="752217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77700" y="3155965"/>
            <a:ext cx="8544243" cy="752217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18/09/25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78059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4776" y="631194"/>
            <a:ext cx="17339786" cy="229150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4776" y="2906233"/>
            <a:ext cx="8504976" cy="1424300"/>
          </a:xfrm>
        </p:spPr>
        <p:txBody>
          <a:bodyPr anchor="b"/>
          <a:lstStyle>
            <a:lvl1pPr marL="0" indent="0">
              <a:buNone/>
              <a:defRPr sz="3958" b="1"/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4776" y="4330532"/>
            <a:ext cx="8504976" cy="636956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177701" y="2906233"/>
            <a:ext cx="8546861" cy="1424300"/>
          </a:xfrm>
        </p:spPr>
        <p:txBody>
          <a:bodyPr anchor="b"/>
          <a:lstStyle>
            <a:lvl1pPr marL="0" indent="0">
              <a:buNone/>
              <a:defRPr sz="3958" b="1"/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177701" y="4330532"/>
            <a:ext cx="8546861" cy="636956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18/09/25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41842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18/09/25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6793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18/09/25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482AC05-58CE-4E49-B563-09D5951AE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644486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4776" y="790363"/>
            <a:ext cx="6484095" cy="2766272"/>
          </a:xfrm>
        </p:spPr>
        <p:txBody>
          <a:bodyPr anchor="b"/>
          <a:lstStyle>
            <a:lvl1pPr>
              <a:defRPr sz="527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46861" y="1706966"/>
            <a:ext cx="10177701" cy="8425054"/>
          </a:xfrm>
        </p:spPr>
        <p:txBody>
          <a:bodyPr/>
          <a:lstStyle>
            <a:lvl1pPr>
              <a:defRPr sz="5277"/>
            </a:lvl1pPr>
            <a:lvl2pPr>
              <a:defRPr sz="4617"/>
            </a:lvl2pPr>
            <a:lvl3pPr>
              <a:defRPr sz="3958"/>
            </a:lvl3pPr>
            <a:lvl4pPr>
              <a:defRPr sz="3298"/>
            </a:lvl4pPr>
            <a:lvl5pPr>
              <a:defRPr sz="3298"/>
            </a:lvl5pPr>
            <a:lvl6pPr>
              <a:defRPr sz="3298"/>
            </a:lvl6pPr>
            <a:lvl7pPr>
              <a:defRPr sz="3298"/>
            </a:lvl7pPr>
            <a:lvl8pPr>
              <a:defRPr sz="3298"/>
            </a:lvl8pPr>
            <a:lvl9pPr>
              <a:defRPr sz="3298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4776" y="3556635"/>
            <a:ext cx="6484095" cy="6589106"/>
          </a:xfrm>
        </p:spPr>
        <p:txBody>
          <a:bodyPr/>
          <a:lstStyle>
            <a:lvl1pPr marL="0" indent="0">
              <a:buNone/>
              <a:defRPr sz="2638"/>
            </a:lvl1pPr>
            <a:lvl2pPr marL="753923" indent="0">
              <a:buNone/>
              <a:defRPr sz="2309"/>
            </a:lvl2pPr>
            <a:lvl3pPr marL="1507846" indent="0">
              <a:buNone/>
              <a:defRPr sz="1979"/>
            </a:lvl3pPr>
            <a:lvl4pPr marL="2261768" indent="0">
              <a:buNone/>
              <a:defRPr sz="1649"/>
            </a:lvl4pPr>
            <a:lvl5pPr marL="3015691" indent="0">
              <a:buNone/>
              <a:defRPr sz="1649"/>
            </a:lvl5pPr>
            <a:lvl6pPr marL="3769614" indent="0">
              <a:buNone/>
              <a:defRPr sz="1649"/>
            </a:lvl6pPr>
            <a:lvl7pPr marL="4523537" indent="0">
              <a:buNone/>
              <a:defRPr sz="1649"/>
            </a:lvl7pPr>
            <a:lvl8pPr marL="5277460" indent="0">
              <a:buNone/>
              <a:defRPr sz="1649"/>
            </a:lvl8pPr>
            <a:lvl9pPr marL="6031382" indent="0">
              <a:buNone/>
              <a:defRPr sz="1649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18/09/25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98044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4776" y="790363"/>
            <a:ext cx="6484095" cy="2766272"/>
          </a:xfrm>
        </p:spPr>
        <p:txBody>
          <a:bodyPr anchor="b"/>
          <a:lstStyle>
            <a:lvl1pPr>
              <a:defRPr sz="527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46861" y="1706966"/>
            <a:ext cx="10177701" cy="8425054"/>
          </a:xfrm>
        </p:spPr>
        <p:txBody>
          <a:bodyPr anchor="t"/>
          <a:lstStyle>
            <a:lvl1pPr marL="0" indent="0">
              <a:buNone/>
              <a:defRPr sz="5277"/>
            </a:lvl1pPr>
            <a:lvl2pPr marL="753923" indent="0">
              <a:buNone/>
              <a:defRPr sz="4617"/>
            </a:lvl2pPr>
            <a:lvl3pPr marL="1507846" indent="0">
              <a:buNone/>
              <a:defRPr sz="3958"/>
            </a:lvl3pPr>
            <a:lvl4pPr marL="2261768" indent="0">
              <a:buNone/>
              <a:defRPr sz="3298"/>
            </a:lvl4pPr>
            <a:lvl5pPr marL="3015691" indent="0">
              <a:buNone/>
              <a:defRPr sz="3298"/>
            </a:lvl5pPr>
            <a:lvl6pPr marL="3769614" indent="0">
              <a:buNone/>
              <a:defRPr sz="3298"/>
            </a:lvl6pPr>
            <a:lvl7pPr marL="4523537" indent="0">
              <a:buNone/>
              <a:defRPr sz="3298"/>
            </a:lvl7pPr>
            <a:lvl8pPr marL="5277460" indent="0">
              <a:buNone/>
              <a:defRPr sz="3298"/>
            </a:lvl8pPr>
            <a:lvl9pPr marL="6031382" indent="0">
              <a:buNone/>
              <a:defRPr sz="3298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4776" y="3556635"/>
            <a:ext cx="6484095" cy="6589106"/>
          </a:xfrm>
        </p:spPr>
        <p:txBody>
          <a:bodyPr/>
          <a:lstStyle>
            <a:lvl1pPr marL="0" indent="0">
              <a:buNone/>
              <a:defRPr sz="2638"/>
            </a:lvl1pPr>
            <a:lvl2pPr marL="753923" indent="0">
              <a:buNone/>
              <a:defRPr sz="2309"/>
            </a:lvl2pPr>
            <a:lvl3pPr marL="1507846" indent="0">
              <a:buNone/>
              <a:defRPr sz="1979"/>
            </a:lvl3pPr>
            <a:lvl4pPr marL="2261768" indent="0">
              <a:buNone/>
              <a:defRPr sz="1649"/>
            </a:lvl4pPr>
            <a:lvl5pPr marL="3015691" indent="0">
              <a:buNone/>
              <a:defRPr sz="1649"/>
            </a:lvl5pPr>
            <a:lvl6pPr marL="3769614" indent="0">
              <a:buNone/>
              <a:defRPr sz="1649"/>
            </a:lvl6pPr>
            <a:lvl7pPr marL="4523537" indent="0">
              <a:buNone/>
              <a:defRPr sz="1649"/>
            </a:lvl7pPr>
            <a:lvl8pPr marL="5277460" indent="0">
              <a:buNone/>
              <a:defRPr sz="1649"/>
            </a:lvl8pPr>
            <a:lvl9pPr marL="6031382" indent="0">
              <a:buNone/>
              <a:defRPr sz="1649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18/09/25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6099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18/09/25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01031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386996" y="631193"/>
            <a:ext cx="4334947" cy="10046946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82157" y="631193"/>
            <a:ext cx="12753538" cy="10046946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18/09/25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495887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 derecha - fondo azul">
    <p:bg>
      <p:bgPr>
        <a:solidFill>
          <a:srgbClr val="3421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Marcador de texto 49">
            <a:extLst>
              <a:ext uri="{FF2B5EF4-FFF2-40B4-BE49-F238E27FC236}">
                <a16:creationId xmlns:a16="http://schemas.microsoft.com/office/drawing/2014/main" id="{596BCF93-6DE0-442F-AA83-FBFDAB95DF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15994" y="5373094"/>
            <a:ext cx="5303905" cy="943706"/>
          </a:xfrm>
        </p:spPr>
        <p:txBody>
          <a:bodyPr/>
          <a:lstStyle>
            <a:lvl1pPr marL="0" indent="0" algn="ctr">
              <a:buNone/>
              <a:defRPr lang="es-ES" sz="5150" kern="1200" spc="15" dirty="0" smtClean="0">
                <a:solidFill>
                  <a:srgbClr val="FFFFFF"/>
                </a:solidFill>
                <a:latin typeface="GT America"/>
                <a:ea typeface="+mn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67" name="object 4">
            <a:extLst>
              <a:ext uri="{FF2B5EF4-FFF2-40B4-BE49-F238E27FC236}">
                <a16:creationId xmlns:a16="http://schemas.microsoft.com/office/drawing/2014/main" id="{C12A065A-7C27-40A8-AA7E-3555F4C887AB}"/>
              </a:ext>
            </a:extLst>
          </p:cNvPr>
          <p:cNvSpPr/>
          <p:nvPr/>
        </p:nvSpPr>
        <p:spPr>
          <a:xfrm>
            <a:off x="10266468" y="3742084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8" name="object 5">
            <a:extLst>
              <a:ext uri="{FF2B5EF4-FFF2-40B4-BE49-F238E27FC236}">
                <a16:creationId xmlns:a16="http://schemas.microsoft.com/office/drawing/2014/main" id="{427FDD6C-7AC9-4896-BBA6-16154F68F579}"/>
              </a:ext>
            </a:extLst>
          </p:cNvPr>
          <p:cNvSpPr/>
          <p:nvPr/>
        </p:nvSpPr>
        <p:spPr>
          <a:xfrm>
            <a:off x="10266468" y="4624875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9" name="object 6">
            <a:extLst>
              <a:ext uri="{FF2B5EF4-FFF2-40B4-BE49-F238E27FC236}">
                <a16:creationId xmlns:a16="http://schemas.microsoft.com/office/drawing/2014/main" id="{953A2053-6469-4CA1-BFF3-27FB46B80B50}"/>
              </a:ext>
            </a:extLst>
          </p:cNvPr>
          <p:cNvSpPr/>
          <p:nvPr/>
        </p:nvSpPr>
        <p:spPr>
          <a:xfrm>
            <a:off x="10266468" y="5507666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0" name="object 7">
            <a:extLst>
              <a:ext uri="{FF2B5EF4-FFF2-40B4-BE49-F238E27FC236}">
                <a16:creationId xmlns:a16="http://schemas.microsoft.com/office/drawing/2014/main" id="{5BEE9C81-C824-44C2-8B82-5B785F68440F}"/>
              </a:ext>
            </a:extLst>
          </p:cNvPr>
          <p:cNvSpPr/>
          <p:nvPr/>
        </p:nvSpPr>
        <p:spPr>
          <a:xfrm>
            <a:off x="10266468" y="6390469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1" name="object 8">
            <a:extLst>
              <a:ext uri="{FF2B5EF4-FFF2-40B4-BE49-F238E27FC236}">
                <a16:creationId xmlns:a16="http://schemas.microsoft.com/office/drawing/2014/main" id="{C68F89CB-FCB1-4F38-A174-FEA6B5B54169}"/>
              </a:ext>
            </a:extLst>
          </p:cNvPr>
          <p:cNvSpPr/>
          <p:nvPr/>
        </p:nvSpPr>
        <p:spPr>
          <a:xfrm>
            <a:off x="10266468" y="7273261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2" name="object 9">
            <a:extLst>
              <a:ext uri="{FF2B5EF4-FFF2-40B4-BE49-F238E27FC236}">
                <a16:creationId xmlns:a16="http://schemas.microsoft.com/office/drawing/2014/main" id="{E962C8AB-58E7-481F-88A2-A4EDFB35497E}"/>
              </a:ext>
            </a:extLst>
          </p:cNvPr>
          <p:cNvSpPr txBox="1"/>
          <p:nvPr/>
        </p:nvSpPr>
        <p:spPr>
          <a:xfrm>
            <a:off x="4165296" y="6804105"/>
            <a:ext cx="3521075" cy="1636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99" defTabSz="914400">
              <a:spcBef>
                <a:spcPts val="100"/>
              </a:spcBef>
            </a:pPr>
            <a:r>
              <a:rPr sz="10550" b="1" dirty="0">
                <a:solidFill>
                  <a:srgbClr val="2BAAE1"/>
                </a:solidFill>
                <a:latin typeface="GT America Bold"/>
                <a:cs typeface="GT America Bold"/>
              </a:rPr>
              <a:t>MISO</a:t>
            </a:r>
            <a:endParaRPr sz="10550" dirty="0">
              <a:solidFill>
                <a:prstClr val="black"/>
              </a:solidFill>
              <a:latin typeface="GT America Bold"/>
              <a:cs typeface="GT America Bold"/>
            </a:endParaRPr>
          </a:p>
        </p:txBody>
      </p:sp>
      <p:sp>
        <p:nvSpPr>
          <p:cNvPr id="73" name="object 10">
            <a:extLst>
              <a:ext uri="{FF2B5EF4-FFF2-40B4-BE49-F238E27FC236}">
                <a16:creationId xmlns:a16="http://schemas.microsoft.com/office/drawing/2014/main" id="{8DE9B7B0-98C0-47A1-BDBD-CA6F24CB6F8F}"/>
              </a:ext>
            </a:extLst>
          </p:cNvPr>
          <p:cNvSpPr txBox="1"/>
          <p:nvPr/>
        </p:nvSpPr>
        <p:spPr>
          <a:xfrm>
            <a:off x="3366904" y="8288018"/>
            <a:ext cx="5118100" cy="40716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699" defTabSz="914400">
              <a:spcBef>
                <a:spcPts val="114"/>
              </a:spcBef>
            </a:pP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de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550" dirty="0">
              <a:solidFill>
                <a:prstClr val="black"/>
              </a:solidFill>
              <a:latin typeface="GT America Thin"/>
              <a:cs typeface="GT America Thin"/>
            </a:endParaRPr>
          </a:p>
        </p:txBody>
      </p:sp>
      <p:sp>
        <p:nvSpPr>
          <p:cNvPr id="74" name="object 11">
            <a:extLst>
              <a:ext uri="{FF2B5EF4-FFF2-40B4-BE49-F238E27FC236}">
                <a16:creationId xmlns:a16="http://schemas.microsoft.com/office/drawing/2014/main" id="{4F88753D-903E-4624-AA78-314F78FABC53}"/>
              </a:ext>
            </a:extLst>
          </p:cNvPr>
          <p:cNvSpPr/>
          <p:nvPr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5" name="object 12">
            <a:extLst>
              <a:ext uri="{FF2B5EF4-FFF2-40B4-BE49-F238E27FC236}">
                <a16:creationId xmlns:a16="http://schemas.microsoft.com/office/drawing/2014/main" id="{6AA3D325-B7F5-4BE1-9791-ED288C3BA581}"/>
              </a:ext>
            </a:extLst>
          </p:cNvPr>
          <p:cNvSpPr/>
          <p:nvPr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6" name="object 13">
            <a:extLst>
              <a:ext uri="{FF2B5EF4-FFF2-40B4-BE49-F238E27FC236}">
                <a16:creationId xmlns:a16="http://schemas.microsoft.com/office/drawing/2014/main" id="{FCF593A5-0849-4543-B4C9-D07E405D43E5}"/>
              </a:ext>
            </a:extLst>
          </p:cNvPr>
          <p:cNvSpPr/>
          <p:nvPr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7" name="object 14">
            <a:extLst>
              <a:ext uri="{FF2B5EF4-FFF2-40B4-BE49-F238E27FC236}">
                <a16:creationId xmlns:a16="http://schemas.microsoft.com/office/drawing/2014/main" id="{2D7AF1DB-637A-43AF-80E5-F31A52C66D8A}"/>
              </a:ext>
            </a:extLst>
          </p:cNvPr>
          <p:cNvSpPr/>
          <p:nvPr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8" name="object 15">
            <a:extLst>
              <a:ext uri="{FF2B5EF4-FFF2-40B4-BE49-F238E27FC236}">
                <a16:creationId xmlns:a16="http://schemas.microsoft.com/office/drawing/2014/main" id="{F96D07C3-3AB7-4EE5-A223-FDAAD894D70B}"/>
              </a:ext>
            </a:extLst>
          </p:cNvPr>
          <p:cNvSpPr/>
          <p:nvPr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9" name="object 16">
            <a:extLst>
              <a:ext uri="{FF2B5EF4-FFF2-40B4-BE49-F238E27FC236}">
                <a16:creationId xmlns:a16="http://schemas.microsoft.com/office/drawing/2014/main" id="{8A90BB90-3DA0-47C0-9E58-65AB628A8A0E}"/>
              </a:ext>
            </a:extLst>
          </p:cNvPr>
          <p:cNvSpPr/>
          <p:nvPr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0" name="object 17">
            <a:extLst>
              <a:ext uri="{FF2B5EF4-FFF2-40B4-BE49-F238E27FC236}">
                <a16:creationId xmlns:a16="http://schemas.microsoft.com/office/drawing/2014/main" id="{1C621E47-F80E-4EC7-8C3E-EA4AC2C499EC}"/>
              </a:ext>
            </a:extLst>
          </p:cNvPr>
          <p:cNvSpPr/>
          <p:nvPr/>
        </p:nvSpPr>
        <p:spPr>
          <a:xfrm>
            <a:off x="4414429" y="5779080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4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1" name="object 18">
            <a:extLst>
              <a:ext uri="{FF2B5EF4-FFF2-40B4-BE49-F238E27FC236}">
                <a16:creationId xmlns:a16="http://schemas.microsoft.com/office/drawing/2014/main" id="{1A14C7C0-7FA5-496A-97FA-8736A24D89E7}"/>
              </a:ext>
            </a:extLst>
          </p:cNvPr>
          <p:cNvSpPr/>
          <p:nvPr/>
        </p:nvSpPr>
        <p:spPr>
          <a:xfrm>
            <a:off x="4414429" y="4608526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2" name="object 19">
            <a:extLst>
              <a:ext uri="{FF2B5EF4-FFF2-40B4-BE49-F238E27FC236}">
                <a16:creationId xmlns:a16="http://schemas.microsoft.com/office/drawing/2014/main" id="{0DBA6063-A179-4CB3-B25D-55A98691DA17}"/>
              </a:ext>
            </a:extLst>
          </p:cNvPr>
          <p:cNvSpPr/>
          <p:nvPr/>
        </p:nvSpPr>
        <p:spPr>
          <a:xfrm>
            <a:off x="4414429" y="5183533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3" name="object 20">
            <a:extLst>
              <a:ext uri="{FF2B5EF4-FFF2-40B4-BE49-F238E27FC236}">
                <a16:creationId xmlns:a16="http://schemas.microsoft.com/office/drawing/2014/main" id="{A6CF6F57-A992-4DA6-93D6-14847FF13203}"/>
              </a:ext>
            </a:extLst>
          </p:cNvPr>
          <p:cNvSpPr/>
          <p:nvPr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4" name="object 21">
            <a:extLst>
              <a:ext uri="{FF2B5EF4-FFF2-40B4-BE49-F238E27FC236}">
                <a16:creationId xmlns:a16="http://schemas.microsoft.com/office/drawing/2014/main" id="{9C37B140-257B-4ED0-9375-88DF6F1A8647}"/>
              </a:ext>
            </a:extLst>
          </p:cNvPr>
          <p:cNvSpPr/>
          <p:nvPr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67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5" name="object 22">
            <a:extLst>
              <a:ext uri="{FF2B5EF4-FFF2-40B4-BE49-F238E27FC236}">
                <a16:creationId xmlns:a16="http://schemas.microsoft.com/office/drawing/2014/main" id="{CACE08B5-1F52-425F-861D-DC6F5D131080}"/>
              </a:ext>
            </a:extLst>
          </p:cNvPr>
          <p:cNvSpPr/>
          <p:nvPr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6" name="object 23">
            <a:extLst>
              <a:ext uri="{FF2B5EF4-FFF2-40B4-BE49-F238E27FC236}">
                <a16:creationId xmlns:a16="http://schemas.microsoft.com/office/drawing/2014/main" id="{B3C5A46B-E89D-4FF7-8B2E-53C4DBEBF1AB}"/>
              </a:ext>
            </a:extLst>
          </p:cNvPr>
          <p:cNvSpPr/>
          <p:nvPr/>
        </p:nvSpPr>
        <p:spPr>
          <a:xfrm>
            <a:off x="4417571" y="3174651"/>
            <a:ext cx="3019425" cy="3486785"/>
          </a:xfrm>
          <a:custGeom>
            <a:avLst/>
            <a:gdLst/>
            <a:ahLst/>
            <a:cxnLst/>
            <a:rect l="l" t="t" r="r" b="b"/>
            <a:pathLst>
              <a:path w="3019425" h="3486784">
                <a:moveTo>
                  <a:pt x="3019423" y="2614893"/>
                </a:moveTo>
                <a:lnTo>
                  <a:pt x="3019423" y="871631"/>
                </a:lnTo>
                <a:lnTo>
                  <a:pt x="1509716" y="0"/>
                </a:lnTo>
                <a:lnTo>
                  <a:pt x="0" y="871631"/>
                </a:lnTo>
                <a:lnTo>
                  <a:pt x="0" y="2614893"/>
                </a:lnTo>
                <a:lnTo>
                  <a:pt x="1509716" y="3486536"/>
                </a:lnTo>
                <a:lnTo>
                  <a:pt x="3019423" y="2614893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7" name="object 24">
            <a:extLst>
              <a:ext uri="{FF2B5EF4-FFF2-40B4-BE49-F238E27FC236}">
                <a16:creationId xmlns:a16="http://schemas.microsoft.com/office/drawing/2014/main" id="{F9F24890-B240-4B38-B677-5C1F04091C77}"/>
              </a:ext>
            </a:extLst>
          </p:cNvPr>
          <p:cNvSpPr/>
          <p:nvPr/>
        </p:nvSpPr>
        <p:spPr>
          <a:xfrm>
            <a:off x="5928222" y="4906213"/>
            <a:ext cx="0" cy="1749425"/>
          </a:xfrm>
          <a:custGeom>
            <a:avLst/>
            <a:gdLst/>
            <a:ahLst/>
            <a:cxnLst/>
            <a:rect l="l" t="t" r="r" b="b"/>
            <a:pathLst>
              <a:path h="1749425">
                <a:moveTo>
                  <a:pt x="0" y="0"/>
                </a:moveTo>
                <a:lnTo>
                  <a:pt x="0" y="174932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4" name="object 4">
            <a:extLst>
              <a:ext uri="{FF2B5EF4-FFF2-40B4-BE49-F238E27FC236}">
                <a16:creationId xmlns:a16="http://schemas.microsoft.com/office/drawing/2014/main" id="{6A9484B0-F8DA-3942-AEB4-AC77CA4CE475}"/>
              </a:ext>
            </a:extLst>
          </p:cNvPr>
          <p:cNvSpPr/>
          <p:nvPr userDrawn="1"/>
        </p:nvSpPr>
        <p:spPr>
          <a:xfrm>
            <a:off x="10266468" y="3742084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5" name="object 5">
            <a:extLst>
              <a:ext uri="{FF2B5EF4-FFF2-40B4-BE49-F238E27FC236}">
                <a16:creationId xmlns:a16="http://schemas.microsoft.com/office/drawing/2014/main" id="{8698A834-C399-FE4A-8AF7-4C083617CB7A}"/>
              </a:ext>
            </a:extLst>
          </p:cNvPr>
          <p:cNvSpPr/>
          <p:nvPr userDrawn="1"/>
        </p:nvSpPr>
        <p:spPr>
          <a:xfrm>
            <a:off x="10266468" y="4624875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6" name="object 6">
            <a:extLst>
              <a:ext uri="{FF2B5EF4-FFF2-40B4-BE49-F238E27FC236}">
                <a16:creationId xmlns:a16="http://schemas.microsoft.com/office/drawing/2014/main" id="{713501B0-9E0E-6645-A7CE-91BB42BEB3EB}"/>
              </a:ext>
            </a:extLst>
          </p:cNvPr>
          <p:cNvSpPr/>
          <p:nvPr userDrawn="1"/>
        </p:nvSpPr>
        <p:spPr>
          <a:xfrm>
            <a:off x="10266468" y="5507666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7" name="object 7">
            <a:extLst>
              <a:ext uri="{FF2B5EF4-FFF2-40B4-BE49-F238E27FC236}">
                <a16:creationId xmlns:a16="http://schemas.microsoft.com/office/drawing/2014/main" id="{E0AB0AA3-FC6C-B442-8456-AD7F97AEE4F7}"/>
              </a:ext>
            </a:extLst>
          </p:cNvPr>
          <p:cNvSpPr/>
          <p:nvPr userDrawn="1"/>
        </p:nvSpPr>
        <p:spPr>
          <a:xfrm>
            <a:off x="10266468" y="6390469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8" name="object 8">
            <a:extLst>
              <a:ext uri="{FF2B5EF4-FFF2-40B4-BE49-F238E27FC236}">
                <a16:creationId xmlns:a16="http://schemas.microsoft.com/office/drawing/2014/main" id="{9C8A4095-0BD9-5C44-B5C0-04E5BCAFD5D7}"/>
              </a:ext>
            </a:extLst>
          </p:cNvPr>
          <p:cNvSpPr/>
          <p:nvPr userDrawn="1"/>
        </p:nvSpPr>
        <p:spPr>
          <a:xfrm>
            <a:off x="10266468" y="7273261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9" name="object 9">
            <a:extLst>
              <a:ext uri="{FF2B5EF4-FFF2-40B4-BE49-F238E27FC236}">
                <a16:creationId xmlns:a16="http://schemas.microsoft.com/office/drawing/2014/main" id="{6D5C7BA6-D3B5-084C-AAFC-8B119C6FCE6B}"/>
              </a:ext>
            </a:extLst>
          </p:cNvPr>
          <p:cNvSpPr txBox="1"/>
          <p:nvPr userDrawn="1"/>
        </p:nvSpPr>
        <p:spPr>
          <a:xfrm>
            <a:off x="4165296" y="6804105"/>
            <a:ext cx="3521075" cy="1636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99" defTabSz="914400">
              <a:spcBef>
                <a:spcPts val="100"/>
              </a:spcBef>
            </a:pPr>
            <a:r>
              <a:rPr sz="10550" b="1" dirty="0">
                <a:solidFill>
                  <a:srgbClr val="2BAAE1"/>
                </a:solidFill>
                <a:latin typeface="GT America Bold"/>
                <a:cs typeface="GT America Bold"/>
              </a:rPr>
              <a:t>MISO</a:t>
            </a:r>
            <a:endParaRPr sz="10550" dirty="0">
              <a:solidFill>
                <a:prstClr val="black"/>
              </a:solidFill>
              <a:latin typeface="GT America Bold"/>
              <a:cs typeface="GT America Bold"/>
            </a:endParaRPr>
          </a:p>
        </p:txBody>
      </p:sp>
      <p:sp>
        <p:nvSpPr>
          <p:cNvPr id="30" name="object 10">
            <a:extLst>
              <a:ext uri="{FF2B5EF4-FFF2-40B4-BE49-F238E27FC236}">
                <a16:creationId xmlns:a16="http://schemas.microsoft.com/office/drawing/2014/main" id="{82202673-B67E-1346-B14E-FD3C26EE47B9}"/>
              </a:ext>
            </a:extLst>
          </p:cNvPr>
          <p:cNvSpPr txBox="1"/>
          <p:nvPr userDrawn="1"/>
        </p:nvSpPr>
        <p:spPr>
          <a:xfrm>
            <a:off x="3366904" y="8288018"/>
            <a:ext cx="5118100" cy="40716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699" defTabSz="914400">
              <a:spcBef>
                <a:spcPts val="114"/>
              </a:spcBef>
            </a:pP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de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550" dirty="0">
              <a:solidFill>
                <a:prstClr val="black"/>
              </a:solidFill>
              <a:latin typeface="GT America Thin"/>
              <a:cs typeface="GT America Thin"/>
            </a:endParaRPr>
          </a:p>
        </p:txBody>
      </p:sp>
      <p:sp>
        <p:nvSpPr>
          <p:cNvPr id="31" name="object 11">
            <a:extLst>
              <a:ext uri="{FF2B5EF4-FFF2-40B4-BE49-F238E27FC236}">
                <a16:creationId xmlns:a16="http://schemas.microsoft.com/office/drawing/2014/main" id="{DBC11555-86E2-D644-878F-9F1BC77B8DF6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2" name="object 12">
            <a:extLst>
              <a:ext uri="{FF2B5EF4-FFF2-40B4-BE49-F238E27FC236}">
                <a16:creationId xmlns:a16="http://schemas.microsoft.com/office/drawing/2014/main" id="{891AEE34-A4D3-754C-93D6-13460BA10354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3" name="object 13">
            <a:extLst>
              <a:ext uri="{FF2B5EF4-FFF2-40B4-BE49-F238E27FC236}">
                <a16:creationId xmlns:a16="http://schemas.microsoft.com/office/drawing/2014/main" id="{39891505-45EC-E642-B8BB-D51703AB6297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4" name="object 14">
            <a:extLst>
              <a:ext uri="{FF2B5EF4-FFF2-40B4-BE49-F238E27FC236}">
                <a16:creationId xmlns:a16="http://schemas.microsoft.com/office/drawing/2014/main" id="{A9A10BBC-C781-914C-BB86-52D279784C53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5" name="object 15">
            <a:extLst>
              <a:ext uri="{FF2B5EF4-FFF2-40B4-BE49-F238E27FC236}">
                <a16:creationId xmlns:a16="http://schemas.microsoft.com/office/drawing/2014/main" id="{4128F62F-287A-F54D-92ED-3B9739C5760D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6" name="object 16">
            <a:extLst>
              <a:ext uri="{FF2B5EF4-FFF2-40B4-BE49-F238E27FC236}">
                <a16:creationId xmlns:a16="http://schemas.microsoft.com/office/drawing/2014/main" id="{9541C34C-174C-6943-98EE-1AECE5B74A70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7" name="object 17">
            <a:extLst>
              <a:ext uri="{FF2B5EF4-FFF2-40B4-BE49-F238E27FC236}">
                <a16:creationId xmlns:a16="http://schemas.microsoft.com/office/drawing/2014/main" id="{CDC678A1-7F8B-6145-9FA6-F789269E1CD2}"/>
              </a:ext>
            </a:extLst>
          </p:cNvPr>
          <p:cNvSpPr/>
          <p:nvPr userDrawn="1"/>
        </p:nvSpPr>
        <p:spPr>
          <a:xfrm>
            <a:off x="4414429" y="5779080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4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8" name="object 18">
            <a:extLst>
              <a:ext uri="{FF2B5EF4-FFF2-40B4-BE49-F238E27FC236}">
                <a16:creationId xmlns:a16="http://schemas.microsoft.com/office/drawing/2014/main" id="{D564D977-A150-4248-8049-C15579447985}"/>
              </a:ext>
            </a:extLst>
          </p:cNvPr>
          <p:cNvSpPr/>
          <p:nvPr userDrawn="1"/>
        </p:nvSpPr>
        <p:spPr>
          <a:xfrm>
            <a:off x="4414429" y="4608526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9" name="object 19">
            <a:extLst>
              <a:ext uri="{FF2B5EF4-FFF2-40B4-BE49-F238E27FC236}">
                <a16:creationId xmlns:a16="http://schemas.microsoft.com/office/drawing/2014/main" id="{419A55DF-1CB9-5D4D-BBF6-0C145438DDDB}"/>
              </a:ext>
            </a:extLst>
          </p:cNvPr>
          <p:cNvSpPr/>
          <p:nvPr userDrawn="1"/>
        </p:nvSpPr>
        <p:spPr>
          <a:xfrm>
            <a:off x="4414429" y="5183533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0" name="object 20">
            <a:extLst>
              <a:ext uri="{FF2B5EF4-FFF2-40B4-BE49-F238E27FC236}">
                <a16:creationId xmlns:a16="http://schemas.microsoft.com/office/drawing/2014/main" id="{6E2D8DD1-4DE5-3F44-BEFA-11DBAB77446E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1" name="object 21">
            <a:extLst>
              <a:ext uri="{FF2B5EF4-FFF2-40B4-BE49-F238E27FC236}">
                <a16:creationId xmlns:a16="http://schemas.microsoft.com/office/drawing/2014/main" id="{FF1AAF08-9EC7-0F48-AD70-BE5CA3BE2461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67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2" name="object 22">
            <a:extLst>
              <a:ext uri="{FF2B5EF4-FFF2-40B4-BE49-F238E27FC236}">
                <a16:creationId xmlns:a16="http://schemas.microsoft.com/office/drawing/2014/main" id="{66A14E71-8851-7949-8634-48CDA7549E45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3" name="object 23">
            <a:extLst>
              <a:ext uri="{FF2B5EF4-FFF2-40B4-BE49-F238E27FC236}">
                <a16:creationId xmlns:a16="http://schemas.microsoft.com/office/drawing/2014/main" id="{0A7A9DCD-8185-1B48-90AD-58F373A655CB}"/>
              </a:ext>
            </a:extLst>
          </p:cNvPr>
          <p:cNvSpPr/>
          <p:nvPr userDrawn="1"/>
        </p:nvSpPr>
        <p:spPr>
          <a:xfrm>
            <a:off x="4417571" y="3174651"/>
            <a:ext cx="3019425" cy="3486785"/>
          </a:xfrm>
          <a:custGeom>
            <a:avLst/>
            <a:gdLst/>
            <a:ahLst/>
            <a:cxnLst/>
            <a:rect l="l" t="t" r="r" b="b"/>
            <a:pathLst>
              <a:path w="3019425" h="3486784">
                <a:moveTo>
                  <a:pt x="3019423" y="2614893"/>
                </a:moveTo>
                <a:lnTo>
                  <a:pt x="3019423" y="871631"/>
                </a:lnTo>
                <a:lnTo>
                  <a:pt x="1509716" y="0"/>
                </a:lnTo>
                <a:lnTo>
                  <a:pt x="0" y="871631"/>
                </a:lnTo>
                <a:lnTo>
                  <a:pt x="0" y="2614893"/>
                </a:lnTo>
                <a:lnTo>
                  <a:pt x="1509716" y="3486536"/>
                </a:lnTo>
                <a:lnTo>
                  <a:pt x="3019423" y="2614893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4" name="object 24">
            <a:extLst>
              <a:ext uri="{FF2B5EF4-FFF2-40B4-BE49-F238E27FC236}">
                <a16:creationId xmlns:a16="http://schemas.microsoft.com/office/drawing/2014/main" id="{CA3D13B8-0C93-D443-87F1-694A1BEBFA5F}"/>
              </a:ext>
            </a:extLst>
          </p:cNvPr>
          <p:cNvSpPr/>
          <p:nvPr userDrawn="1"/>
        </p:nvSpPr>
        <p:spPr>
          <a:xfrm>
            <a:off x="5928222" y="4906213"/>
            <a:ext cx="0" cy="1749425"/>
          </a:xfrm>
          <a:custGeom>
            <a:avLst/>
            <a:gdLst/>
            <a:ahLst/>
            <a:cxnLst/>
            <a:rect l="l" t="t" r="r" b="b"/>
            <a:pathLst>
              <a:path h="1749425">
                <a:moveTo>
                  <a:pt x="0" y="0"/>
                </a:moveTo>
                <a:lnTo>
                  <a:pt x="0" y="174932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85713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a la derecha - fondo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9">
            <a:extLst>
              <a:ext uri="{FF2B5EF4-FFF2-40B4-BE49-F238E27FC236}">
                <a16:creationId xmlns:a16="http://schemas.microsoft.com/office/drawing/2014/main" id="{379144B4-8526-4FBA-9FE7-4C4F4A861EA9}"/>
              </a:ext>
            </a:extLst>
          </p:cNvPr>
          <p:cNvSpPr txBox="1"/>
          <p:nvPr/>
        </p:nvSpPr>
        <p:spPr>
          <a:xfrm>
            <a:off x="4165296" y="6804105"/>
            <a:ext cx="3521075" cy="1636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99">
              <a:spcBef>
                <a:spcPts val="100"/>
              </a:spcBef>
            </a:pPr>
            <a:r>
              <a:rPr sz="10550" b="1" dirty="0">
                <a:solidFill>
                  <a:srgbClr val="2BAAE1"/>
                </a:solidFill>
                <a:latin typeface="GT America Bold"/>
                <a:cs typeface="GT America Bold"/>
              </a:rPr>
              <a:t>MISO</a:t>
            </a:r>
            <a:endParaRPr sz="10550" dirty="0">
              <a:latin typeface="GT America Bold"/>
              <a:cs typeface="GT America Bold"/>
            </a:endParaRPr>
          </a:p>
        </p:txBody>
      </p:sp>
      <p:sp>
        <p:nvSpPr>
          <p:cNvPr id="3" name="object 10">
            <a:extLst>
              <a:ext uri="{FF2B5EF4-FFF2-40B4-BE49-F238E27FC236}">
                <a16:creationId xmlns:a16="http://schemas.microsoft.com/office/drawing/2014/main" id="{EB89E1CA-2EF2-4970-A4CA-508B7FF81810}"/>
              </a:ext>
            </a:extLst>
          </p:cNvPr>
          <p:cNvSpPr txBox="1"/>
          <p:nvPr/>
        </p:nvSpPr>
        <p:spPr>
          <a:xfrm>
            <a:off x="3366904" y="8288018"/>
            <a:ext cx="5118100" cy="40716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699">
              <a:spcBef>
                <a:spcPts val="114"/>
              </a:spcBef>
            </a:pP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de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550" dirty="0">
              <a:latin typeface="GT America Thin"/>
              <a:cs typeface="GT America Thin"/>
            </a:endParaRPr>
          </a:p>
        </p:txBody>
      </p:sp>
      <p:sp>
        <p:nvSpPr>
          <p:cNvPr id="4" name="object 11">
            <a:extLst>
              <a:ext uri="{FF2B5EF4-FFF2-40B4-BE49-F238E27FC236}">
                <a16:creationId xmlns:a16="http://schemas.microsoft.com/office/drawing/2014/main" id="{7680B916-344D-4856-BB05-B38F82BDBDE6}"/>
              </a:ext>
            </a:extLst>
          </p:cNvPr>
          <p:cNvSpPr/>
          <p:nvPr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12">
            <a:extLst>
              <a:ext uri="{FF2B5EF4-FFF2-40B4-BE49-F238E27FC236}">
                <a16:creationId xmlns:a16="http://schemas.microsoft.com/office/drawing/2014/main" id="{7322C8ED-85BA-44B9-9A28-941F57348002}"/>
              </a:ext>
            </a:extLst>
          </p:cNvPr>
          <p:cNvSpPr/>
          <p:nvPr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3">
            <a:extLst>
              <a:ext uri="{FF2B5EF4-FFF2-40B4-BE49-F238E27FC236}">
                <a16:creationId xmlns:a16="http://schemas.microsoft.com/office/drawing/2014/main" id="{28757609-A84E-4F08-9160-3C3FC1E213C7}"/>
              </a:ext>
            </a:extLst>
          </p:cNvPr>
          <p:cNvSpPr/>
          <p:nvPr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14">
            <a:extLst>
              <a:ext uri="{FF2B5EF4-FFF2-40B4-BE49-F238E27FC236}">
                <a16:creationId xmlns:a16="http://schemas.microsoft.com/office/drawing/2014/main" id="{C5E80038-1A8D-4109-8E13-5B526754A336}"/>
              </a:ext>
            </a:extLst>
          </p:cNvPr>
          <p:cNvSpPr/>
          <p:nvPr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5">
            <a:extLst>
              <a:ext uri="{FF2B5EF4-FFF2-40B4-BE49-F238E27FC236}">
                <a16:creationId xmlns:a16="http://schemas.microsoft.com/office/drawing/2014/main" id="{DDD5D5B0-17CA-4139-9854-1AAC4BF646D3}"/>
              </a:ext>
            </a:extLst>
          </p:cNvPr>
          <p:cNvSpPr/>
          <p:nvPr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6">
            <a:extLst>
              <a:ext uri="{FF2B5EF4-FFF2-40B4-BE49-F238E27FC236}">
                <a16:creationId xmlns:a16="http://schemas.microsoft.com/office/drawing/2014/main" id="{467BDE7C-2E30-4FFC-8AE4-C74378D0211A}"/>
              </a:ext>
            </a:extLst>
          </p:cNvPr>
          <p:cNvSpPr/>
          <p:nvPr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7">
            <a:extLst>
              <a:ext uri="{FF2B5EF4-FFF2-40B4-BE49-F238E27FC236}">
                <a16:creationId xmlns:a16="http://schemas.microsoft.com/office/drawing/2014/main" id="{D7CBC121-9763-4BE7-B30F-98A9C3A69962}"/>
              </a:ext>
            </a:extLst>
          </p:cNvPr>
          <p:cNvSpPr/>
          <p:nvPr/>
        </p:nvSpPr>
        <p:spPr>
          <a:xfrm>
            <a:off x="4414429" y="5779080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4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8">
            <a:extLst>
              <a:ext uri="{FF2B5EF4-FFF2-40B4-BE49-F238E27FC236}">
                <a16:creationId xmlns:a16="http://schemas.microsoft.com/office/drawing/2014/main" id="{6EC78C8B-C656-4A82-8E74-6968C43CD600}"/>
              </a:ext>
            </a:extLst>
          </p:cNvPr>
          <p:cNvSpPr/>
          <p:nvPr/>
        </p:nvSpPr>
        <p:spPr>
          <a:xfrm>
            <a:off x="4414429" y="4608526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9">
            <a:extLst>
              <a:ext uri="{FF2B5EF4-FFF2-40B4-BE49-F238E27FC236}">
                <a16:creationId xmlns:a16="http://schemas.microsoft.com/office/drawing/2014/main" id="{FDF498A1-00FC-4274-8E31-17A3F30D26AA}"/>
              </a:ext>
            </a:extLst>
          </p:cNvPr>
          <p:cNvSpPr/>
          <p:nvPr/>
        </p:nvSpPr>
        <p:spPr>
          <a:xfrm>
            <a:off x="4414429" y="5183533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20">
            <a:extLst>
              <a:ext uri="{FF2B5EF4-FFF2-40B4-BE49-F238E27FC236}">
                <a16:creationId xmlns:a16="http://schemas.microsoft.com/office/drawing/2014/main" id="{3FCCB3F0-8DC9-47AC-92F8-F7CC7B890FB2}"/>
              </a:ext>
            </a:extLst>
          </p:cNvPr>
          <p:cNvSpPr/>
          <p:nvPr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21">
            <a:extLst>
              <a:ext uri="{FF2B5EF4-FFF2-40B4-BE49-F238E27FC236}">
                <a16:creationId xmlns:a16="http://schemas.microsoft.com/office/drawing/2014/main" id="{19E9EF25-6994-4124-BB25-1668FEEAA030}"/>
              </a:ext>
            </a:extLst>
          </p:cNvPr>
          <p:cNvSpPr/>
          <p:nvPr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67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22">
            <a:extLst>
              <a:ext uri="{FF2B5EF4-FFF2-40B4-BE49-F238E27FC236}">
                <a16:creationId xmlns:a16="http://schemas.microsoft.com/office/drawing/2014/main" id="{3DFCF5EC-C759-4BC9-976B-749A55B5CE83}"/>
              </a:ext>
            </a:extLst>
          </p:cNvPr>
          <p:cNvSpPr/>
          <p:nvPr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23">
            <a:extLst>
              <a:ext uri="{FF2B5EF4-FFF2-40B4-BE49-F238E27FC236}">
                <a16:creationId xmlns:a16="http://schemas.microsoft.com/office/drawing/2014/main" id="{A23855B9-7333-4415-AC9D-2A5AE7DA10DE}"/>
              </a:ext>
            </a:extLst>
          </p:cNvPr>
          <p:cNvSpPr/>
          <p:nvPr/>
        </p:nvSpPr>
        <p:spPr>
          <a:xfrm>
            <a:off x="4417571" y="3174651"/>
            <a:ext cx="3019425" cy="3486785"/>
          </a:xfrm>
          <a:custGeom>
            <a:avLst/>
            <a:gdLst/>
            <a:ahLst/>
            <a:cxnLst/>
            <a:rect l="l" t="t" r="r" b="b"/>
            <a:pathLst>
              <a:path w="3019425" h="3486784">
                <a:moveTo>
                  <a:pt x="3019423" y="2614893"/>
                </a:moveTo>
                <a:lnTo>
                  <a:pt x="3019423" y="871631"/>
                </a:lnTo>
                <a:lnTo>
                  <a:pt x="1509716" y="0"/>
                </a:lnTo>
                <a:lnTo>
                  <a:pt x="0" y="871631"/>
                </a:lnTo>
                <a:lnTo>
                  <a:pt x="0" y="2614893"/>
                </a:lnTo>
                <a:lnTo>
                  <a:pt x="1509716" y="3486536"/>
                </a:lnTo>
                <a:lnTo>
                  <a:pt x="3019423" y="2614893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24">
            <a:extLst>
              <a:ext uri="{FF2B5EF4-FFF2-40B4-BE49-F238E27FC236}">
                <a16:creationId xmlns:a16="http://schemas.microsoft.com/office/drawing/2014/main" id="{E832B23B-542D-440B-9707-9D2906BF1C92}"/>
              </a:ext>
            </a:extLst>
          </p:cNvPr>
          <p:cNvSpPr/>
          <p:nvPr/>
        </p:nvSpPr>
        <p:spPr>
          <a:xfrm>
            <a:off x="5928222" y="4906213"/>
            <a:ext cx="0" cy="1749425"/>
          </a:xfrm>
          <a:custGeom>
            <a:avLst/>
            <a:gdLst/>
            <a:ahLst/>
            <a:cxnLst/>
            <a:rect l="l" t="t" r="r" b="b"/>
            <a:pathLst>
              <a:path h="1749425">
                <a:moveTo>
                  <a:pt x="0" y="0"/>
                </a:moveTo>
                <a:lnTo>
                  <a:pt x="0" y="174932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4">
            <a:extLst>
              <a:ext uri="{FF2B5EF4-FFF2-40B4-BE49-F238E27FC236}">
                <a16:creationId xmlns:a16="http://schemas.microsoft.com/office/drawing/2014/main" id="{2BDF57BC-14AD-45B8-A927-0180574745C9}"/>
              </a:ext>
            </a:extLst>
          </p:cNvPr>
          <p:cNvSpPr/>
          <p:nvPr/>
        </p:nvSpPr>
        <p:spPr>
          <a:xfrm>
            <a:off x="10266468" y="3742084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0944E5DF-CF18-42B5-883C-D60075DC41F8}"/>
              </a:ext>
            </a:extLst>
          </p:cNvPr>
          <p:cNvSpPr/>
          <p:nvPr/>
        </p:nvSpPr>
        <p:spPr>
          <a:xfrm>
            <a:off x="10266468" y="4624875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0FFA4639-A5D4-42C5-9F54-89E02BE0D4F8}"/>
              </a:ext>
            </a:extLst>
          </p:cNvPr>
          <p:cNvSpPr/>
          <p:nvPr/>
        </p:nvSpPr>
        <p:spPr>
          <a:xfrm>
            <a:off x="10266468" y="5507666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7">
            <a:extLst>
              <a:ext uri="{FF2B5EF4-FFF2-40B4-BE49-F238E27FC236}">
                <a16:creationId xmlns:a16="http://schemas.microsoft.com/office/drawing/2014/main" id="{C3F3A592-C18E-4F81-9B0B-FAD84C849F78}"/>
              </a:ext>
            </a:extLst>
          </p:cNvPr>
          <p:cNvSpPr/>
          <p:nvPr/>
        </p:nvSpPr>
        <p:spPr>
          <a:xfrm>
            <a:off x="10266468" y="6390469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8">
            <a:extLst>
              <a:ext uri="{FF2B5EF4-FFF2-40B4-BE49-F238E27FC236}">
                <a16:creationId xmlns:a16="http://schemas.microsoft.com/office/drawing/2014/main" id="{8038BBEA-E71F-4B94-B51A-30745837DA8E}"/>
              </a:ext>
            </a:extLst>
          </p:cNvPr>
          <p:cNvSpPr/>
          <p:nvPr/>
        </p:nvSpPr>
        <p:spPr>
          <a:xfrm>
            <a:off x="10266468" y="7273261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Marcador de texto 25">
            <a:extLst>
              <a:ext uri="{FF2B5EF4-FFF2-40B4-BE49-F238E27FC236}">
                <a16:creationId xmlns:a16="http://schemas.microsoft.com/office/drawing/2014/main" id="{30A12454-B9DC-4DDB-BB37-293B9A2374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036010" y="5586594"/>
            <a:ext cx="4559300" cy="809837"/>
          </a:xfrm>
        </p:spPr>
        <p:txBody>
          <a:bodyPr/>
          <a:lstStyle>
            <a:lvl1pPr marL="0" indent="0">
              <a:buNone/>
              <a:defRPr lang="es-ES" sz="5150" b="0" kern="1200" spc="10" dirty="0" smtClean="0">
                <a:solidFill>
                  <a:schemeClr val="tx1"/>
                </a:solidFill>
                <a:latin typeface="GT America"/>
                <a:ea typeface="+mj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  <a:endParaRPr lang="es-CO" dirty="0"/>
          </a:p>
        </p:txBody>
      </p:sp>
      <p:sp>
        <p:nvSpPr>
          <p:cNvPr id="24" name="object 9">
            <a:extLst>
              <a:ext uri="{FF2B5EF4-FFF2-40B4-BE49-F238E27FC236}">
                <a16:creationId xmlns:a16="http://schemas.microsoft.com/office/drawing/2014/main" id="{17AC649C-F953-AF45-B24A-74DC73993AE2}"/>
              </a:ext>
            </a:extLst>
          </p:cNvPr>
          <p:cNvSpPr txBox="1"/>
          <p:nvPr userDrawn="1"/>
        </p:nvSpPr>
        <p:spPr>
          <a:xfrm>
            <a:off x="4165296" y="6804105"/>
            <a:ext cx="3521075" cy="1636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99">
              <a:spcBef>
                <a:spcPts val="100"/>
              </a:spcBef>
            </a:pPr>
            <a:r>
              <a:rPr sz="10550" b="1" dirty="0">
                <a:solidFill>
                  <a:srgbClr val="2BAAE1"/>
                </a:solidFill>
                <a:latin typeface="GT America Bold"/>
                <a:cs typeface="GT America Bold"/>
              </a:rPr>
              <a:t>MISO</a:t>
            </a:r>
            <a:endParaRPr sz="10550" dirty="0">
              <a:latin typeface="GT America Bold"/>
              <a:cs typeface="GT America Bold"/>
            </a:endParaRPr>
          </a:p>
        </p:txBody>
      </p:sp>
      <p:sp>
        <p:nvSpPr>
          <p:cNvPr id="25" name="object 10">
            <a:extLst>
              <a:ext uri="{FF2B5EF4-FFF2-40B4-BE49-F238E27FC236}">
                <a16:creationId xmlns:a16="http://schemas.microsoft.com/office/drawing/2014/main" id="{7F2733B0-6D43-154E-868C-C6BD44604690}"/>
              </a:ext>
            </a:extLst>
          </p:cNvPr>
          <p:cNvSpPr txBox="1"/>
          <p:nvPr userDrawn="1"/>
        </p:nvSpPr>
        <p:spPr>
          <a:xfrm>
            <a:off x="3366904" y="8288018"/>
            <a:ext cx="5118100" cy="40716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699">
              <a:spcBef>
                <a:spcPts val="114"/>
              </a:spcBef>
            </a:pP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de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550" dirty="0">
              <a:latin typeface="GT America Thin"/>
              <a:cs typeface="GT America Thin"/>
            </a:endParaRPr>
          </a:p>
        </p:txBody>
      </p:sp>
      <p:sp>
        <p:nvSpPr>
          <p:cNvPr id="26" name="object 11">
            <a:extLst>
              <a:ext uri="{FF2B5EF4-FFF2-40B4-BE49-F238E27FC236}">
                <a16:creationId xmlns:a16="http://schemas.microsoft.com/office/drawing/2014/main" id="{C9E2229B-D6C0-B04D-83FB-E9A816CBE956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12">
            <a:extLst>
              <a:ext uri="{FF2B5EF4-FFF2-40B4-BE49-F238E27FC236}">
                <a16:creationId xmlns:a16="http://schemas.microsoft.com/office/drawing/2014/main" id="{7A2288C5-077D-1743-85E1-4ECEFBD1F431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3">
            <a:extLst>
              <a:ext uri="{FF2B5EF4-FFF2-40B4-BE49-F238E27FC236}">
                <a16:creationId xmlns:a16="http://schemas.microsoft.com/office/drawing/2014/main" id="{835C88AC-A107-7042-A036-E51E76415B90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4">
            <a:extLst>
              <a:ext uri="{FF2B5EF4-FFF2-40B4-BE49-F238E27FC236}">
                <a16:creationId xmlns:a16="http://schemas.microsoft.com/office/drawing/2014/main" id="{6A3AA805-12B7-E442-B945-30D7D0F5D4F9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5">
            <a:extLst>
              <a:ext uri="{FF2B5EF4-FFF2-40B4-BE49-F238E27FC236}">
                <a16:creationId xmlns:a16="http://schemas.microsoft.com/office/drawing/2014/main" id="{0AA6B5E5-961E-2640-A80B-26975E30CD92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6">
            <a:extLst>
              <a:ext uri="{FF2B5EF4-FFF2-40B4-BE49-F238E27FC236}">
                <a16:creationId xmlns:a16="http://schemas.microsoft.com/office/drawing/2014/main" id="{175672B5-4116-C241-91B0-35EC4C7558E3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7">
            <a:extLst>
              <a:ext uri="{FF2B5EF4-FFF2-40B4-BE49-F238E27FC236}">
                <a16:creationId xmlns:a16="http://schemas.microsoft.com/office/drawing/2014/main" id="{F290B3F7-F827-5347-8F2F-2DE09B8AC4DA}"/>
              </a:ext>
            </a:extLst>
          </p:cNvPr>
          <p:cNvSpPr/>
          <p:nvPr userDrawn="1"/>
        </p:nvSpPr>
        <p:spPr>
          <a:xfrm>
            <a:off x="4414429" y="5779080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4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8">
            <a:extLst>
              <a:ext uri="{FF2B5EF4-FFF2-40B4-BE49-F238E27FC236}">
                <a16:creationId xmlns:a16="http://schemas.microsoft.com/office/drawing/2014/main" id="{AB7F6A5C-8D68-2A47-86F0-2A45FCBACAD9}"/>
              </a:ext>
            </a:extLst>
          </p:cNvPr>
          <p:cNvSpPr/>
          <p:nvPr userDrawn="1"/>
        </p:nvSpPr>
        <p:spPr>
          <a:xfrm>
            <a:off x="4414429" y="4608526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9">
            <a:extLst>
              <a:ext uri="{FF2B5EF4-FFF2-40B4-BE49-F238E27FC236}">
                <a16:creationId xmlns:a16="http://schemas.microsoft.com/office/drawing/2014/main" id="{0BEC6072-6810-9442-AD0C-8019A3AC643B}"/>
              </a:ext>
            </a:extLst>
          </p:cNvPr>
          <p:cNvSpPr/>
          <p:nvPr userDrawn="1"/>
        </p:nvSpPr>
        <p:spPr>
          <a:xfrm>
            <a:off x="4414429" y="5183533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20">
            <a:extLst>
              <a:ext uri="{FF2B5EF4-FFF2-40B4-BE49-F238E27FC236}">
                <a16:creationId xmlns:a16="http://schemas.microsoft.com/office/drawing/2014/main" id="{9B250FE4-36BF-F146-9400-1814D11DC010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21">
            <a:extLst>
              <a:ext uri="{FF2B5EF4-FFF2-40B4-BE49-F238E27FC236}">
                <a16:creationId xmlns:a16="http://schemas.microsoft.com/office/drawing/2014/main" id="{901CB690-F8A5-314D-AA60-61A529B056E5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67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22">
            <a:extLst>
              <a:ext uri="{FF2B5EF4-FFF2-40B4-BE49-F238E27FC236}">
                <a16:creationId xmlns:a16="http://schemas.microsoft.com/office/drawing/2014/main" id="{670E0DBE-C1CD-EC4B-9631-D439DAADD578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23">
            <a:extLst>
              <a:ext uri="{FF2B5EF4-FFF2-40B4-BE49-F238E27FC236}">
                <a16:creationId xmlns:a16="http://schemas.microsoft.com/office/drawing/2014/main" id="{2DD5A65C-0AF7-3841-AB61-CB516969BA2C}"/>
              </a:ext>
            </a:extLst>
          </p:cNvPr>
          <p:cNvSpPr/>
          <p:nvPr userDrawn="1"/>
        </p:nvSpPr>
        <p:spPr>
          <a:xfrm>
            <a:off x="4417571" y="3174651"/>
            <a:ext cx="3019425" cy="3486785"/>
          </a:xfrm>
          <a:custGeom>
            <a:avLst/>
            <a:gdLst/>
            <a:ahLst/>
            <a:cxnLst/>
            <a:rect l="l" t="t" r="r" b="b"/>
            <a:pathLst>
              <a:path w="3019425" h="3486784">
                <a:moveTo>
                  <a:pt x="3019423" y="2614893"/>
                </a:moveTo>
                <a:lnTo>
                  <a:pt x="3019423" y="871631"/>
                </a:lnTo>
                <a:lnTo>
                  <a:pt x="1509716" y="0"/>
                </a:lnTo>
                <a:lnTo>
                  <a:pt x="0" y="871631"/>
                </a:lnTo>
                <a:lnTo>
                  <a:pt x="0" y="2614893"/>
                </a:lnTo>
                <a:lnTo>
                  <a:pt x="1509716" y="3486536"/>
                </a:lnTo>
                <a:lnTo>
                  <a:pt x="3019423" y="2614893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24">
            <a:extLst>
              <a:ext uri="{FF2B5EF4-FFF2-40B4-BE49-F238E27FC236}">
                <a16:creationId xmlns:a16="http://schemas.microsoft.com/office/drawing/2014/main" id="{CBF7C7F1-A62B-7946-8E02-45E004FA6408}"/>
              </a:ext>
            </a:extLst>
          </p:cNvPr>
          <p:cNvSpPr/>
          <p:nvPr userDrawn="1"/>
        </p:nvSpPr>
        <p:spPr>
          <a:xfrm>
            <a:off x="5928222" y="4906213"/>
            <a:ext cx="0" cy="1749425"/>
          </a:xfrm>
          <a:custGeom>
            <a:avLst/>
            <a:gdLst/>
            <a:ahLst/>
            <a:cxnLst/>
            <a:rect l="l" t="t" r="r" b="b"/>
            <a:pathLst>
              <a:path h="1749425">
                <a:moveTo>
                  <a:pt x="0" y="0"/>
                </a:moveTo>
                <a:lnTo>
                  <a:pt x="0" y="174932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">
            <a:extLst>
              <a:ext uri="{FF2B5EF4-FFF2-40B4-BE49-F238E27FC236}">
                <a16:creationId xmlns:a16="http://schemas.microsoft.com/office/drawing/2014/main" id="{EAC3854A-CBC3-A447-AAF1-52893408CDCA}"/>
              </a:ext>
            </a:extLst>
          </p:cNvPr>
          <p:cNvSpPr/>
          <p:nvPr userDrawn="1"/>
        </p:nvSpPr>
        <p:spPr>
          <a:xfrm>
            <a:off x="10266468" y="3742084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5">
            <a:extLst>
              <a:ext uri="{FF2B5EF4-FFF2-40B4-BE49-F238E27FC236}">
                <a16:creationId xmlns:a16="http://schemas.microsoft.com/office/drawing/2014/main" id="{3D614B4C-F3EE-D746-AE1D-3A2CC38E6723}"/>
              </a:ext>
            </a:extLst>
          </p:cNvPr>
          <p:cNvSpPr/>
          <p:nvPr userDrawn="1"/>
        </p:nvSpPr>
        <p:spPr>
          <a:xfrm>
            <a:off x="10266468" y="4624875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6">
            <a:extLst>
              <a:ext uri="{FF2B5EF4-FFF2-40B4-BE49-F238E27FC236}">
                <a16:creationId xmlns:a16="http://schemas.microsoft.com/office/drawing/2014/main" id="{266ED586-2D27-A34D-AE62-88FC460EF07F}"/>
              </a:ext>
            </a:extLst>
          </p:cNvPr>
          <p:cNvSpPr/>
          <p:nvPr userDrawn="1"/>
        </p:nvSpPr>
        <p:spPr>
          <a:xfrm>
            <a:off x="10266468" y="5507666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7">
            <a:extLst>
              <a:ext uri="{FF2B5EF4-FFF2-40B4-BE49-F238E27FC236}">
                <a16:creationId xmlns:a16="http://schemas.microsoft.com/office/drawing/2014/main" id="{FF569CA1-924D-C144-8D08-0C31DC9CB07D}"/>
              </a:ext>
            </a:extLst>
          </p:cNvPr>
          <p:cNvSpPr/>
          <p:nvPr userDrawn="1"/>
        </p:nvSpPr>
        <p:spPr>
          <a:xfrm>
            <a:off x="10266468" y="6390469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8">
            <a:extLst>
              <a:ext uri="{FF2B5EF4-FFF2-40B4-BE49-F238E27FC236}">
                <a16:creationId xmlns:a16="http://schemas.microsoft.com/office/drawing/2014/main" id="{4D484B88-E07B-074A-9430-B8CFAEEE19A3}"/>
              </a:ext>
            </a:extLst>
          </p:cNvPr>
          <p:cNvSpPr/>
          <p:nvPr userDrawn="1"/>
        </p:nvSpPr>
        <p:spPr>
          <a:xfrm>
            <a:off x="10266468" y="7273261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7711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centrado - fondo azul">
    <p:bg>
      <p:bgPr>
        <a:solidFill>
          <a:srgbClr val="3421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4">
            <a:extLst>
              <a:ext uri="{FF2B5EF4-FFF2-40B4-BE49-F238E27FC236}">
                <a16:creationId xmlns:a16="http://schemas.microsoft.com/office/drawing/2014/main" id="{0DD370BE-C9EE-4479-A519-B1F99E6EFD1F}"/>
              </a:ext>
            </a:extLst>
          </p:cNvPr>
          <p:cNvSpPr/>
          <p:nvPr/>
        </p:nvSpPr>
        <p:spPr>
          <a:xfrm>
            <a:off x="12359808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5">
            <a:extLst>
              <a:ext uri="{FF2B5EF4-FFF2-40B4-BE49-F238E27FC236}">
                <a16:creationId xmlns:a16="http://schemas.microsoft.com/office/drawing/2014/main" id="{6CC36620-FBC7-46F9-AEB1-87EEE3612054}"/>
              </a:ext>
            </a:extLst>
          </p:cNvPr>
          <p:cNvSpPr/>
          <p:nvPr/>
        </p:nvSpPr>
        <p:spPr>
          <a:xfrm>
            <a:off x="10822744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6">
            <a:extLst>
              <a:ext uri="{FF2B5EF4-FFF2-40B4-BE49-F238E27FC236}">
                <a16:creationId xmlns:a16="http://schemas.microsoft.com/office/drawing/2014/main" id="{0452F128-277B-4AAF-80AE-DD2857DAC8D6}"/>
              </a:ext>
            </a:extLst>
          </p:cNvPr>
          <p:cNvSpPr/>
          <p:nvPr/>
        </p:nvSpPr>
        <p:spPr>
          <a:xfrm>
            <a:off x="9285691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7">
            <a:extLst>
              <a:ext uri="{FF2B5EF4-FFF2-40B4-BE49-F238E27FC236}">
                <a16:creationId xmlns:a16="http://schemas.microsoft.com/office/drawing/2014/main" id="{2E007DEF-227D-4942-8676-A19E00251D9B}"/>
              </a:ext>
            </a:extLst>
          </p:cNvPr>
          <p:cNvSpPr/>
          <p:nvPr/>
        </p:nvSpPr>
        <p:spPr>
          <a:xfrm>
            <a:off x="7748638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8">
            <a:extLst>
              <a:ext uri="{FF2B5EF4-FFF2-40B4-BE49-F238E27FC236}">
                <a16:creationId xmlns:a16="http://schemas.microsoft.com/office/drawing/2014/main" id="{3C81411D-10DB-463E-B674-4FCF77AD68D8}"/>
              </a:ext>
            </a:extLst>
          </p:cNvPr>
          <p:cNvSpPr/>
          <p:nvPr/>
        </p:nvSpPr>
        <p:spPr>
          <a:xfrm>
            <a:off x="6211574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0">
            <a:extLst>
              <a:ext uri="{FF2B5EF4-FFF2-40B4-BE49-F238E27FC236}">
                <a16:creationId xmlns:a16="http://schemas.microsoft.com/office/drawing/2014/main" id="{A2E5B1DD-0EF7-44BB-86B0-6BA14DE4789E}"/>
              </a:ext>
            </a:extLst>
          </p:cNvPr>
          <p:cNvSpPr txBox="1"/>
          <p:nvPr/>
        </p:nvSpPr>
        <p:spPr>
          <a:xfrm>
            <a:off x="9198864" y="5217637"/>
            <a:ext cx="577088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99">
              <a:spcBef>
                <a:spcPts val="95"/>
              </a:spcBef>
            </a:pP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de</a:t>
            </a:r>
            <a:r>
              <a:rPr sz="2900" spc="20" dirty="0">
                <a:solidFill>
                  <a:srgbClr val="2BAAE1"/>
                </a:solidFill>
                <a:latin typeface="GT America Thin"/>
                <a:cs typeface="GT America Thin"/>
              </a:rPr>
              <a:t>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900">
              <a:latin typeface="GT America Thin"/>
              <a:cs typeface="GT America Thin"/>
            </a:endParaRPr>
          </a:p>
        </p:txBody>
      </p:sp>
      <p:sp>
        <p:nvSpPr>
          <p:cNvPr id="32" name="object 11">
            <a:extLst>
              <a:ext uri="{FF2B5EF4-FFF2-40B4-BE49-F238E27FC236}">
                <a16:creationId xmlns:a16="http://schemas.microsoft.com/office/drawing/2014/main" id="{0A3A1D4A-CC7C-4D38-B3AE-22AA71954620}"/>
              </a:ext>
            </a:extLst>
          </p:cNvPr>
          <p:cNvSpPr/>
          <p:nvPr/>
        </p:nvSpPr>
        <p:spPr>
          <a:xfrm>
            <a:off x="5147380" y="4877935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2">
            <a:extLst>
              <a:ext uri="{FF2B5EF4-FFF2-40B4-BE49-F238E27FC236}">
                <a16:creationId xmlns:a16="http://schemas.microsoft.com/office/drawing/2014/main" id="{6BD2CC71-EC38-4ED2-A627-60F38D2A4A79}"/>
              </a:ext>
            </a:extLst>
          </p:cNvPr>
          <p:cNvSpPr/>
          <p:nvPr/>
        </p:nvSpPr>
        <p:spPr>
          <a:xfrm>
            <a:off x="5147380" y="487793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3">
            <a:extLst>
              <a:ext uri="{FF2B5EF4-FFF2-40B4-BE49-F238E27FC236}">
                <a16:creationId xmlns:a16="http://schemas.microsoft.com/office/drawing/2014/main" id="{408E8C0C-8320-48DF-B167-514A0DCFF1EA}"/>
              </a:ext>
            </a:extLst>
          </p:cNvPr>
          <p:cNvSpPr/>
          <p:nvPr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4">
            <a:extLst>
              <a:ext uri="{FF2B5EF4-FFF2-40B4-BE49-F238E27FC236}">
                <a16:creationId xmlns:a16="http://schemas.microsoft.com/office/drawing/2014/main" id="{01A28FDC-0707-488B-88D7-5E1543BC235D}"/>
              </a:ext>
            </a:extLst>
          </p:cNvPr>
          <p:cNvSpPr/>
          <p:nvPr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5">
            <a:extLst>
              <a:ext uri="{FF2B5EF4-FFF2-40B4-BE49-F238E27FC236}">
                <a16:creationId xmlns:a16="http://schemas.microsoft.com/office/drawing/2014/main" id="{2AF050C7-A4C7-40D7-AF5A-DB1A4D703682}"/>
              </a:ext>
            </a:extLst>
          </p:cNvPr>
          <p:cNvSpPr/>
          <p:nvPr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6">
            <a:extLst>
              <a:ext uri="{FF2B5EF4-FFF2-40B4-BE49-F238E27FC236}">
                <a16:creationId xmlns:a16="http://schemas.microsoft.com/office/drawing/2014/main" id="{79C55B6D-D8B7-448E-98B0-34E056151AF8}"/>
              </a:ext>
            </a:extLst>
          </p:cNvPr>
          <p:cNvSpPr/>
          <p:nvPr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7">
            <a:extLst>
              <a:ext uri="{FF2B5EF4-FFF2-40B4-BE49-F238E27FC236}">
                <a16:creationId xmlns:a16="http://schemas.microsoft.com/office/drawing/2014/main" id="{B3EF9D17-1762-486C-AA31-BD4B67CE69D1}"/>
              </a:ext>
            </a:extLst>
          </p:cNvPr>
          <p:cNvSpPr/>
          <p:nvPr/>
        </p:nvSpPr>
        <p:spPr>
          <a:xfrm>
            <a:off x="5147383" y="5851042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5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8">
            <a:extLst>
              <a:ext uri="{FF2B5EF4-FFF2-40B4-BE49-F238E27FC236}">
                <a16:creationId xmlns:a16="http://schemas.microsoft.com/office/drawing/2014/main" id="{D92A3342-C68B-4BFE-B0A5-DEE6FB897D2A}"/>
              </a:ext>
            </a:extLst>
          </p:cNvPr>
          <p:cNvSpPr/>
          <p:nvPr/>
        </p:nvSpPr>
        <p:spPr>
          <a:xfrm>
            <a:off x="5147383" y="4530391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19">
            <a:extLst>
              <a:ext uri="{FF2B5EF4-FFF2-40B4-BE49-F238E27FC236}">
                <a16:creationId xmlns:a16="http://schemas.microsoft.com/office/drawing/2014/main" id="{5AC17AF6-EA0E-40A4-B2C1-6B3A6CD97C05}"/>
              </a:ext>
            </a:extLst>
          </p:cNvPr>
          <p:cNvSpPr/>
          <p:nvPr/>
        </p:nvSpPr>
        <p:spPr>
          <a:xfrm>
            <a:off x="5147383" y="5179134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0">
            <a:extLst>
              <a:ext uri="{FF2B5EF4-FFF2-40B4-BE49-F238E27FC236}">
                <a16:creationId xmlns:a16="http://schemas.microsoft.com/office/drawing/2014/main" id="{952BA1FD-08CA-40F9-9B97-B7B811220606}"/>
              </a:ext>
            </a:extLst>
          </p:cNvPr>
          <p:cNvSpPr/>
          <p:nvPr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1">
            <a:extLst>
              <a:ext uri="{FF2B5EF4-FFF2-40B4-BE49-F238E27FC236}">
                <a16:creationId xmlns:a16="http://schemas.microsoft.com/office/drawing/2014/main" id="{2889C62D-BCBD-495E-93ED-2E0AC88065CF}"/>
              </a:ext>
            </a:extLst>
          </p:cNvPr>
          <p:cNvSpPr/>
          <p:nvPr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2">
            <a:extLst>
              <a:ext uri="{FF2B5EF4-FFF2-40B4-BE49-F238E27FC236}">
                <a16:creationId xmlns:a16="http://schemas.microsoft.com/office/drawing/2014/main" id="{4ECD9530-1E44-4F91-908D-CBD6257AD1BD}"/>
              </a:ext>
            </a:extLst>
          </p:cNvPr>
          <p:cNvSpPr/>
          <p:nvPr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3">
            <a:extLst>
              <a:ext uri="{FF2B5EF4-FFF2-40B4-BE49-F238E27FC236}">
                <a16:creationId xmlns:a16="http://schemas.microsoft.com/office/drawing/2014/main" id="{C6080D5A-7733-4C37-8A7F-7149ECA8D93E}"/>
              </a:ext>
            </a:extLst>
          </p:cNvPr>
          <p:cNvSpPr/>
          <p:nvPr/>
        </p:nvSpPr>
        <p:spPr>
          <a:xfrm>
            <a:off x="5150935" y="2912662"/>
            <a:ext cx="3406775" cy="3933825"/>
          </a:xfrm>
          <a:custGeom>
            <a:avLst/>
            <a:gdLst/>
            <a:ahLst/>
            <a:cxnLst/>
            <a:rect l="l" t="t" r="r" b="b"/>
            <a:pathLst>
              <a:path w="3406775" h="3933825">
                <a:moveTo>
                  <a:pt x="3406591" y="2950188"/>
                </a:moveTo>
                <a:lnTo>
                  <a:pt x="3406591" y="983389"/>
                </a:lnTo>
                <a:lnTo>
                  <a:pt x="1703284" y="0"/>
                </a:lnTo>
                <a:lnTo>
                  <a:pt x="0" y="983389"/>
                </a:lnTo>
                <a:lnTo>
                  <a:pt x="0" y="2950188"/>
                </a:lnTo>
                <a:lnTo>
                  <a:pt x="1703284" y="3933588"/>
                </a:lnTo>
                <a:lnTo>
                  <a:pt x="3406591" y="2950188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4">
            <a:extLst>
              <a:ext uri="{FF2B5EF4-FFF2-40B4-BE49-F238E27FC236}">
                <a16:creationId xmlns:a16="http://schemas.microsoft.com/office/drawing/2014/main" id="{A4F7D278-869B-40BE-82A5-35C2C1D1EC05}"/>
              </a:ext>
            </a:extLst>
          </p:cNvPr>
          <p:cNvSpPr/>
          <p:nvPr/>
        </p:nvSpPr>
        <p:spPr>
          <a:xfrm>
            <a:off x="6855283" y="4866250"/>
            <a:ext cx="0" cy="1974214"/>
          </a:xfrm>
          <a:custGeom>
            <a:avLst/>
            <a:gdLst/>
            <a:ahLst/>
            <a:cxnLst/>
            <a:rect l="l" t="t" r="r" b="b"/>
            <a:pathLst>
              <a:path h="1974215">
                <a:moveTo>
                  <a:pt x="0" y="0"/>
                </a:moveTo>
                <a:lnTo>
                  <a:pt x="0" y="1973636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9">
            <a:extLst>
              <a:ext uri="{FF2B5EF4-FFF2-40B4-BE49-F238E27FC236}">
                <a16:creationId xmlns:a16="http://schemas.microsoft.com/office/drawing/2014/main" id="{1F1A160C-6F38-4ADD-A8D9-49C1826DE6D7}"/>
              </a:ext>
            </a:extLst>
          </p:cNvPr>
          <p:cNvSpPr txBox="1">
            <a:spLocks/>
          </p:cNvSpPr>
          <p:nvPr/>
        </p:nvSpPr>
        <p:spPr>
          <a:xfrm>
            <a:off x="9643430" y="3543457"/>
            <a:ext cx="4161208" cy="18440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eaLnBrk="1" hangingPunct="1">
              <a:defRPr sz="11900" b="1" i="0">
                <a:solidFill>
                  <a:srgbClr val="2BAAE1"/>
                </a:solidFill>
                <a:latin typeface="GT America Bold"/>
                <a:ea typeface="+mj-ea"/>
                <a:cs typeface="GT America Bold"/>
              </a:defRPr>
            </a:lvl1pPr>
          </a:lstStyle>
          <a:p>
            <a:pPr marL="12699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900" b="1" i="0" u="none" strike="noStrike" kern="0" cap="none" spc="0" normalizeH="0" baseline="0" noProof="0">
                <a:ln>
                  <a:noFill/>
                </a:ln>
                <a:solidFill>
                  <a:srgbClr val="2BAAE1"/>
                </a:solidFill>
                <a:effectLst/>
                <a:uLnTx/>
                <a:uFillTx/>
                <a:latin typeface="GT America Bold"/>
                <a:ea typeface="+mj-ea"/>
              </a:rPr>
              <a:t>MISO</a:t>
            </a:r>
            <a:endParaRPr kumimoji="0" lang="es-CO" sz="11900" b="1" i="0" u="none" strike="noStrike" kern="0" cap="none" spc="0" normalizeH="0" baseline="0" noProof="0" dirty="0">
              <a:ln>
                <a:noFill/>
              </a:ln>
              <a:solidFill>
                <a:srgbClr val="2BAAE1"/>
              </a:solidFill>
              <a:effectLst/>
              <a:uLnTx/>
              <a:uFillTx/>
              <a:latin typeface="GT America Bold"/>
              <a:ea typeface="+mj-ea"/>
            </a:endParaRPr>
          </a:p>
        </p:txBody>
      </p:sp>
      <p:sp>
        <p:nvSpPr>
          <p:cNvPr id="50" name="Marcador de texto 49">
            <a:extLst>
              <a:ext uri="{FF2B5EF4-FFF2-40B4-BE49-F238E27FC236}">
                <a16:creationId xmlns:a16="http://schemas.microsoft.com/office/drawing/2014/main" id="{596BCF93-6DE0-442F-AA83-FBFDAB95DF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91477" y="8482645"/>
            <a:ext cx="5303905" cy="943706"/>
          </a:xfrm>
        </p:spPr>
        <p:txBody>
          <a:bodyPr/>
          <a:lstStyle>
            <a:lvl1pPr marL="0" indent="0" algn="ctr">
              <a:buNone/>
              <a:defRPr lang="es-ES" sz="5150" kern="1200" spc="15" dirty="0" smtClean="0">
                <a:solidFill>
                  <a:srgbClr val="FFFFFF"/>
                </a:solidFill>
                <a:latin typeface="GT America"/>
                <a:ea typeface="+mn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27" name="object 4">
            <a:extLst>
              <a:ext uri="{FF2B5EF4-FFF2-40B4-BE49-F238E27FC236}">
                <a16:creationId xmlns:a16="http://schemas.microsoft.com/office/drawing/2014/main" id="{A252CD70-906A-5E46-8AA4-C762E8ECD5A7}"/>
              </a:ext>
            </a:extLst>
          </p:cNvPr>
          <p:cNvSpPr/>
          <p:nvPr userDrawn="1"/>
        </p:nvSpPr>
        <p:spPr>
          <a:xfrm>
            <a:off x="12359808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5">
            <a:extLst>
              <a:ext uri="{FF2B5EF4-FFF2-40B4-BE49-F238E27FC236}">
                <a16:creationId xmlns:a16="http://schemas.microsoft.com/office/drawing/2014/main" id="{2C07B2A4-8F50-5242-8938-A16E772EDBC7}"/>
              </a:ext>
            </a:extLst>
          </p:cNvPr>
          <p:cNvSpPr/>
          <p:nvPr userDrawn="1"/>
        </p:nvSpPr>
        <p:spPr>
          <a:xfrm>
            <a:off x="10822744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6">
            <a:extLst>
              <a:ext uri="{FF2B5EF4-FFF2-40B4-BE49-F238E27FC236}">
                <a16:creationId xmlns:a16="http://schemas.microsoft.com/office/drawing/2014/main" id="{B61E0EE2-83A6-E545-8741-6BFFA1A4BF3C}"/>
              </a:ext>
            </a:extLst>
          </p:cNvPr>
          <p:cNvSpPr/>
          <p:nvPr userDrawn="1"/>
        </p:nvSpPr>
        <p:spPr>
          <a:xfrm>
            <a:off x="9285691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7">
            <a:extLst>
              <a:ext uri="{FF2B5EF4-FFF2-40B4-BE49-F238E27FC236}">
                <a16:creationId xmlns:a16="http://schemas.microsoft.com/office/drawing/2014/main" id="{8E58896A-38B0-E14A-8997-A017554DE67A}"/>
              </a:ext>
            </a:extLst>
          </p:cNvPr>
          <p:cNvSpPr/>
          <p:nvPr userDrawn="1"/>
        </p:nvSpPr>
        <p:spPr>
          <a:xfrm>
            <a:off x="7748638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8">
            <a:extLst>
              <a:ext uri="{FF2B5EF4-FFF2-40B4-BE49-F238E27FC236}">
                <a16:creationId xmlns:a16="http://schemas.microsoft.com/office/drawing/2014/main" id="{2EE54B99-A907-B945-8CCD-D2DB182FD1E1}"/>
              </a:ext>
            </a:extLst>
          </p:cNvPr>
          <p:cNvSpPr/>
          <p:nvPr userDrawn="1"/>
        </p:nvSpPr>
        <p:spPr>
          <a:xfrm>
            <a:off x="6211574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10">
            <a:extLst>
              <a:ext uri="{FF2B5EF4-FFF2-40B4-BE49-F238E27FC236}">
                <a16:creationId xmlns:a16="http://schemas.microsoft.com/office/drawing/2014/main" id="{5A1D3919-490E-2C40-A029-3FF708F75DD6}"/>
              </a:ext>
            </a:extLst>
          </p:cNvPr>
          <p:cNvSpPr txBox="1"/>
          <p:nvPr userDrawn="1"/>
        </p:nvSpPr>
        <p:spPr>
          <a:xfrm>
            <a:off x="9198864" y="5217637"/>
            <a:ext cx="577088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99">
              <a:spcBef>
                <a:spcPts val="95"/>
              </a:spcBef>
            </a:pP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de</a:t>
            </a:r>
            <a:r>
              <a:rPr sz="2900" spc="20" dirty="0">
                <a:solidFill>
                  <a:srgbClr val="2BAAE1"/>
                </a:solidFill>
                <a:latin typeface="GT America Thin"/>
                <a:cs typeface="GT America Thin"/>
              </a:rPr>
              <a:t>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900">
              <a:latin typeface="GT America Thin"/>
              <a:cs typeface="GT America Thin"/>
            </a:endParaRPr>
          </a:p>
        </p:txBody>
      </p:sp>
      <p:sp>
        <p:nvSpPr>
          <p:cNvPr id="52" name="object 11">
            <a:extLst>
              <a:ext uri="{FF2B5EF4-FFF2-40B4-BE49-F238E27FC236}">
                <a16:creationId xmlns:a16="http://schemas.microsoft.com/office/drawing/2014/main" id="{C38B9151-0E56-B342-9B48-B074865DF62E}"/>
              </a:ext>
            </a:extLst>
          </p:cNvPr>
          <p:cNvSpPr/>
          <p:nvPr userDrawn="1"/>
        </p:nvSpPr>
        <p:spPr>
          <a:xfrm>
            <a:off x="5147380" y="4877935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12">
            <a:extLst>
              <a:ext uri="{FF2B5EF4-FFF2-40B4-BE49-F238E27FC236}">
                <a16:creationId xmlns:a16="http://schemas.microsoft.com/office/drawing/2014/main" id="{672C652E-9210-D144-AAFE-3D0A1D99F969}"/>
              </a:ext>
            </a:extLst>
          </p:cNvPr>
          <p:cNvSpPr/>
          <p:nvPr userDrawn="1"/>
        </p:nvSpPr>
        <p:spPr>
          <a:xfrm>
            <a:off x="5147380" y="487793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13">
            <a:extLst>
              <a:ext uri="{FF2B5EF4-FFF2-40B4-BE49-F238E27FC236}">
                <a16:creationId xmlns:a16="http://schemas.microsoft.com/office/drawing/2014/main" id="{ABA2F8DA-A9D9-9C4B-82DB-C907C5ABEA7B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14">
            <a:extLst>
              <a:ext uri="{FF2B5EF4-FFF2-40B4-BE49-F238E27FC236}">
                <a16:creationId xmlns:a16="http://schemas.microsoft.com/office/drawing/2014/main" id="{C4CA5A63-BD19-6040-B2B3-5FE3F7997A72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15">
            <a:extLst>
              <a:ext uri="{FF2B5EF4-FFF2-40B4-BE49-F238E27FC236}">
                <a16:creationId xmlns:a16="http://schemas.microsoft.com/office/drawing/2014/main" id="{855FB243-8412-BF4B-96EE-B3B181C4B5D8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16">
            <a:extLst>
              <a:ext uri="{FF2B5EF4-FFF2-40B4-BE49-F238E27FC236}">
                <a16:creationId xmlns:a16="http://schemas.microsoft.com/office/drawing/2014/main" id="{7522AE22-522A-444E-A43A-95AF34460D88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17">
            <a:extLst>
              <a:ext uri="{FF2B5EF4-FFF2-40B4-BE49-F238E27FC236}">
                <a16:creationId xmlns:a16="http://schemas.microsoft.com/office/drawing/2014/main" id="{4F1491BF-C22E-2D47-ABF7-3F83E5CCF596}"/>
              </a:ext>
            </a:extLst>
          </p:cNvPr>
          <p:cNvSpPr/>
          <p:nvPr userDrawn="1"/>
        </p:nvSpPr>
        <p:spPr>
          <a:xfrm>
            <a:off x="5147383" y="5851042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5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18">
            <a:extLst>
              <a:ext uri="{FF2B5EF4-FFF2-40B4-BE49-F238E27FC236}">
                <a16:creationId xmlns:a16="http://schemas.microsoft.com/office/drawing/2014/main" id="{773713B7-5530-C943-88DF-3F82542DF6B0}"/>
              </a:ext>
            </a:extLst>
          </p:cNvPr>
          <p:cNvSpPr/>
          <p:nvPr userDrawn="1"/>
        </p:nvSpPr>
        <p:spPr>
          <a:xfrm>
            <a:off x="5147383" y="4530391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19">
            <a:extLst>
              <a:ext uri="{FF2B5EF4-FFF2-40B4-BE49-F238E27FC236}">
                <a16:creationId xmlns:a16="http://schemas.microsoft.com/office/drawing/2014/main" id="{7588C906-0804-8946-9814-503C77F4FB76}"/>
              </a:ext>
            </a:extLst>
          </p:cNvPr>
          <p:cNvSpPr/>
          <p:nvPr userDrawn="1"/>
        </p:nvSpPr>
        <p:spPr>
          <a:xfrm>
            <a:off x="5147383" y="5179134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20">
            <a:extLst>
              <a:ext uri="{FF2B5EF4-FFF2-40B4-BE49-F238E27FC236}">
                <a16:creationId xmlns:a16="http://schemas.microsoft.com/office/drawing/2014/main" id="{1224459D-8A29-F14F-B974-76841C177968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21">
            <a:extLst>
              <a:ext uri="{FF2B5EF4-FFF2-40B4-BE49-F238E27FC236}">
                <a16:creationId xmlns:a16="http://schemas.microsoft.com/office/drawing/2014/main" id="{F01D0FC8-1000-BB43-A19F-DD9054C12E50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22">
            <a:extLst>
              <a:ext uri="{FF2B5EF4-FFF2-40B4-BE49-F238E27FC236}">
                <a16:creationId xmlns:a16="http://schemas.microsoft.com/office/drawing/2014/main" id="{A91A5EC2-6CCA-214C-80ED-A630B9E2BEA6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23">
            <a:extLst>
              <a:ext uri="{FF2B5EF4-FFF2-40B4-BE49-F238E27FC236}">
                <a16:creationId xmlns:a16="http://schemas.microsoft.com/office/drawing/2014/main" id="{8BF7E66E-3587-D447-9356-2DEF2831F8F5}"/>
              </a:ext>
            </a:extLst>
          </p:cNvPr>
          <p:cNvSpPr/>
          <p:nvPr userDrawn="1"/>
        </p:nvSpPr>
        <p:spPr>
          <a:xfrm>
            <a:off x="5150935" y="2912662"/>
            <a:ext cx="3406775" cy="3933825"/>
          </a:xfrm>
          <a:custGeom>
            <a:avLst/>
            <a:gdLst/>
            <a:ahLst/>
            <a:cxnLst/>
            <a:rect l="l" t="t" r="r" b="b"/>
            <a:pathLst>
              <a:path w="3406775" h="3933825">
                <a:moveTo>
                  <a:pt x="3406591" y="2950188"/>
                </a:moveTo>
                <a:lnTo>
                  <a:pt x="3406591" y="983389"/>
                </a:lnTo>
                <a:lnTo>
                  <a:pt x="1703284" y="0"/>
                </a:lnTo>
                <a:lnTo>
                  <a:pt x="0" y="983389"/>
                </a:lnTo>
                <a:lnTo>
                  <a:pt x="0" y="2950188"/>
                </a:lnTo>
                <a:lnTo>
                  <a:pt x="1703284" y="3933588"/>
                </a:lnTo>
                <a:lnTo>
                  <a:pt x="3406591" y="2950188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24">
            <a:extLst>
              <a:ext uri="{FF2B5EF4-FFF2-40B4-BE49-F238E27FC236}">
                <a16:creationId xmlns:a16="http://schemas.microsoft.com/office/drawing/2014/main" id="{47D78474-8427-0E49-8D0F-92A10E3C673C}"/>
              </a:ext>
            </a:extLst>
          </p:cNvPr>
          <p:cNvSpPr/>
          <p:nvPr userDrawn="1"/>
        </p:nvSpPr>
        <p:spPr>
          <a:xfrm>
            <a:off x="6855283" y="4866250"/>
            <a:ext cx="0" cy="1974214"/>
          </a:xfrm>
          <a:custGeom>
            <a:avLst/>
            <a:gdLst/>
            <a:ahLst/>
            <a:cxnLst/>
            <a:rect l="l" t="t" r="r" b="b"/>
            <a:pathLst>
              <a:path h="1974215">
                <a:moveTo>
                  <a:pt x="0" y="0"/>
                </a:moveTo>
                <a:lnTo>
                  <a:pt x="0" y="1973636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9">
            <a:extLst>
              <a:ext uri="{FF2B5EF4-FFF2-40B4-BE49-F238E27FC236}">
                <a16:creationId xmlns:a16="http://schemas.microsoft.com/office/drawing/2014/main" id="{38AE06D4-D5D5-2545-B745-34D5E64A3E72}"/>
              </a:ext>
            </a:extLst>
          </p:cNvPr>
          <p:cNvSpPr txBox="1">
            <a:spLocks/>
          </p:cNvSpPr>
          <p:nvPr userDrawn="1"/>
        </p:nvSpPr>
        <p:spPr>
          <a:xfrm>
            <a:off x="9643430" y="3543457"/>
            <a:ext cx="4161208" cy="18440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eaLnBrk="1" hangingPunct="1">
              <a:defRPr sz="11900" b="1" i="0">
                <a:solidFill>
                  <a:srgbClr val="2BAAE1"/>
                </a:solidFill>
                <a:latin typeface="GT America Bold"/>
                <a:ea typeface="+mj-ea"/>
                <a:cs typeface="GT America Bold"/>
              </a:defRPr>
            </a:lvl1pPr>
          </a:lstStyle>
          <a:p>
            <a:pPr marL="12699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900" b="1" i="0" u="none" strike="noStrike" kern="0" cap="none" spc="0" normalizeH="0" baseline="0" noProof="0">
                <a:ln>
                  <a:noFill/>
                </a:ln>
                <a:solidFill>
                  <a:srgbClr val="2BAAE1"/>
                </a:solidFill>
                <a:effectLst/>
                <a:uLnTx/>
                <a:uFillTx/>
                <a:latin typeface="GT America Bold"/>
                <a:ea typeface="+mj-ea"/>
              </a:rPr>
              <a:t>MISO</a:t>
            </a:r>
            <a:endParaRPr kumimoji="0" lang="es-CO" sz="11900" b="1" i="0" u="none" strike="noStrike" kern="0" cap="none" spc="0" normalizeH="0" baseline="0" noProof="0" dirty="0">
              <a:ln>
                <a:noFill/>
              </a:ln>
              <a:solidFill>
                <a:srgbClr val="2BAAE1"/>
              </a:solidFill>
              <a:effectLst/>
              <a:uLnTx/>
              <a:uFillTx/>
              <a:latin typeface="GT America Bold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7097856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centrado - fondo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3">
            <a:extLst>
              <a:ext uri="{FF2B5EF4-FFF2-40B4-BE49-F238E27FC236}">
                <a16:creationId xmlns:a16="http://schemas.microsoft.com/office/drawing/2014/main" id="{F5B55B80-F91D-4AED-8DB3-AD2B94786812}"/>
              </a:ext>
            </a:extLst>
          </p:cNvPr>
          <p:cNvSpPr/>
          <p:nvPr/>
        </p:nvSpPr>
        <p:spPr>
          <a:xfrm>
            <a:off x="12299556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7" name="object 4">
            <a:extLst>
              <a:ext uri="{FF2B5EF4-FFF2-40B4-BE49-F238E27FC236}">
                <a16:creationId xmlns:a16="http://schemas.microsoft.com/office/drawing/2014/main" id="{59F6F8F2-9549-4E60-9CC2-FCA0D7999E49}"/>
              </a:ext>
            </a:extLst>
          </p:cNvPr>
          <p:cNvSpPr/>
          <p:nvPr/>
        </p:nvSpPr>
        <p:spPr>
          <a:xfrm>
            <a:off x="10762492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8" name="object 5">
            <a:extLst>
              <a:ext uri="{FF2B5EF4-FFF2-40B4-BE49-F238E27FC236}">
                <a16:creationId xmlns:a16="http://schemas.microsoft.com/office/drawing/2014/main" id="{7CA6ED11-484F-47E7-8F15-8D43EE89A2D2}"/>
              </a:ext>
            </a:extLst>
          </p:cNvPr>
          <p:cNvSpPr/>
          <p:nvPr/>
        </p:nvSpPr>
        <p:spPr>
          <a:xfrm>
            <a:off x="9225439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9" name="object 6">
            <a:extLst>
              <a:ext uri="{FF2B5EF4-FFF2-40B4-BE49-F238E27FC236}">
                <a16:creationId xmlns:a16="http://schemas.microsoft.com/office/drawing/2014/main" id="{E7B6A472-EDE0-47E0-BE33-079F327A4D31}"/>
              </a:ext>
            </a:extLst>
          </p:cNvPr>
          <p:cNvSpPr/>
          <p:nvPr/>
        </p:nvSpPr>
        <p:spPr>
          <a:xfrm>
            <a:off x="7688386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0" name="object 7">
            <a:extLst>
              <a:ext uri="{FF2B5EF4-FFF2-40B4-BE49-F238E27FC236}">
                <a16:creationId xmlns:a16="http://schemas.microsoft.com/office/drawing/2014/main" id="{3A42E184-9AEC-423D-B7B0-1E473B027D44}"/>
              </a:ext>
            </a:extLst>
          </p:cNvPr>
          <p:cNvSpPr/>
          <p:nvPr/>
        </p:nvSpPr>
        <p:spPr>
          <a:xfrm>
            <a:off x="6151322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1" name="object 8">
            <a:extLst>
              <a:ext uri="{FF2B5EF4-FFF2-40B4-BE49-F238E27FC236}">
                <a16:creationId xmlns:a16="http://schemas.microsoft.com/office/drawing/2014/main" id="{31A0B6AC-E5D1-40F2-A5A8-4DB89C1505CF}"/>
              </a:ext>
            </a:extLst>
          </p:cNvPr>
          <p:cNvSpPr txBox="1">
            <a:spLocks/>
          </p:cNvSpPr>
          <p:nvPr/>
        </p:nvSpPr>
        <p:spPr>
          <a:xfrm>
            <a:off x="9643430" y="3543457"/>
            <a:ext cx="4161208" cy="18440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eaLnBrk="1" hangingPunct="1">
              <a:defRPr sz="11900" b="1" i="0">
                <a:solidFill>
                  <a:srgbClr val="2BAAE1"/>
                </a:solidFill>
                <a:latin typeface="GT America Bold"/>
                <a:ea typeface="+mj-ea"/>
                <a:cs typeface="GT America Bold"/>
              </a:defRPr>
            </a:lvl1pPr>
          </a:lstStyle>
          <a:p>
            <a:pPr marL="12699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900" b="1" i="0" u="none" strike="noStrike" kern="0" cap="none" spc="0" normalizeH="0" baseline="0" noProof="0">
                <a:ln>
                  <a:noFill/>
                </a:ln>
                <a:solidFill>
                  <a:srgbClr val="2BAAE1"/>
                </a:solidFill>
                <a:effectLst/>
                <a:uLnTx/>
                <a:uFillTx/>
                <a:latin typeface="GT America Bold"/>
                <a:ea typeface="+mj-ea"/>
              </a:rPr>
              <a:t>MISO</a:t>
            </a:r>
            <a:endParaRPr kumimoji="0" lang="es-CO" sz="11900" b="1" i="0" u="none" strike="noStrike" kern="0" cap="none" spc="0" normalizeH="0" baseline="0" noProof="0" dirty="0">
              <a:ln>
                <a:noFill/>
              </a:ln>
              <a:solidFill>
                <a:srgbClr val="2BAAE1"/>
              </a:solidFill>
              <a:effectLst/>
              <a:uLnTx/>
              <a:uFillTx/>
              <a:latin typeface="GT America Bold"/>
              <a:ea typeface="+mj-ea"/>
            </a:endParaRPr>
          </a:p>
        </p:txBody>
      </p:sp>
      <p:sp>
        <p:nvSpPr>
          <p:cNvPr id="52" name="object 9">
            <a:extLst>
              <a:ext uri="{FF2B5EF4-FFF2-40B4-BE49-F238E27FC236}">
                <a16:creationId xmlns:a16="http://schemas.microsoft.com/office/drawing/2014/main" id="{D6CCEB1C-722F-4E1F-835C-D869AD140A72}"/>
              </a:ext>
            </a:extLst>
          </p:cNvPr>
          <p:cNvSpPr txBox="1"/>
          <p:nvPr/>
        </p:nvSpPr>
        <p:spPr>
          <a:xfrm>
            <a:off x="9198864" y="5217637"/>
            <a:ext cx="577088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99" defTabSz="914400">
              <a:spcBef>
                <a:spcPts val="95"/>
              </a:spcBef>
            </a:pP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de</a:t>
            </a:r>
            <a:r>
              <a:rPr sz="2900" spc="20" dirty="0">
                <a:solidFill>
                  <a:srgbClr val="2BAAE1"/>
                </a:solidFill>
                <a:latin typeface="GT America Thin"/>
                <a:cs typeface="GT America Thin"/>
              </a:rPr>
              <a:t>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900">
              <a:solidFill>
                <a:prstClr val="black"/>
              </a:solidFill>
              <a:latin typeface="GT America Thin"/>
              <a:cs typeface="GT America Thin"/>
            </a:endParaRPr>
          </a:p>
        </p:txBody>
      </p:sp>
      <p:sp>
        <p:nvSpPr>
          <p:cNvPr id="53" name="object 10">
            <a:extLst>
              <a:ext uri="{FF2B5EF4-FFF2-40B4-BE49-F238E27FC236}">
                <a16:creationId xmlns:a16="http://schemas.microsoft.com/office/drawing/2014/main" id="{24199D36-AC00-4B12-93A2-C2ED45FF17B6}"/>
              </a:ext>
            </a:extLst>
          </p:cNvPr>
          <p:cNvSpPr/>
          <p:nvPr/>
        </p:nvSpPr>
        <p:spPr>
          <a:xfrm>
            <a:off x="5147380" y="4877935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4" name="object 11">
            <a:extLst>
              <a:ext uri="{FF2B5EF4-FFF2-40B4-BE49-F238E27FC236}">
                <a16:creationId xmlns:a16="http://schemas.microsoft.com/office/drawing/2014/main" id="{C302700F-D539-411D-AF71-147A008F7345}"/>
              </a:ext>
            </a:extLst>
          </p:cNvPr>
          <p:cNvSpPr/>
          <p:nvPr/>
        </p:nvSpPr>
        <p:spPr>
          <a:xfrm>
            <a:off x="5147380" y="487793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5" name="object 12">
            <a:extLst>
              <a:ext uri="{FF2B5EF4-FFF2-40B4-BE49-F238E27FC236}">
                <a16:creationId xmlns:a16="http://schemas.microsoft.com/office/drawing/2014/main" id="{1FF09462-3BA9-4C7E-A3D9-36C7C79AE645}"/>
              </a:ext>
            </a:extLst>
          </p:cNvPr>
          <p:cNvSpPr/>
          <p:nvPr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6" name="object 13">
            <a:extLst>
              <a:ext uri="{FF2B5EF4-FFF2-40B4-BE49-F238E27FC236}">
                <a16:creationId xmlns:a16="http://schemas.microsoft.com/office/drawing/2014/main" id="{FEBBB93D-5A1C-44E0-9331-6016EB29B6FF}"/>
              </a:ext>
            </a:extLst>
          </p:cNvPr>
          <p:cNvSpPr/>
          <p:nvPr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7" name="object 14">
            <a:extLst>
              <a:ext uri="{FF2B5EF4-FFF2-40B4-BE49-F238E27FC236}">
                <a16:creationId xmlns:a16="http://schemas.microsoft.com/office/drawing/2014/main" id="{5F137981-A4CD-45F0-9AA1-CCBBE8306D68}"/>
              </a:ext>
            </a:extLst>
          </p:cNvPr>
          <p:cNvSpPr/>
          <p:nvPr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8" name="object 15">
            <a:extLst>
              <a:ext uri="{FF2B5EF4-FFF2-40B4-BE49-F238E27FC236}">
                <a16:creationId xmlns:a16="http://schemas.microsoft.com/office/drawing/2014/main" id="{A7BCFF4A-3A87-43D7-A7D9-A6FA64AC0F08}"/>
              </a:ext>
            </a:extLst>
          </p:cNvPr>
          <p:cNvSpPr/>
          <p:nvPr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9" name="object 16">
            <a:extLst>
              <a:ext uri="{FF2B5EF4-FFF2-40B4-BE49-F238E27FC236}">
                <a16:creationId xmlns:a16="http://schemas.microsoft.com/office/drawing/2014/main" id="{8D292F96-8782-462C-8A07-10584846A2CD}"/>
              </a:ext>
            </a:extLst>
          </p:cNvPr>
          <p:cNvSpPr/>
          <p:nvPr/>
        </p:nvSpPr>
        <p:spPr>
          <a:xfrm>
            <a:off x="5147383" y="5851042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5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0" name="object 17">
            <a:extLst>
              <a:ext uri="{FF2B5EF4-FFF2-40B4-BE49-F238E27FC236}">
                <a16:creationId xmlns:a16="http://schemas.microsoft.com/office/drawing/2014/main" id="{169F8950-E386-406E-B72C-4E8679C02625}"/>
              </a:ext>
            </a:extLst>
          </p:cNvPr>
          <p:cNvSpPr/>
          <p:nvPr/>
        </p:nvSpPr>
        <p:spPr>
          <a:xfrm>
            <a:off x="5147383" y="4530391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1" name="object 18">
            <a:extLst>
              <a:ext uri="{FF2B5EF4-FFF2-40B4-BE49-F238E27FC236}">
                <a16:creationId xmlns:a16="http://schemas.microsoft.com/office/drawing/2014/main" id="{BF9E2035-8220-48E9-9883-E2035E9401BB}"/>
              </a:ext>
            </a:extLst>
          </p:cNvPr>
          <p:cNvSpPr/>
          <p:nvPr/>
        </p:nvSpPr>
        <p:spPr>
          <a:xfrm>
            <a:off x="5147383" y="5179134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2" name="object 19">
            <a:extLst>
              <a:ext uri="{FF2B5EF4-FFF2-40B4-BE49-F238E27FC236}">
                <a16:creationId xmlns:a16="http://schemas.microsoft.com/office/drawing/2014/main" id="{F0B9024F-172F-42A7-9B5B-70C49921FBBE}"/>
              </a:ext>
            </a:extLst>
          </p:cNvPr>
          <p:cNvSpPr/>
          <p:nvPr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3" name="object 20">
            <a:extLst>
              <a:ext uri="{FF2B5EF4-FFF2-40B4-BE49-F238E27FC236}">
                <a16:creationId xmlns:a16="http://schemas.microsoft.com/office/drawing/2014/main" id="{2D956D51-E3CB-437E-B8E1-31644542C558}"/>
              </a:ext>
            </a:extLst>
          </p:cNvPr>
          <p:cNvSpPr/>
          <p:nvPr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4" name="object 21">
            <a:extLst>
              <a:ext uri="{FF2B5EF4-FFF2-40B4-BE49-F238E27FC236}">
                <a16:creationId xmlns:a16="http://schemas.microsoft.com/office/drawing/2014/main" id="{72F22BD7-43A4-46CE-9309-1913B8229B96}"/>
              </a:ext>
            </a:extLst>
          </p:cNvPr>
          <p:cNvSpPr/>
          <p:nvPr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5" name="object 22">
            <a:extLst>
              <a:ext uri="{FF2B5EF4-FFF2-40B4-BE49-F238E27FC236}">
                <a16:creationId xmlns:a16="http://schemas.microsoft.com/office/drawing/2014/main" id="{3EFDB32E-A823-4F47-857F-C041BABD66FA}"/>
              </a:ext>
            </a:extLst>
          </p:cNvPr>
          <p:cNvSpPr/>
          <p:nvPr/>
        </p:nvSpPr>
        <p:spPr>
          <a:xfrm>
            <a:off x="5150935" y="2912662"/>
            <a:ext cx="3406775" cy="3933825"/>
          </a:xfrm>
          <a:custGeom>
            <a:avLst/>
            <a:gdLst/>
            <a:ahLst/>
            <a:cxnLst/>
            <a:rect l="l" t="t" r="r" b="b"/>
            <a:pathLst>
              <a:path w="3406775" h="3933825">
                <a:moveTo>
                  <a:pt x="3406591" y="2950188"/>
                </a:moveTo>
                <a:lnTo>
                  <a:pt x="3406591" y="983389"/>
                </a:lnTo>
                <a:lnTo>
                  <a:pt x="1703284" y="0"/>
                </a:lnTo>
                <a:lnTo>
                  <a:pt x="0" y="983389"/>
                </a:lnTo>
                <a:lnTo>
                  <a:pt x="0" y="2950188"/>
                </a:lnTo>
                <a:lnTo>
                  <a:pt x="1703284" y="3933588"/>
                </a:lnTo>
                <a:lnTo>
                  <a:pt x="3406591" y="2950188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6" name="object 23">
            <a:extLst>
              <a:ext uri="{FF2B5EF4-FFF2-40B4-BE49-F238E27FC236}">
                <a16:creationId xmlns:a16="http://schemas.microsoft.com/office/drawing/2014/main" id="{4435C06B-E9EF-48FD-AAAA-505B41BA5254}"/>
              </a:ext>
            </a:extLst>
          </p:cNvPr>
          <p:cNvSpPr/>
          <p:nvPr/>
        </p:nvSpPr>
        <p:spPr>
          <a:xfrm>
            <a:off x="6855283" y="4866250"/>
            <a:ext cx="0" cy="1974214"/>
          </a:xfrm>
          <a:custGeom>
            <a:avLst/>
            <a:gdLst/>
            <a:ahLst/>
            <a:cxnLst/>
            <a:rect l="l" t="t" r="r" b="b"/>
            <a:pathLst>
              <a:path h="1974215">
                <a:moveTo>
                  <a:pt x="0" y="0"/>
                </a:moveTo>
                <a:lnTo>
                  <a:pt x="0" y="1973636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7" name="Marcador de texto 49">
            <a:extLst>
              <a:ext uri="{FF2B5EF4-FFF2-40B4-BE49-F238E27FC236}">
                <a16:creationId xmlns:a16="http://schemas.microsoft.com/office/drawing/2014/main" id="{3F5E93B8-6609-4939-9667-85EA33BDAE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91477" y="8683496"/>
            <a:ext cx="5303905" cy="943706"/>
          </a:xfrm>
        </p:spPr>
        <p:txBody>
          <a:bodyPr/>
          <a:lstStyle>
            <a:lvl1pPr marL="0" indent="0" algn="ctr">
              <a:buNone/>
              <a:defRPr lang="es-ES" sz="5150" kern="1200" spc="15" dirty="0" smtClean="0">
                <a:solidFill>
                  <a:schemeClr val="tx1"/>
                </a:solidFill>
                <a:latin typeface="GT America"/>
                <a:ea typeface="+mn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24" name="object 3">
            <a:extLst>
              <a:ext uri="{FF2B5EF4-FFF2-40B4-BE49-F238E27FC236}">
                <a16:creationId xmlns:a16="http://schemas.microsoft.com/office/drawing/2014/main" id="{8F7949E4-9FE3-E843-BC24-AAD406A12A3A}"/>
              </a:ext>
            </a:extLst>
          </p:cNvPr>
          <p:cNvSpPr/>
          <p:nvPr userDrawn="1"/>
        </p:nvSpPr>
        <p:spPr>
          <a:xfrm>
            <a:off x="12299556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5" name="object 4">
            <a:extLst>
              <a:ext uri="{FF2B5EF4-FFF2-40B4-BE49-F238E27FC236}">
                <a16:creationId xmlns:a16="http://schemas.microsoft.com/office/drawing/2014/main" id="{7885FFCA-4F47-7A49-9EDB-82031A050E2B}"/>
              </a:ext>
            </a:extLst>
          </p:cNvPr>
          <p:cNvSpPr/>
          <p:nvPr userDrawn="1"/>
        </p:nvSpPr>
        <p:spPr>
          <a:xfrm>
            <a:off x="10762492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6" name="object 5">
            <a:extLst>
              <a:ext uri="{FF2B5EF4-FFF2-40B4-BE49-F238E27FC236}">
                <a16:creationId xmlns:a16="http://schemas.microsoft.com/office/drawing/2014/main" id="{17D4FA60-4B8F-7A4F-BCDE-08E917C474D0}"/>
              </a:ext>
            </a:extLst>
          </p:cNvPr>
          <p:cNvSpPr/>
          <p:nvPr userDrawn="1"/>
        </p:nvSpPr>
        <p:spPr>
          <a:xfrm>
            <a:off x="9225439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7" name="object 6">
            <a:extLst>
              <a:ext uri="{FF2B5EF4-FFF2-40B4-BE49-F238E27FC236}">
                <a16:creationId xmlns:a16="http://schemas.microsoft.com/office/drawing/2014/main" id="{3ADE5F61-DFCC-FE4A-84D5-6F52D4EBFDC2}"/>
              </a:ext>
            </a:extLst>
          </p:cNvPr>
          <p:cNvSpPr/>
          <p:nvPr userDrawn="1"/>
        </p:nvSpPr>
        <p:spPr>
          <a:xfrm>
            <a:off x="7688386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8" name="object 7">
            <a:extLst>
              <a:ext uri="{FF2B5EF4-FFF2-40B4-BE49-F238E27FC236}">
                <a16:creationId xmlns:a16="http://schemas.microsoft.com/office/drawing/2014/main" id="{9F344F8C-FD67-554F-957F-A8034BC6349B}"/>
              </a:ext>
            </a:extLst>
          </p:cNvPr>
          <p:cNvSpPr/>
          <p:nvPr userDrawn="1"/>
        </p:nvSpPr>
        <p:spPr>
          <a:xfrm>
            <a:off x="6151322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9" name="object 8">
            <a:extLst>
              <a:ext uri="{FF2B5EF4-FFF2-40B4-BE49-F238E27FC236}">
                <a16:creationId xmlns:a16="http://schemas.microsoft.com/office/drawing/2014/main" id="{572E963D-A50F-274E-8712-28616CC44718}"/>
              </a:ext>
            </a:extLst>
          </p:cNvPr>
          <p:cNvSpPr txBox="1">
            <a:spLocks/>
          </p:cNvSpPr>
          <p:nvPr userDrawn="1"/>
        </p:nvSpPr>
        <p:spPr>
          <a:xfrm>
            <a:off x="9643430" y="3543457"/>
            <a:ext cx="4161208" cy="18440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eaLnBrk="1" hangingPunct="1">
              <a:defRPr sz="11900" b="1" i="0">
                <a:solidFill>
                  <a:srgbClr val="2BAAE1"/>
                </a:solidFill>
                <a:latin typeface="GT America Bold"/>
                <a:ea typeface="+mj-ea"/>
                <a:cs typeface="GT America Bold"/>
              </a:defRPr>
            </a:lvl1pPr>
          </a:lstStyle>
          <a:p>
            <a:pPr marL="12699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900" b="1" i="0" u="none" strike="noStrike" kern="0" cap="none" spc="0" normalizeH="0" baseline="0" noProof="0">
                <a:ln>
                  <a:noFill/>
                </a:ln>
                <a:solidFill>
                  <a:srgbClr val="2BAAE1"/>
                </a:solidFill>
                <a:effectLst/>
                <a:uLnTx/>
                <a:uFillTx/>
                <a:latin typeface="GT America Bold"/>
                <a:ea typeface="+mj-ea"/>
              </a:rPr>
              <a:t>MISO</a:t>
            </a:r>
            <a:endParaRPr kumimoji="0" lang="es-CO" sz="11900" b="1" i="0" u="none" strike="noStrike" kern="0" cap="none" spc="0" normalizeH="0" baseline="0" noProof="0" dirty="0">
              <a:ln>
                <a:noFill/>
              </a:ln>
              <a:solidFill>
                <a:srgbClr val="2BAAE1"/>
              </a:solidFill>
              <a:effectLst/>
              <a:uLnTx/>
              <a:uFillTx/>
              <a:latin typeface="GT America Bold"/>
              <a:ea typeface="+mj-ea"/>
            </a:endParaRPr>
          </a:p>
        </p:txBody>
      </p:sp>
      <p:sp>
        <p:nvSpPr>
          <p:cNvPr id="30" name="object 9">
            <a:extLst>
              <a:ext uri="{FF2B5EF4-FFF2-40B4-BE49-F238E27FC236}">
                <a16:creationId xmlns:a16="http://schemas.microsoft.com/office/drawing/2014/main" id="{9C544DA1-C647-B144-920D-6A3B50281502}"/>
              </a:ext>
            </a:extLst>
          </p:cNvPr>
          <p:cNvSpPr txBox="1"/>
          <p:nvPr userDrawn="1"/>
        </p:nvSpPr>
        <p:spPr>
          <a:xfrm>
            <a:off x="9198864" y="5217637"/>
            <a:ext cx="577088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99" defTabSz="914400">
              <a:spcBef>
                <a:spcPts val="95"/>
              </a:spcBef>
            </a:pP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de</a:t>
            </a:r>
            <a:r>
              <a:rPr sz="2900" spc="20" dirty="0">
                <a:solidFill>
                  <a:srgbClr val="2BAAE1"/>
                </a:solidFill>
                <a:latin typeface="GT America Thin"/>
                <a:cs typeface="GT America Thin"/>
              </a:rPr>
              <a:t>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900">
              <a:solidFill>
                <a:prstClr val="black"/>
              </a:solidFill>
              <a:latin typeface="GT America Thin"/>
              <a:cs typeface="GT America Thin"/>
            </a:endParaRPr>
          </a:p>
        </p:txBody>
      </p:sp>
      <p:sp>
        <p:nvSpPr>
          <p:cNvPr id="31" name="object 10">
            <a:extLst>
              <a:ext uri="{FF2B5EF4-FFF2-40B4-BE49-F238E27FC236}">
                <a16:creationId xmlns:a16="http://schemas.microsoft.com/office/drawing/2014/main" id="{9510FC97-6053-1C46-9F93-DA4CF953D51F}"/>
              </a:ext>
            </a:extLst>
          </p:cNvPr>
          <p:cNvSpPr/>
          <p:nvPr userDrawn="1"/>
        </p:nvSpPr>
        <p:spPr>
          <a:xfrm>
            <a:off x="5147380" y="4877935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2" name="object 11">
            <a:extLst>
              <a:ext uri="{FF2B5EF4-FFF2-40B4-BE49-F238E27FC236}">
                <a16:creationId xmlns:a16="http://schemas.microsoft.com/office/drawing/2014/main" id="{D2883D3C-4A97-B24B-AFBF-8AF1F55D5855}"/>
              </a:ext>
            </a:extLst>
          </p:cNvPr>
          <p:cNvSpPr/>
          <p:nvPr userDrawn="1"/>
        </p:nvSpPr>
        <p:spPr>
          <a:xfrm>
            <a:off x="5147380" y="487793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3" name="object 12">
            <a:extLst>
              <a:ext uri="{FF2B5EF4-FFF2-40B4-BE49-F238E27FC236}">
                <a16:creationId xmlns:a16="http://schemas.microsoft.com/office/drawing/2014/main" id="{34C5B976-3C81-3545-A6D3-43D4219CF555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4" name="object 13">
            <a:extLst>
              <a:ext uri="{FF2B5EF4-FFF2-40B4-BE49-F238E27FC236}">
                <a16:creationId xmlns:a16="http://schemas.microsoft.com/office/drawing/2014/main" id="{FFF3CF60-E9F7-6A4F-ACF0-8B8BCFEE1915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5" name="object 14">
            <a:extLst>
              <a:ext uri="{FF2B5EF4-FFF2-40B4-BE49-F238E27FC236}">
                <a16:creationId xmlns:a16="http://schemas.microsoft.com/office/drawing/2014/main" id="{D35FEBC2-2834-634B-808D-1F61D282191D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6" name="object 15">
            <a:extLst>
              <a:ext uri="{FF2B5EF4-FFF2-40B4-BE49-F238E27FC236}">
                <a16:creationId xmlns:a16="http://schemas.microsoft.com/office/drawing/2014/main" id="{B956163E-C304-FB4B-9A84-047354E7D5CC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7" name="object 16">
            <a:extLst>
              <a:ext uri="{FF2B5EF4-FFF2-40B4-BE49-F238E27FC236}">
                <a16:creationId xmlns:a16="http://schemas.microsoft.com/office/drawing/2014/main" id="{FE9D06D4-5794-F14C-860B-C7C8CC2997DA}"/>
              </a:ext>
            </a:extLst>
          </p:cNvPr>
          <p:cNvSpPr/>
          <p:nvPr userDrawn="1"/>
        </p:nvSpPr>
        <p:spPr>
          <a:xfrm>
            <a:off x="5147383" y="5851042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5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8" name="object 17">
            <a:extLst>
              <a:ext uri="{FF2B5EF4-FFF2-40B4-BE49-F238E27FC236}">
                <a16:creationId xmlns:a16="http://schemas.microsoft.com/office/drawing/2014/main" id="{ACCD3DFD-36CD-B844-8F6E-4576F9324EFC}"/>
              </a:ext>
            </a:extLst>
          </p:cNvPr>
          <p:cNvSpPr/>
          <p:nvPr userDrawn="1"/>
        </p:nvSpPr>
        <p:spPr>
          <a:xfrm>
            <a:off x="5147383" y="4530391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9" name="object 18">
            <a:extLst>
              <a:ext uri="{FF2B5EF4-FFF2-40B4-BE49-F238E27FC236}">
                <a16:creationId xmlns:a16="http://schemas.microsoft.com/office/drawing/2014/main" id="{4FB37C75-3E4B-F742-BF10-C3561C91185D}"/>
              </a:ext>
            </a:extLst>
          </p:cNvPr>
          <p:cNvSpPr/>
          <p:nvPr userDrawn="1"/>
        </p:nvSpPr>
        <p:spPr>
          <a:xfrm>
            <a:off x="5147383" y="5179134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0" name="object 19">
            <a:extLst>
              <a:ext uri="{FF2B5EF4-FFF2-40B4-BE49-F238E27FC236}">
                <a16:creationId xmlns:a16="http://schemas.microsoft.com/office/drawing/2014/main" id="{4D9F86F6-916E-0649-94DA-F96453FC3D65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1" name="object 20">
            <a:extLst>
              <a:ext uri="{FF2B5EF4-FFF2-40B4-BE49-F238E27FC236}">
                <a16:creationId xmlns:a16="http://schemas.microsoft.com/office/drawing/2014/main" id="{DFE5203F-2403-1C47-A7C6-AB202AED1F61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2" name="object 21">
            <a:extLst>
              <a:ext uri="{FF2B5EF4-FFF2-40B4-BE49-F238E27FC236}">
                <a16:creationId xmlns:a16="http://schemas.microsoft.com/office/drawing/2014/main" id="{54EDD20F-6F2E-1D42-A947-D5400E7E5ED9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3" name="object 22">
            <a:extLst>
              <a:ext uri="{FF2B5EF4-FFF2-40B4-BE49-F238E27FC236}">
                <a16:creationId xmlns:a16="http://schemas.microsoft.com/office/drawing/2014/main" id="{EAF0179D-DDDA-6148-B7B0-67F99D5AF01C}"/>
              </a:ext>
            </a:extLst>
          </p:cNvPr>
          <p:cNvSpPr/>
          <p:nvPr userDrawn="1"/>
        </p:nvSpPr>
        <p:spPr>
          <a:xfrm>
            <a:off x="5150935" y="2912662"/>
            <a:ext cx="3406775" cy="3933825"/>
          </a:xfrm>
          <a:custGeom>
            <a:avLst/>
            <a:gdLst/>
            <a:ahLst/>
            <a:cxnLst/>
            <a:rect l="l" t="t" r="r" b="b"/>
            <a:pathLst>
              <a:path w="3406775" h="3933825">
                <a:moveTo>
                  <a:pt x="3406591" y="2950188"/>
                </a:moveTo>
                <a:lnTo>
                  <a:pt x="3406591" y="983389"/>
                </a:lnTo>
                <a:lnTo>
                  <a:pt x="1703284" y="0"/>
                </a:lnTo>
                <a:lnTo>
                  <a:pt x="0" y="983389"/>
                </a:lnTo>
                <a:lnTo>
                  <a:pt x="0" y="2950188"/>
                </a:lnTo>
                <a:lnTo>
                  <a:pt x="1703284" y="3933588"/>
                </a:lnTo>
                <a:lnTo>
                  <a:pt x="3406591" y="2950188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4" name="object 23">
            <a:extLst>
              <a:ext uri="{FF2B5EF4-FFF2-40B4-BE49-F238E27FC236}">
                <a16:creationId xmlns:a16="http://schemas.microsoft.com/office/drawing/2014/main" id="{940DCEB7-206E-3047-ABDD-2AF10B3B8C6B}"/>
              </a:ext>
            </a:extLst>
          </p:cNvPr>
          <p:cNvSpPr/>
          <p:nvPr userDrawn="1"/>
        </p:nvSpPr>
        <p:spPr>
          <a:xfrm>
            <a:off x="6855283" y="4866250"/>
            <a:ext cx="0" cy="1974214"/>
          </a:xfrm>
          <a:custGeom>
            <a:avLst/>
            <a:gdLst/>
            <a:ahLst/>
            <a:cxnLst/>
            <a:rect l="l" t="t" r="r" b="b"/>
            <a:pathLst>
              <a:path h="1974215">
                <a:moveTo>
                  <a:pt x="0" y="0"/>
                </a:moveTo>
                <a:lnTo>
                  <a:pt x="0" y="1973636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685665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0">
            <a:extLst>
              <a:ext uri="{FF2B5EF4-FFF2-40B4-BE49-F238E27FC236}">
                <a16:creationId xmlns:a16="http://schemas.microsoft.com/office/drawing/2014/main" id="{B52D28F9-F37F-4DF5-A2D1-AA68FCF34B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3445" y="2608154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14" name="Marcador de texto 10">
            <a:extLst>
              <a:ext uri="{FF2B5EF4-FFF2-40B4-BE49-F238E27FC236}">
                <a16:creationId xmlns:a16="http://schemas.microsoft.com/office/drawing/2014/main" id="{57789202-1793-4245-AFD0-7A37AFAF3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3445" y="379188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1648929-BBD8-40CA-8CD6-942223EF4E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04943" y="2608154"/>
            <a:ext cx="11405712" cy="844213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15470189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CF257359-2D6D-40A7-8F82-0026A8879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16753" y="249966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09945D95-5FFD-4D6F-9731-F98E668737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6753" y="3683396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19777898-8777-4729-86D3-6D903457F0B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54100" y="2500313"/>
            <a:ext cx="5408693" cy="8596312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CO"/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46A6B06E-DCFC-4C61-B35C-2FF747EFBE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6753" y="5312617"/>
            <a:ext cx="11405712" cy="57188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33701190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fesor a la izqui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CF257359-2D6D-40A7-8F82-0026A8879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16753" y="249966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09945D95-5FFD-4D6F-9731-F98E668737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6753" y="3683396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46A6B06E-DCFC-4C61-B35C-2FF747EFBE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6753" y="5312617"/>
            <a:ext cx="11405712" cy="57188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10874773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fesor a la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CF257359-2D6D-40A7-8F82-0026A8879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3445" y="240667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09945D95-5FFD-4D6F-9731-F98E668737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3445" y="3590406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46A6B06E-DCFC-4C61-B35C-2FF747EFBE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3445" y="5219627"/>
            <a:ext cx="11405712" cy="57188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9136606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derecha - fondo azul">
    <p:bg>
      <p:bgPr>
        <a:solidFill>
          <a:srgbClr val="3421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Marcador de texto 49">
            <a:extLst>
              <a:ext uri="{FF2B5EF4-FFF2-40B4-BE49-F238E27FC236}">
                <a16:creationId xmlns:a16="http://schemas.microsoft.com/office/drawing/2014/main" id="{596BCF93-6DE0-442F-AA83-FBFDAB95DF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15994" y="5373094"/>
            <a:ext cx="5303905" cy="943706"/>
          </a:xfrm>
        </p:spPr>
        <p:txBody>
          <a:bodyPr/>
          <a:lstStyle>
            <a:lvl1pPr marL="0" indent="0" algn="ctr">
              <a:buNone/>
              <a:defRPr lang="es-ES" sz="5150" kern="1200" spc="15" dirty="0" smtClean="0">
                <a:solidFill>
                  <a:srgbClr val="FFFFFF"/>
                </a:solidFill>
                <a:latin typeface="GT America"/>
                <a:ea typeface="+mn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67" name="object 4">
            <a:extLst>
              <a:ext uri="{FF2B5EF4-FFF2-40B4-BE49-F238E27FC236}">
                <a16:creationId xmlns:a16="http://schemas.microsoft.com/office/drawing/2014/main" id="{C12A065A-7C27-40A8-AA7E-3555F4C887AB}"/>
              </a:ext>
            </a:extLst>
          </p:cNvPr>
          <p:cNvSpPr/>
          <p:nvPr userDrawn="1"/>
        </p:nvSpPr>
        <p:spPr>
          <a:xfrm>
            <a:off x="10266468" y="3742084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8" name="object 5">
            <a:extLst>
              <a:ext uri="{FF2B5EF4-FFF2-40B4-BE49-F238E27FC236}">
                <a16:creationId xmlns:a16="http://schemas.microsoft.com/office/drawing/2014/main" id="{427FDD6C-7AC9-4896-BBA6-16154F68F579}"/>
              </a:ext>
            </a:extLst>
          </p:cNvPr>
          <p:cNvSpPr/>
          <p:nvPr userDrawn="1"/>
        </p:nvSpPr>
        <p:spPr>
          <a:xfrm>
            <a:off x="10266468" y="4624875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9" name="object 6">
            <a:extLst>
              <a:ext uri="{FF2B5EF4-FFF2-40B4-BE49-F238E27FC236}">
                <a16:creationId xmlns:a16="http://schemas.microsoft.com/office/drawing/2014/main" id="{953A2053-6469-4CA1-BFF3-27FB46B80B50}"/>
              </a:ext>
            </a:extLst>
          </p:cNvPr>
          <p:cNvSpPr/>
          <p:nvPr userDrawn="1"/>
        </p:nvSpPr>
        <p:spPr>
          <a:xfrm>
            <a:off x="10266468" y="5507666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0" name="object 7">
            <a:extLst>
              <a:ext uri="{FF2B5EF4-FFF2-40B4-BE49-F238E27FC236}">
                <a16:creationId xmlns:a16="http://schemas.microsoft.com/office/drawing/2014/main" id="{5BEE9C81-C824-44C2-8B82-5B785F68440F}"/>
              </a:ext>
            </a:extLst>
          </p:cNvPr>
          <p:cNvSpPr/>
          <p:nvPr userDrawn="1"/>
        </p:nvSpPr>
        <p:spPr>
          <a:xfrm>
            <a:off x="10266468" y="6390469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1" name="object 8">
            <a:extLst>
              <a:ext uri="{FF2B5EF4-FFF2-40B4-BE49-F238E27FC236}">
                <a16:creationId xmlns:a16="http://schemas.microsoft.com/office/drawing/2014/main" id="{C68F89CB-FCB1-4F38-A174-FEA6B5B54169}"/>
              </a:ext>
            </a:extLst>
          </p:cNvPr>
          <p:cNvSpPr/>
          <p:nvPr userDrawn="1"/>
        </p:nvSpPr>
        <p:spPr>
          <a:xfrm>
            <a:off x="10266468" y="7273261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2" name="object 9">
            <a:extLst>
              <a:ext uri="{FF2B5EF4-FFF2-40B4-BE49-F238E27FC236}">
                <a16:creationId xmlns:a16="http://schemas.microsoft.com/office/drawing/2014/main" id="{E962C8AB-58E7-481F-88A2-A4EDFB35497E}"/>
              </a:ext>
            </a:extLst>
          </p:cNvPr>
          <p:cNvSpPr txBox="1"/>
          <p:nvPr userDrawn="1"/>
        </p:nvSpPr>
        <p:spPr>
          <a:xfrm>
            <a:off x="4165296" y="6804105"/>
            <a:ext cx="3521075" cy="1636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99" defTabSz="914400">
              <a:spcBef>
                <a:spcPts val="100"/>
              </a:spcBef>
            </a:pPr>
            <a:r>
              <a:rPr sz="10550" b="1" dirty="0">
                <a:solidFill>
                  <a:srgbClr val="2BAAE1"/>
                </a:solidFill>
                <a:latin typeface="GT America Bold"/>
                <a:cs typeface="GT America Bold"/>
              </a:rPr>
              <a:t>MISO</a:t>
            </a:r>
            <a:endParaRPr sz="10550" dirty="0">
              <a:solidFill>
                <a:prstClr val="black"/>
              </a:solidFill>
              <a:latin typeface="GT America Bold"/>
              <a:cs typeface="GT America Bold"/>
            </a:endParaRPr>
          </a:p>
        </p:txBody>
      </p:sp>
      <p:sp>
        <p:nvSpPr>
          <p:cNvPr id="73" name="object 10">
            <a:extLst>
              <a:ext uri="{FF2B5EF4-FFF2-40B4-BE49-F238E27FC236}">
                <a16:creationId xmlns:a16="http://schemas.microsoft.com/office/drawing/2014/main" id="{8DE9B7B0-98C0-47A1-BDBD-CA6F24CB6F8F}"/>
              </a:ext>
            </a:extLst>
          </p:cNvPr>
          <p:cNvSpPr txBox="1"/>
          <p:nvPr userDrawn="1"/>
        </p:nvSpPr>
        <p:spPr>
          <a:xfrm>
            <a:off x="3366904" y="8288018"/>
            <a:ext cx="5118100" cy="40716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699" defTabSz="914400">
              <a:spcBef>
                <a:spcPts val="114"/>
              </a:spcBef>
            </a:pP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de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550" dirty="0">
              <a:solidFill>
                <a:prstClr val="black"/>
              </a:solidFill>
              <a:latin typeface="GT America Thin"/>
              <a:cs typeface="GT America Thin"/>
            </a:endParaRPr>
          </a:p>
        </p:txBody>
      </p:sp>
      <p:sp>
        <p:nvSpPr>
          <p:cNvPr id="74" name="object 11">
            <a:extLst>
              <a:ext uri="{FF2B5EF4-FFF2-40B4-BE49-F238E27FC236}">
                <a16:creationId xmlns:a16="http://schemas.microsoft.com/office/drawing/2014/main" id="{4F88753D-903E-4624-AA78-314F78FABC53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5" name="object 12">
            <a:extLst>
              <a:ext uri="{FF2B5EF4-FFF2-40B4-BE49-F238E27FC236}">
                <a16:creationId xmlns:a16="http://schemas.microsoft.com/office/drawing/2014/main" id="{6AA3D325-B7F5-4BE1-9791-ED288C3BA581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6" name="object 13">
            <a:extLst>
              <a:ext uri="{FF2B5EF4-FFF2-40B4-BE49-F238E27FC236}">
                <a16:creationId xmlns:a16="http://schemas.microsoft.com/office/drawing/2014/main" id="{FCF593A5-0849-4543-B4C9-D07E405D43E5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7" name="object 14">
            <a:extLst>
              <a:ext uri="{FF2B5EF4-FFF2-40B4-BE49-F238E27FC236}">
                <a16:creationId xmlns:a16="http://schemas.microsoft.com/office/drawing/2014/main" id="{2D7AF1DB-637A-43AF-80E5-F31A52C66D8A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8" name="object 15">
            <a:extLst>
              <a:ext uri="{FF2B5EF4-FFF2-40B4-BE49-F238E27FC236}">
                <a16:creationId xmlns:a16="http://schemas.microsoft.com/office/drawing/2014/main" id="{F96D07C3-3AB7-4EE5-A223-FDAAD894D70B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9" name="object 16">
            <a:extLst>
              <a:ext uri="{FF2B5EF4-FFF2-40B4-BE49-F238E27FC236}">
                <a16:creationId xmlns:a16="http://schemas.microsoft.com/office/drawing/2014/main" id="{8A90BB90-3DA0-47C0-9E58-65AB628A8A0E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0" name="object 17">
            <a:extLst>
              <a:ext uri="{FF2B5EF4-FFF2-40B4-BE49-F238E27FC236}">
                <a16:creationId xmlns:a16="http://schemas.microsoft.com/office/drawing/2014/main" id="{1C621E47-F80E-4EC7-8C3E-EA4AC2C499EC}"/>
              </a:ext>
            </a:extLst>
          </p:cNvPr>
          <p:cNvSpPr/>
          <p:nvPr userDrawn="1"/>
        </p:nvSpPr>
        <p:spPr>
          <a:xfrm>
            <a:off x="4414429" y="5779080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4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1" name="object 18">
            <a:extLst>
              <a:ext uri="{FF2B5EF4-FFF2-40B4-BE49-F238E27FC236}">
                <a16:creationId xmlns:a16="http://schemas.microsoft.com/office/drawing/2014/main" id="{1A14C7C0-7FA5-496A-97FA-8736A24D89E7}"/>
              </a:ext>
            </a:extLst>
          </p:cNvPr>
          <p:cNvSpPr/>
          <p:nvPr userDrawn="1"/>
        </p:nvSpPr>
        <p:spPr>
          <a:xfrm>
            <a:off x="4414429" y="4608526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2" name="object 19">
            <a:extLst>
              <a:ext uri="{FF2B5EF4-FFF2-40B4-BE49-F238E27FC236}">
                <a16:creationId xmlns:a16="http://schemas.microsoft.com/office/drawing/2014/main" id="{0DBA6063-A179-4CB3-B25D-55A98691DA17}"/>
              </a:ext>
            </a:extLst>
          </p:cNvPr>
          <p:cNvSpPr/>
          <p:nvPr userDrawn="1"/>
        </p:nvSpPr>
        <p:spPr>
          <a:xfrm>
            <a:off x="4414429" y="5183533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3" name="object 20">
            <a:extLst>
              <a:ext uri="{FF2B5EF4-FFF2-40B4-BE49-F238E27FC236}">
                <a16:creationId xmlns:a16="http://schemas.microsoft.com/office/drawing/2014/main" id="{A6CF6F57-A992-4DA6-93D6-14847FF13203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4" name="object 21">
            <a:extLst>
              <a:ext uri="{FF2B5EF4-FFF2-40B4-BE49-F238E27FC236}">
                <a16:creationId xmlns:a16="http://schemas.microsoft.com/office/drawing/2014/main" id="{9C37B140-257B-4ED0-9375-88DF6F1A8647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67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5" name="object 22">
            <a:extLst>
              <a:ext uri="{FF2B5EF4-FFF2-40B4-BE49-F238E27FC236}">
                <a16:creationId xmlns:a16="http://schemas.microsoft.com/office/drawing/2014/main" id="{CACE08B5-1F52-425F-861D-DC6F5D131080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6" name="object 23">
            <a:extLst>
              <a:ext uri="{FF2B5EF4-FFF2-40B4-BE49-F238E27FC236}">
                <a16:creationId xmlns:a16="http://schemas.microsoft.com/office/drawing/2014/main" id="{B3C5A46B-E89D-4FF7-8B2E-53C4DBEBF1AB}"/>
              </a:ext>
            </a:extLst>
          </p:cNvPr>
          <p:cNvSpPr/>
          <p:nvPr userDrawn="1"/>
        </p:nvSpPr>
        <p:spPr>
          <a:xfrm>
            <a:off x="4417571" y="3174651"/>
            <a:ext cx="3019425" cy="3486785"/>
          </a:xfrm>
          <a:custGeom>
            <a:avLst/>
            <a:gdLst/>
            <a:ahLst/>
            <a:cxnLst/>
            <a:rect l="l" t="t" r="r" b="b"/>
            <a:pathLst>
              <a:path w="3019425" h="3486784">
                <a:moveTo>
                  <a:pt x="3019423" y="2614893"/>
                </a:moveTo>
                <a:lnTo>
                  <a:pt x="3019423" y="871631"/>
                </a:lnTo>
                <a:lnTo>
                  <a:pt x="1509716" y="0"/>
                </a:lnTo>
                <a:lnTo>
                  <a:pt x="0" y="871631"/>
                </a:lnTo>
                <a:lnTo>
                  <a:pt x="0" y="2614893"/>
                </a:lnTo>
                <a:lnTo>
                  <a:pt x="1509716" y="3486536"/>
                </a:lnTo>
                <a:lnTo>
                  <a:pt x="3019423" y="2614893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7" name="object 24">
            <a:extLst>
              <a:ext uri="{FF2B5EF4-FFF2-40B4-BE49-F238E27FC236}">
                <a16:creationId xmlns:a16="http://schemas.microsoft.com/office/drawing/2014/main" id="{F9F24890-B240-4B38-B677-5C1F04091C77}"/>
              </a:ext>
            </a:extLst>
          </p:cNvPr>
          <p:cNvSpPr/>
          <p:nvPr userDrawn="1"/>
        </p:nvSpPr>
        <p:spPr>
          <a:xfrm>
            <a:off x="5928222" y="4906213"/>
            <a:ext cx="0" cy="1749425"/>
          </a:xfrm>
          <a:custGeom>
            <a:avLst/>
            <a:gdLst/>
            <a:ahLst/>
            <a:cxnLst/>
            <a:rect l="l" t="t" r="r" b="b"/>
            <a:pathLst>
              <a:path h="1749425">
                <a:moveTo>
                  <a:pt x="0" y="0"/>
                </a:moveTo>
                <a:lnTo>
                  <a:pt x="0" y="174932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537770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a la derecha - fondo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9">
            <a:extLst>
              <a:ext uri="{FF2B5EF4-FFF2-40B4-BE49-F238E27FC236}">
                <a16:creationId xmlns:a16="http://schemas.microsoft.com/office/drawing/2014/main" id="{379144B4-8526-4FBA-9FE7-4C4F4A861EA9}"/>
              </a:ext>
            </a:extLst>
          </p:cNvPr>
          <p:cNvSpPr txBox="1"/>
          <p:nvPr userDrawn="1"/>
        </p:nvSpPr>
        <p:spPr>
          <a:xfrm>
            <a:off x="4165296" y="6804105"/>
            <a:ext cx="3521075" cy="1636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99">
              <a:spcBef>
                <a:spcPts val="100"/>
              </a:spcBef>
            </a:pPr>
            <a:r>
              <a:rPr sz="10550" b="1" dirty="0">
                <a:solidFill>
                  <a:srgbClr val="2BAAE1"/>
                </a:solidFill>
                <a:latin typeface="GT America Bold"/>
                <a:cs typeface="GT America Bold"/>
              </a:rPr>
              <a:t>MISO</a:t>
            </a:r>
            <a:endParaRPr sz="10550" dirty="0">
              <a:latin typeface="GT America Bold"/>
              <a:cs typeface="GT America Bold"/>
            </a:endParaRPr>
          </a:p>
        </p:txBody>
      </p:sp>
      <p:sp>
        <p:nvSpPr>
          <p:cNvPr id="3" name="object 10">
            <a:extLst>
              <a:ext uri="{FF2B5EF4-FFF2-40B4-BE49-F238E27FC236}">
                <a16:creationId xmlns:a16="http://schemas.microsoft.com/office/drawing/2014/main" id="{EB89E1CA-2EF2-4970-A4CA-508B7FF81810}"/>
              </a:ext>
            </a:extLst>
          </p:cNvPr>
          <p:cNvSpPr txBox="1"/>
          <p:nvPr userDrawn="1"/>
        </p:nvSpPr>
        <p:spPr>
          <a:xfrm>
            <a:off x="3366904" y="8288018"/>
            <a:ext cx="5118100" cy="40716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699">
              <a:spcBef>
                <a:spcPts val="114"/>
              </a:spcBef>
            </a:pP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de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550" dirty="0">
              <a:latin typeface="GT America Thin"/>
              <a:cs typeface="GT America Thin"/>
            </a:endParaRPr>
          </a:p>
        </p:txBody>
      </p:sp>
      <p:sp>
        <p:nvSpPr>
          <p:cNvPr id="4" name="object 11">
            <a:extLst>
              <a:ext uri="{FF2B5EF4-FFF2-40B4-BE49-F238E27FC236}">
                <a16:creationId xmlns:a16="http://schemas.microsoft.com/office/drawing/2014/main" id="{7680B916-344D-4856-BB05-B38F82BDBDE6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12">
            <a:extLst>
              <a:ext uri="{FF2B5EF4-FFF2-40B4-BE49-F238E27FC236}">
                <a16:creationId xmlns:a16="http://schemas.microsoft.com/office/drawing/2014/main" id="{7322C8ED-85BA-44B9-9A28-941F57348002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3">
            <a:extLst>
              <a:ext uri="{FF2B5EF4-FFF2-40B4-BE49-F238E27FC236}">
                <a16:creationId xmlns:a16="http://schemas.microsoft.com/office/drawing/2014/main" id="{28757609-A84E-4F08-9160-3C3FC1E213C7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14">
            <a:extLst>
              <a:ext uri="{FF2B5EF4-FFF2-40B4-BE49-F238E27FC236}">
                <a16:creationId xmlns:a16="http://schemas.microsoft.com/office/drawing/2014/main" id="{C5E80038-1A8D-4109-8E13-5B526754A336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5">
            <a:extLst>
              <a:ext uri="{FF2B5EF4-FFF2-40B4-BE49-F238E27FC236}">
                <a16:creationId xmlns:a16="http://schemas.microsoft.com/office/drawing/2014/main" id="{DDD5D5B0-17CA-4139-9854-1AAC4BF646D3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6">
            <a:extLst>
              <a:ext uri="{FF2B5EF4-FFF2-40B4-BE49-F238E27FC236}">
                <a16:creationId xmlns:a16="http://schemas.microsoft.com/office/drawing/2014/main" id="{467BDE7C-2E30-4FFC-8AE4-C74378D0211A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7">
            <a:extLst>
              <a:ext uri="{FF2B5EF4-FFF2-40B4-BE49-F238E27FC236}">
                <a16:creationId xmlns:a16="http://schemas.microsoft.com/office/drawing/2014/main" id="{D7CBC121-9763-4BE7-B30F-98A9C3A69962}"/>
              </a:ext>
            </a:extLst>
          </p:cNvPr>
          <p:cNvSpPr/>
          <p:nvPr userDrawn="1"/>
        </p:nvSpPr>
        <p:spPr>
          <a:xfrm>
            <a:off x="4414429" y="5779080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4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8">
            <a:extLst>
              <a:ext uri="{FF2B5EF4-FFF2-40B4-BE49-F238E27FC236}">
                <a16:creationId xmlns:a16="http://schemas.microsoft.com/office/drawing/2014/main" id="{6EC78C8B-C656-4A82-8E74-6968C43CD600}"/>
              </a:ext>
            </a:extLst>
          </p:cNvPr>
          <p:cNvSpPr/>
          <p:nvPr userDrawn="1"/>
        </p:nvSpPr>
        <p:spPr>
          <a:xfrm>
            <a:off x="4414429" y="4608526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9">
            <a:extLst>
              <a:ext uri="{FF2B5EF4-FFF2-40B4-BE49-F238E27FC236}">
                <a16:creationId xmlns:a16="http://schemas.microsoft.com/office/drawing/2014/main" id="{FDF498A1-00FC-4274-8E31-17A3F30D26AA}"/>
              </a:ext>
            </a:extLst>
          </p:cNvPr>
          <p:cNvSpPr/>
          <p:nvPr userDrawn="1"/>
        </p:nvSpPr>
        <p:spPr>
          <a:xfrm>
            <a:off x="4414429" y="5183533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20">
            <a:extLst>
              <a:ext uri="{FF2B5EF4-FFF2-40B4-BE49-F238E27FC236}">
                <a16:creationId xmlns:a16="http://schemas.microsoft.com/office/drawing/2014/main" id="{3FCCB3F0-8DC9-47AC-92F8-F7CC7B890FB2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21">
            <a:extLst>
              <a:ext uri="{FF2B5EF4-FFF2-40B4-BE49-F238E27FC236}">
                <a16:creationId xmlns:a16="http://schemas.microsoft.com/office/drawing/2014/main" id="{19E9EF25-6994-4124-BB25-1668FEEAA030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67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22">
            <a:extLst>
              <a:ext uri="{FF2B5EF4-FFF2-40B4-BE49-F238E27FC236}">
                <a16:creationId xmlns:a16="http://schemas.microsoft.com/office/drawing/2014/main" id="{3DFCF5EC-C759-4BC9-976B-749A55B5CE83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23">
            <a:extLst>
              <a:ext uri="{FF2B5EF4-FFF2-40B4-BE49-F238E27FC236}">
                <a16:creationId xmlns:a16="http://schemas.microsoft.com/office/drawing/2014/main" id="{A23855B9-7333-4415-AC9D-2A5AE7DA10DE}"/>
              </a:ext>
            </a:extLst>
          </p:cNvPr>
          <p:cNvSpPr/>
          <p:nvPr userDrawn="1"/>
        </p:nvSpPr>
        <p:spPr>
          <a:xfrm>
            <a:off x="4417571" y="3174651"/>
            <a:ext cx="3019425" cy="3486785"/>
          </a:xfrm>
          <a:custGeom>
            <a:avLst/>
            <a:gdLst/>
            <a:ahLst/>
            <a:cxnLst/>
            <a:rect l="l" t="t" r="r" b="b"/>
            <a:pathLst>
              <a:path w="3019425" h="3486784">
                <a:moveTo>
                  <a:pt x="3019423" y="2614893"/>
                </a:moveTo>
                <a:lnTo>
                  <a:pt x="3019423" y="871631"/>
                </a:lnTo>
                <a:lnTo>
                  <a:pt x="1509716" y="0"/>
                </a:lnTo>
                <a:lnTo>
                  <a:pt x="0" y="871631"/>
                </a:lnTo>
                <a:lnTo>
                  <a:pt x="0" y="2614893"/>
                </a:lnTo>
                <a:lnTo>
                  <a:pt x="1509716" y="3486536"/>
                </a:lnTo>
                <a:lnTo>
                  <a:pt x="3019423" y="2614893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24">
            <a:extLst>
              <a:ext uri="{FF2B5EF4-FFF2-40B4-BE49-F238E27FC236}">
                <a16:creationId xmlns:a16="http://schemas.microsoft.com/office/drawing/2014/main" id="{E832B23B-542D-440B-9707-9D2906BF1C92}"/>
              </a:ext>
            </a:extLst>
          </p:cNvPr>
          <p:cNvSpPr/>
          <p:nvPr userDrawn="1"/>
        </p:nvSpPr>
        <p:spPr>
          <a:xfrm>
            <a:off x="5928222" y="4906213"/>
            <a:ext cx="0" cy="1749425"/>
          </a:xfrm>
          <a:custGeom>
            <a:avLst/>
            <a:gdLst/>
            <a:ahLst/>
            <a:cxnLst/>
            <a:rect l="l" t="t" r="r" b="b"/>
            <a:pathLst>
              <a:path h="1749425">
                <a:moveTo>
                  <a:pt x="0" y="0"/>
                </a:moveTo>
                <a:lnTo>
                  <a:pt x="0" y="174932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4">
            <a:extLst>
              <a:ext uri="{FF2B5EF4-FFF2-40B4-BE49-F238E27FC236}">
                <a16:creationId xmlns:a16="http://schemas.microsoft.com/office/drawing/2014/main" id="{2BDF57BC-14AD-45B8-A927-0180574745C9}"/>
              </a:ext>
            </a:extLst>
          </p:cNvPr>
          <p:cNvSpPr/>
          <p:nvPr userDrawn="1"/>
        </p:nvSpPr>
        <p:spPr>
          <a:xfrm>
            <a:off x="10266468" y="3742084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0944E5DF-CF18-42B5-883C-D60075DC41F8}"/>
              </a:ext>
            </a:extLst>
          </p:cNvPr>
          <p:cNvSpPr/>
          <p:nvPr userDrawn="1"/>
        </p:nvSpPr>
        <p:spPr>
          <a:xfrm>
            <a:off x="10266468" y="4624875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0FFA4639-A5D4-42C5-9F54-89E02BE0D4F8}"/>
              </a:ext>
            </a:extLst>
          </p:cNvPr>
          <p:cNvSpPr/>
          <p:nvPr userDrawn="1"/>
        </p:nvSpPr>
        <p:spPr>
          <a:xfrm>
            <a:off x="10266468" y="5507666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7">
            <a:extLst>
              <a:ext uri="{FF2B5EF4-FFF2-40B4-BE49-F238E27FC236}">
                <a16:creationId xmlns:a16="http://schemas.microsoft.com/office/drawing/2014/main" id="{C3F3A592-C18E-4F81-9B0B-FAD84C849F78}"/>
              </a:ext>
            </a:extLst>
          </p:cNvPr>
          <p:cNvSpPr/>
          <p:nvPr userDrawn="1"/>
        </p:nvSpPr>
        <p:spPr>
          <a:xfrm>
            <a:off x="10266468" y="6390469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8">
            <a:extLst>
              <a:ext uri="{FF2B5EF4-FFF2-40B4-BE49-F238E27FC236}">
                <a16:creationId xmlns:a16="http://schemas.microsoft.com/office/drawing/2014/main" id="{8038BBEA-E71F-4B94-B51A-30745837DA8E}"/>
              </a:ext>
            </a:extLst>
          </p:cNvPr>
          <p:cNvSpPr/>
          <p:nvPr userDrawn="1"/>
        </p:nvSpPr>
        <p:spPr>
          <a:xfrm>
            <a:off x="10266468" y="7273261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Marcador de texto 25">
            <a:extLst>
              <a:ext uri="{FF2B5EF4-FFF2-40B4-BE49-F238E27FC236}">
                <a16:creationId xmlns:a16="http://schemas.microsoft.com/office/drawing/2014/main" id="{30A12454-B9DC-4DDB-BB37-293B9A2374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036010" y="5586594"/>
            <a:ext cx="4559300" cy="809837"/>
          </a:xfrm>
        </p:spPr>
        <p:txBody>
          <a:bodyPr/>
          <a:lstStyle>
            <a:lvl1pPr marL="0" indent="0">
              <a:buNone/>
              <a:defRPr lang="es-ES" sz="5150" b="0" kern="1200" spc="10" dirty="0" smtClean="0">
                <a:solidFill>
                  <a:schemeClr val="tx1"/>
                </a:solidFill>
                <a:latin typeface="GT America"/>
                <a:ea typeface="+mj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334422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centrado - fondo azul">
    <p:bg>
      <p:bgPr>
        <a:solidFill>
          <a:srgbClr val="3421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4">
            <a:extLst>
              <a:ext uri="{FF2B5EF4-FFF2-40B4-BE49-F238E27FC236}">
                <a16:creationId xmlns:a16="http://schemas.microsoft.com/office/drawing/2014/main" id="{0DD370BE-C9EE-4479-A519-B1F99E6EFD1F}"/>
              </a:ext>
            </a:extLst>
          </p:cNvPr>
          <p:cNvSpPr/>
          <p:nvPr userDrawn="1"/>
        </p:nvSpPr>
        <p:spPr>
          <a:xfrm>
            <a:off x="12359808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5">
            <a:extLst>
              <a:ext uri="{FF2B5EF4-FFF2-40B4-BE49-F238E27FC236}">
                <a16:creationId xmlns:a16="http://schemas.microsoft.com/office/drawing/2014/main" id="{6CC36620-FBC7-46F9-AEB1-87EEE3612054}"/>
              </a:ext>
            </a:extLst>
          </p:cNvPr>
          <p:cNvSpPr/>
          <p:nvPr userDrawn="1"/>
        </p:nvSpPr>
        <p:spPr>
          <a:xfrm>
            <a:off x="10822744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6">
            <a:extLst>
              <a:ext uri="{FF2B5EF4-FFF2-40B4-BE49-F238E27FC236}">
                <a16:creationId xmlns:a16="http://schemas.microsoft.com/office/drawing/2014/main" id="{0452F128-277B-4AAF-80AE-DD2857DAC8D6}"/>
              </a:ext>
            </a:extLst>
          </p:cNvPr>
          <p:cNvSpPr/>
          <p:nvPr userDrawn="1"/>
        </p:nvSpPr>
        <p:spPr>
          <a:xfrm>
            <a:off x="9285691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7">
            <a:extLst>
              <a:ext uri="{FF2B5EF4-FFF2-40B4-BE49-F238E27FC236}">
                <a16:creationId xmlns:a16="http://schemas.microsoft.com/office/drawing/2014/main" id="{2E007DEF-227D-4942-8676-A19E00251D9B}"/>
              </a:ext>
            </a:extLst>
          </p:cNvPr>
          <p:cNvSpPr/>
          <p:nvPr userDrawn="1"/>
        </p:nvSpPr>
        <p:spPr>
          <a:xfrm>
            <a:off x="7748638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8">
            <a:extLst>
              <a:ext uri="{FF2B5EF4-FFF2-40B4-BE49-F238E27FC236}">
                <a16:creationId xmlns:a16="http://schemas.microsoft.com/office/drawing/2014/main" id="{3C81411D-10DB-463E-B674-4FCF77AD68D8}"/>
              </a:ext>
            </a:extLst>
          </p:cNvPr>
          <p:cNvSpPr/>
          <p:nvPr userDrawn="1"/>
        </p:nvSpPr>
        <p:spPr>
          <a:xfrm>
            <a:off x="6211574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0">
            <a:extLst>
              <a:ext uri="{FF2B5EF4-FFF2-40B4-BE49-F238E27FC236}">
                <a16:creationId xmlns:a16="http://schemas.microsoft.com/office/drawing/2014/main" id="{A2E5B1DD-0EF7-44BB-86B0-6BA14DE4789E}"/>
              </a:ext>
            </a:extLst>
          </p:cNvPr>
          <p:cNvSpPr txBox="1"/>
          <p:nvPr userDrawn="1"/>
        </p:nvSpPr>
        <p:spPr>
          <a:xfrm>
            <a:off x="9198864" y="5217637"/>
            <a:ext cx="577088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99">
              <a:spcBef>
                <a:spcPts val="95"/>
              </a:spcBef>
            </a:pP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de</a:t>
            </a:r>
            <a:r>
              <a:rPr sz="2900" spc="20" dirty="0">
                <a:solidFill>
                  <a:srgbClr val="2BAAE1"/>
                </a:solidFill>
                <a:latin typeface="GT America Thin"/>
                <a:cs typeface="GT America Thin"/>
              </a:rPr>
              <a:t>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900">
              <a:latin typeface="GT America Thin"/>
              <a:cs typeface="GT America Thin"/>
            </a:endParaRPr>
          </a:p>
        </p:txBody>
      </p:sp>
      <p:sp>
        <p:nvSpPr>
          <p:cNvPr id="32" name="object 11">
            <a:extLst>
              <a:ext uri="{FF2B5EF4-FFF2-40B4-BE49-F238E27FC236}">
                <a16:creationId xmlns:a16="http://schemas.microsoft.com/office/drawing/2014/main" id="{0A3A1D4A-CC7C-4D38-B3AE-22AA71954620}"/>
              </a:ext>
            </a:extLst>
          </p:cNvPr>
          <p:cNvSpPr/>
          <p:nvPr userDrawn="1"/>
        </p:nvSpPr>
        <p:spPr>
          <a:xfrm>
            <a:off x="5147380" y="4877935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2">
            <a:extLst>
              <a:ext uri="{FF2B5EF4-FFF2-40B4-BE49-F238E27FC236}">
                <a16:creationId xmlns:a16="http://schemas.microsoft.com/office/drawing/2014/main" id="{6BD2CC71-EC38-4ED2-A627-60F38D2A4A79}"/>
              </a:ext>
            </a:extLst>
          </p:cNvPr>
          <p:cNvSpPr/>
          <p:nvPr userDrawn="1"/>
        </p:nvSpPr>
        <p:spPr>
          <a:xfrm>
            <a:off x="5147380" y="487793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3">
            <a:extLst>
              <a:ext uri="{FF2B5EF4-FFF2-40B4-BE49-F238E27FC236}">
                <a16:creationId xmlns:a16="http://schemas.microsoft.com/office/drawing/2014/main" id="{408E8C0C-8320-48DF-B167-514A0DCFF1EA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4">
            <a:extLst>
              <a:ext uri="{FF2B5EF4-FFF2-40B4-BE49-F238E27FC236}">
                <a16:creationId xmlns:a16="http://schemas.microsoft.com/office/drawing/2014/main" id="{01A28FDC-0707-488B-88D7-5E1543BC235D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5">
            <a:extLst>
              <a:ext uri="{FF2B5EF4-FFF2-40B4-BE49-F238E27FC236}">
                <a16:creationId xmlns:a16="http://schemas.microsoft.com/office/drawing/2014/main" id="{2AF050C7-A4C7-40D7-AF5A-DB1A4D703682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6">
            <a:extLst>
              <a:ext uri="{FF2B5EF4-FFF2-40B4-BE49-F238E27FC236}">
                <a16:creationId xmlns:a16="http://schemas.microsoft.com/office/drawing/2014/main" id="{79C55B6D-D8B7-448E-98B0-34E056151AF8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7">
            <a:extLst>
              <a:ext uri="{FF2B5EF4-FFF2-40B4-BE49-F238E27FC236}">
                <a16:creationId xmlns:a16="http://schemas.microsoft.com/office/drawing/2014/main" id="{B3EF9D17-1762-486C-AA31-BD4B67CE69D1}"/>
              </a:ext>
            </a:extLst>
          </p:cNvPr>
          <p:cNvSpPr/>
          <p:nvPr userDrawn="1"/>
        </p:nvSpPr>
        <p:spPr>
          <a:xfrm>
            <a:off x="5147383" y="5851042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5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8">
            <a:extLst>
              <a:ext uri="{FF2B5EF4-FFF2-40B4-BE49-F238E27FC236}">
                <a16:creationId xmlns:a16="http://schemas.microsoft.com/office/drawing/2014/main" id="{D92A3342-C68B-4BFE-B0A5-DEE6FB897D2A}"/>
              </a:ext>
            </a:extLst>
          </p:cNvPr>
          <p:cNvSpPr/>
          <p:nvPr userDrawn="1"/>
        </p:nvSpPr>
        <p:spPr>
          <a:xfrm>
            <a:off x="5147383" y="4530391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19">
            <a:extLst>
              <a:ext uri="{FF2B5EF4-FFF2-40B4-BE49-F238E27FC236}">
                <a16:creationId xmlns:a16="http://schemas.microsoft.com/office/drawing/2014/main" id="{5AC17AF6-EA0E-40A4-B2C1-6B3A6CD97C05}"/>
              </a:ext>
            </a:extLst>
          </p:cNvPr>
          <p:cNvSpPr/>
          <p:nvPr userDrawn="1"/>
        </p:nvSpPr>
        <p:spPr>
          <a:xfrm>
            <a:off x="5147383" y="5179134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0">
            <a:extLst>
              <a:ext uri="{FF2B5EF4-FFF2-40B4-BE49-F238E27FC236}">
                <a16:creationId xmlns:a16="http://schemas.microsoft.com/office/drawing/2014/main" id="{952BA1FD-08CA-40F9-9B97-B7B811220606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1">
            <a:extLst>
              <a:ext uri="{FF2B5EF4-FFF2-40B4-BE49-F238E27FC236}">
                <a16:creationId xmlns:a16="http://schemas.microsoft.com/office/drawing/2014/main" id="{2889C62D-BCBD-495E-93ED-2E0AC88065CF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2">
            <a:extLst>
              <a:ext uri="{FF2B5EF4-FFF2-40B4-BE49-F238E27FC236}">
                <a16:creationId xmlns:a16="http://schemas.microsoft.com/office/drawing/2014/main" id="{4ECD9530-1E44-4F91-908D-CBD6257AD1BD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3">
            <a:extLst>
              <a:ext uri="{FF2B5EF4-FFF2-40B4-BE49-F238E27FC236}">
                <a16:creationId xmlns:a16="http://schemas.microsoft.com/office/drawing/2014/main" id="{C6080D5A-7733-4C37-8A7F-7149ECA8D93E}"/>
              </a:ext>
            </a:extLst>
          </p:cNvPr>
          <p:cNvSpPr/>
          <p:nvPr userDrawn="1"/>
        </p:nvSpPr>
        <p:spPr>
          <a:xfrm>
            <a:off x="5150935" y="2912662"/>
            <a:ext cx="3406775" cy="3933825"/>
          </a:xfrm>
          <a:custGeom>
            <a:avLst/>
            <a:gdLst/>
            <a:ahLst/>
            <a:cxnLst/>
            <a:rect l="l" t="t" r="r" b="b"/>
            <a:pathLst>
              <a:path w="3406775" h="3933825">
                <a:moveTo>
                  <a:pt x="3406591" y="2950188"/>
                </a:moveTo>
                <a:lnTo>
                  <a:pt x="3406591" y="983389"/>
                </a:lnTo>
                <a:lnTo>
                  <a:pt x="1703284" y="0"/>
                </a:lnTo>
                <a:lnTo>
                  <a:pt x="0" y="983389"/>
                </a:lnTo>
                <a:lnTo>
                  <a:pt x="0" y="2950188"/>
                </a:lnTo>
                <a:lnTo>
                  <a:pt x="1703284" y="3933588"/>
                </a:lnTo>
                <a:lnTo>
                  <a:pt x="3406591" y="2950188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4">
            <a:extLst>
              <a:ext uri="{FF2B5EF4-FFF2-40B4-BE49-F238E27FC236}">
                <a16:creationId xmlns:a16="http://schemas.microsoft.com/office/drawing/2014/main" id="{A4F7D278-869B-40BE-82A5-35C2C1D1EC05}"/>
              </a:ext>
            </a:extLst>
          </p:cNvPr>
          <p:cNvSpPr/>
          <p:nvPr userDrawn="1"/>
        </p:nvSpPr>
        <p:spPr>
          <a:xfrm>
            <a:off x="6855283" y="4866250"/>
            <a:ext cx="0" cy="1974214"/>
          </a:xfrm>
          <a:custGeom>
            <a:avLst/>
            <a:gdLst/>
            <a:ahLst/>
            <a:cxnLst/>
            <a:rect l="l" t="t" r="r" b="b"/>
            <a:pathLst>
              <a:path h="1974215">
                <a:moveTo>
                  <a:pt x="0" y="0"/>
                </a:moveTo>
                <a:lnTo>
                  <a:pt x="0" y="1973636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9">
            <a:extLst>
              <a:ext uri="{FF2B5EF4-FFF2-40B4-BE49-F238E27FC236}">
                <a16:creationId xmlns:a16="http://schemas.microsoft.com/office/drawing/2014/main" id="{1F1A160C-6F38-4ADD-A8D9-49C1826DE6D7}"/>
              </a:ext>
            </a:extLst>
          </p:cNvPr>
          <p:cNvSpPr txBox="1">
            <a:spLocks/>
          </p:cNvSpPr>
          <p:nvPr userDrawn="1"/>
        </p:nvSpPr>
        <p:spPr>
          <a:xfrm>
            <a:off x="9643430" y="3543457"/>
            <a:ext cx="4161208" cy="18440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eaLnBrk="1" hangingPunct="1">
              <a:defRPr sz="11900" b="1" i="0">
                <a:solidFill>
                  <a:srgbClr val="2BAAE1"/>
                </a:solidFill>
                <a:latin typeface="GT America Bold"/>
                <a:ea typeface="+mj-ea"/>
                <a:cs typeface="GT America Bold"/>
              </a:defRPr>
            </a:lvl1pPr>
          </a:lstStyle>
          <a:p>
            <a:pPr marL="12699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900" b="1" i="0" u="none" strike="noStrike" kern="0" cap="none" spc="0" normalizeH="0" baseline="0" noProof="0">
                <a:ln>
                  <a:noFill/>
                </a:ln>
                <a:solidFill>
                  <a:srgbClr val="2BAAE1"/>
                </a:solidFill>
                <a:effectLst/>
                <a:uLnTx/>
                <a:uFillTx/>
                <a:latin typeface="GT America Bold"/>
                <a:ea typeface="+mj-ea"/>
              </a:rPr>
              <a:t>MISO</a:t>
            </a:r>
            <a:endParaRPr kumimoji="0" lang="es-CO" sz="11900" b="1" i="0" u="none" strike="noStrike" kern="0" cap="none" spc="0" normalizeH="0" baseline="0" noProof="0" dirty="0">
              <a:ln>
                <a:noFill/>
              </a:ln>
              <a:solidFill>
                <a:srgbClr val="2BAAE1"/>
              </a:solidFill>
              <a:effectLst/>
              <a:uLnTx/>
              <a:uFillTx/>
              <a:latin typeface="GT America Bold"/>
              <a:ea typeface="+mj-ea"/>
            </a:endParaRPr>
          </a:p>
        </p:txBody>
      </p:sp>
      <p:sp>
        <p:nvSpPr>
          <p:cNvPr id="50" name="Marcador de texto 49">
            <a:extLst>
              <a:ext uri="{FF2B5EF4-FFF2-40B4-BE49-F238E27FC236}">
                <a16:creationId xmlns:a16="http://schemas.microsoft.com/office/drawing/2014/main" id="{596BCF93-6DE0-442F-AA83-FBFDAB95DF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91477" y="8482645"/>
            <a:ext cx="5303905" cy="943706"/>
          </a:xfrm>
        </p:spPr>
        <p:txBody>
          <a:bodyPr/>
          <a:lstStyle>
            <a:lvl1pPr marL="0" indent="0" algn="ctr">
              <a:buNone/>
              <a:defRPr lang="es-ES" sz="5150" kern="1200" spc="15" dirty="0" smtClean="0">
                <a:solidFill>
                  <a:srgbClr val="FFFFFF"/>
                </a:solidFill>
                <a:latin typeface="GT America"/>
                <a:ea typeface="+mn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31938216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centrado - fondo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3">
            <a:extLst>
              <a:ext uri="{FF2B5EF4-FFF2-40B4-BE49-F238E27FC236}">
                <a16:creationId xmlns:a16="http://schemas.microsoft.com/office/drawing/2014/main" id="{F5B55B80-F91D-4AED-8DB3-AD2B94786812}"/>
              </a:ext>
            </a:extLst>
          </p:cNvPr>
          <p:cNvSpPr/>
          <p:nvPr userDrawn="1"/>
        </p:nvSpPr>
        <p:spPr>
          <a:xfrm>
            <a:off x="12299556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7" name="object 4">
            <a:extLst>
              <a:ext uri="{FF2B5EF4-FFF2-40B4-BE49-F238E27FC236}">
                <a16:creationId xmlns:a16="http://schemas.microsoft.com/office/drawing/2014/main" id="{59F6F8F2-9549-4E60-9CC2-FCA0D7999E49}"/>
              </a:ext>
            </a:extLst>
          </p:cNvPr>
          <p:cNvSpPr/>
          <p:nvPr userDrawn="1"/>
        </p:nvSpPr>
        <p:spPr>
          <a:xfrm>
            <a:off x="10762492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8" name="object 5">
            <a:extLst>
              <a:ext uri="{FF2B5EF4-FFF2-40B4-BE49-F238E27FC236}">
                <a16:creationId xmlns:a16="http://schemas.microsoft.com/office/drawing/2014/main" id="{7CA6ED11-484F-47E7-8F15-8D43EE89A2D2}"/>
              </a:ext>
            </a:extLst>
          </p:cNvPr>
          <p:cNvSpPr/>
          <p:nvPr userDrawn="1"/>
        </p:nvSpPr>
        <p:spPr>
          <a:xfrm>
            <a:off x="9225439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9" name="object 6">
            <a:extLst>
              <a:ext uri="{FF2B5EF4-FFF2-40B4-BE49-F238E27FC236}">
                <a16:creationId xmlns:a16="http://schemas.microsoft.com/office/drawing/2014/main" id="{E7B6A472-EDE0-47E0-BE33-079F327A4D31}"/>
              </a:ext>
            </a:extLst>
          </p:cNvPr>
          <p:cNvSpPr/>
          <p:nvPr userDrawn="1"/>
        </p:nvSpPr>
        <p:spPr>
          <a:xfrm>
            <a:off x="7688386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0" name="object 7">
            <a:extLst>
              <a:ext uri="{FF2B5EF4-FFF2-40B4-BE49-F238E27FC236}">
                <a16:creationId xmlns:a16="http://schemas.microsoft.com/office/drawing/2014/main" id="{3A42E184-9AEC-423D-B7B0-1E473B027D44}"/>
              </a:ext>
            </a:extLst>
          </p:cNvPr>
          <p:cNvSpPr/>
          <p:nvPr userDrawn="1"/>
        </p:nvSpPr>
        <p:spPr>
          <a:xfrm>
            <a:off x="6151322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1" name="object 8">
            <a:extLst>
              <a:ext uri="{FF2B5EF4-FFF2-40B4-BE49-F238E27FC236}">
                <a16:creationId xmlns:a16="http://schemas.microsoft.com/office/drawing/2014/main" id="{31A0B6AC-E5D1-40F2-A5A8-4DB89C1505CF}"/>
              </a:ext>
            </a:extLst>
          </p:cNvPr>
          <p:cNvSpPr txBox="1">
            <a:spLocks/>
          </p:cNvSpPr>
          <p:nvPr userDrawn="1"/>
        </p:nvSpPr>
        <p:spPr>
          <a:xfrm>
            <a:off x="9643430" y="3543457"/>
            <a:ext cx="4161208" cy="18440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eaLnBrk="1" hangingPunct="1">
              <a:defRPr sz="11900" b="1" i="0">
                <a:solidFill>
                  <a:srgbClr val="2BAAE1"/>
                </a:solidFill>
                <a:latin typeface="GT America Bold"/>
                <a:ea typeface="+mj-ea"/>
                <a:cs typeface="GT America Bold"/>
              </a:defRPr>
            </a:lvl1pPr>
          </a:lstStyle>
          <a:p>
            <a:pPr marL="12699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900" b="1" i="0" u="none" strike="noStrike" kern="0" cap="none" spc="0" normalizeH="0" baseline="0" noProof="0">
                <a:ln>
                  <a:noFill/>
                </a:ln>
                <a:solidFill>
                  <a:srgbClr val="2BAAE1"/>
                </a:solidFill>
                <a:effectLst/>
                <a:uLnTx/>
                <a:uFillTx/>
                <a:latin typeface="GT America Bold"/>
                <a:ea typeface="+mj-ea"/>
              </a:rPr>
              <a:t>MISO</a:t>
            </a:r>
            <a:endParaRPr kumimoji="0" lang="es-CO" sz="11900" b="1" i="0" u="none" strike="noStrike" kern="0" cap="none" spc="0" normalizeH="0" baseline="0" noProof="0" dirty="0">
              <a:ln>
                <a:noFill/>
              </a:ln>
              <a:solidFill>
                <a:srgbClr val="2BAAE1"/>
              </a:solidFill>
              <a:effectLst/>
              <a:uLnTx/>
              <a:uFillTx/>
              <a:latin typeface="GT America Bold"/>
              <a:ea typeface="+mj-ea"/>
            </a:endParaRPr>
          </a:p>
        </p:txBody>
      </p:sp>
      <p:sp>
        <p:nvSpPr>
          <p:cNvPr id="52" name="object 9">
            <a:extLst>
              <a:ext uri="{FF2B5EF4-FFF2-40B4-BE49-F238E27FC236}">
                <a16:creationId xmlns:a16="http://schemas.microsoft.com/office/drawing/2014/main" id="{D6CCEB1C-722F-4E1F-835C-D869AD140A72}"/>
              </a:ext>
            </a:extLst>
          </p:cNvPr>
          <p:cNvSpPr txBox="1"/>
          <p:nvPr userDrawn="1"/>
        </p:nvSpPr>
        <p:spPr>
          <a:xfrm>
            <a:off x="9198864" y="5217637"/>
            <a:ext cx="577088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99" defTabSz="914400">
              <a:spcBef>
                <a:spcPts val="95"/>
              </a:spcBef>
            </a:pP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de</a:t>
            </a:r>
            <a:r>
              <a:rPr sz="2900" spc="20" dirty="0">
                <a:solidFill>
                  <a:srgbClr val="2BAAE1"/>
                </a:solidFill>
                <a:latin typeface="GT America Thin"/>
                <a:cs typeface="GT America Thin"/>
              </a:rPr>
              <a:t>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900">
              <a:solidFill>
                <a:prstClr val="black"/>
              </a:solidFill>
              <a:latin typeface="GT America Thin"/>
              <a:cs typeface="GT America Thin"/>
            </a:endParaRPr>
          </a:p>
        </p:txBody>
      </p:sp>
      <p:sp>
        <p:nvSpPr>
          <p:cNvPr id="53" name="object 10">
            <a:extLst>
              <a:ext uri="{FF2B5EF4-FFF2-40B4-BE49-F238E27FC236}">
                <a16:creationId xmlns:a16="http://schemas.microsoft.com/office/drawing/2014/main" id="{24199D36-AC00-4B12-93A2-C2ED45FF17B6}"/>
              </a:ext>
            </a:extLst>
          </p:cNvPr>
          <p:cNvSpPr/>
          <p:nvPr userDrawn="1"/>
        </p:nvSpPr>
        <p:spPr>
          <a:xfrm>
            <a:off x="5147380" y="4877935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4" name="object 11">
            <a:extLst>
              <a:ext uri="{FF2B5EF4-FFF2-40B4-BE49-F238E27FC236}">
                <a16:creationId xmlns:a16="http://schemas.microsoft.com/office/drawing/2014/main" id="{C302700F-D539-411D-AF71-147A008F7345}"/>
              </a:ext>
            </a:extLst>
          </p:cNvPr>
          <p:cNvSpPr/>
          <p:nvPr userDrawn="1"/>
        </p:nvSpPr>
        <p:spPr>
          <a:xfrm>
            <a:off x="5147380" y="487793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5" name="object 12">
            <a:extLst>
              <a:ext uri="{FF2B5EF4-FFF2-40B4-BE49-F238E27FC236}">
                <a16:creationId xmlns:a16="http://schemas.microsoft.com/office/drawing/2014/main" id="{1FF09462-3BA9-4C7E-A3D9-36C7C79AE645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6" name="object 13">
            <a:extLst>
              <a:ext uri="{FF2B5EF4-FFF2-40B4-BE49-F238E27FC236}">
                <a16:creationId xmlns:a16="http://schemas.microsoft.com/office/drawing/2014/main" id="{FEBBB93D-5A1C-44E0-9331-6016EB29B6FF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7" name="object 14">
            <a:extLst>
              <a:ext uri="{FF2B5EF4-FFF2-40B4-BE49-F238E27FC236}">
                <a16:creationId xmlns:a16="http://schemas.microsoft.com/office/drawing/2014/main" id="{5F137981-A4CD-45F0-9AA1-CCBBE8306D68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8" name="object 15">
            <a:extLst>
              <a:ext uri="{FF2B5EF4-FFF2-40B4-BE49-F238E27FC236}">
                <a16:creationId xmlns:a16="http://schemas.microsoft.com/office/drawing/2014/main" id="{A7BCFF4A-3A87-43D7-A7D9-A6FA64AC0F08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9" name="object 16">
            <a:extLst>
              <a:ext uri="{FF2B5EF4-FFF2-40B4-BE49-F238E27FC236}">
                <a16:creationId xmlns:a16="http://schemas.microsoft.com/office/drawing/2014/main" id="{8D292F96-8782-462C-8A07-10584846A2CD}"/>
              </a:ext>
            </a:extLst>
          </p:cNvPr>
          <p:cNvSpPr/>
          <p:nvPr userDrawn="1"/>
        </p:nvSpPr>
        <p:spPr>
          <a:xfrm>
            <a:off x="5147383" y="5851042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5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0" name="object 17">
            <a:extLst>
              <a:ext uri="{FF2B5EF4-FFF2-40B4-BE49-F238E27FC236}">
                <a16:creationId xmlns:a16="http://schemas.microsoft.com/office/drawing/2014/main" id="{169F8950-E386-406E-B72C-4E8679C02625}"/>
              </a:ext>
            </a:extLst>
          </p:cNvPr>
          <p:cNvSpPr/>
          <p:nvPr userDrawn="1"/>
        </p:nvSpPr>
        <p:spPr>
          <a:xfrm>
            <a:off x="5147383" y="4530391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1" name="object 18">
            <a:extLst>
              <a:ext uri="{FF2B5EF4-FFF2-40B4-BE49-F238E27FC236}">
                <a16:creationId xmlns:a16="http://schemas.microsoft.com/office/drawing/2014/main" id="{BF9E2035-8220-48E9-9883-E2035E9401BB}"/>
              </a:ext>
            </a:extLst>
          </p:cNvPr>
          <p:cNvSpPr/>
          <p:nvPr userDrawn="1"/>
        </p:nvSpPr>
        <p:spPr>
          <a:xfrm>
            <a:off x="5147383" y="5179134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2" name="object 19">
            <a:extLst>
              <a:ext uri="{FF2B5EF4-FFF2-40B4-BE49-F238E27FC236}">
                <a16:creationId xmlns:a16="http://schemas.microsoft.com/office/drawing/2014/main" id="{F0B9024F-172F-42A7-9B5B-70C49921FBBE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3" name="object 20">
            <a:extLst>
              <a:ext uri="{FF2B5EF4-FFF2-40B4-BE49-F238E27FC236}">
                <a16:creationId xmlns:a16="http://schemas.microsoft.com/office/drawing/2014/main" id="{2D956D51-E3CB-437E-B8E1-31644542C558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4" name="object 21">
            <a:extLst>
              <a:ext uri="{FF2B5EF4-FFF2-40B4-BE49-F238E27FC236}">
                <a16:creationId xmlns:a16="http://schemas.microsoft.com/office/drawing/2014/main" id="{72F22BD7-43A4-46CE-9309-1913B8229B96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5" name="object 22">
            <a:extLst>
              <a:ext uri="{FF2B5EF4-FFF2-40B4-BE49-F238E27FC236}">
                <a16:creationId xmlns:a16="http://schemas.microsoft.com/office/drawing/2014/main" id="{3EFDB32E-A823-4F47-857F-C041BABD66FA}"/>
              </a:ext>
            </a:extLst>
          </p:cNvPr>
          <p:cNvSpPr/>
          <p:nvPr userDrawn="1"/>
        </p:nvSpPr>
        <p:spPr>
          <a:xfrm>
            <a:off x="5150935" y="2912662"/>
            <a:ext cx="3406775" cy="3933825"/>
          </a:xfrm>
          <a:custGeom>
            <a:avLst/>
            <a:gdLst/>
            <a:ahLst/>
            <a:cxnLst/>
            <a:rect l="l" t="t" r="r" b="b"/>
            <a:pathLst>
              <a:path w="3406775" h="3933825">
                <a:moveTo>
                  <a:pt x="3406591" y="2950188"/>
                </a:moveTo>
                <a:lnTo>
                  <a:pt x="3406591" y="983389"/>
                </a:lnTo>
                <a:lnTo>
                  <a:pt x="1703284" y="0"/>
                </a:lnTo>
                <a:lnTo>
                  <a:pt x="0" y="983389"/>
                </a:lnTo>
                <a:lnTo>
                  <a:pt x="0" y="2950188"/>
                </a:lnTo>
                <a:lnTo>
                  <a:pt x="1703284" y="3933588"/>
                </a:lnTo>
                <a:lnTo>
                  <a:pt x="3406591" y="2950188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6" name="object 23">
            <a:extLst>
              <a:ext uri="{FF2B5EF4-FFF2-40B4-BE49-F238E27FC236}">
                <a16:creationId xmlns:a16="http://schemas.microsoft.com/office/drawing/2014/main" id="{4435C06B-E9EF-48FD-AAAA-505B41BA5254}"/>
              </a:ext>
            </a:extLst>
          </p:cNvPr>
          <p:cNvSpPr/>
          <p:nvPr userDrawn="1"/>
        </p:nvSpPr>
        <p:spPr>
          <a:xfrm>
            <a:off x="6855283" y="4866250"/>
            <a:ext cx="0" cy="1974214"/>
          </a:xfrm>
          <a:custGeom>
            <a:avLst/>
            <a:gdLst/>
            <a:ahLst/>
            <a:cxnLst/>
            <a:rect l="l" t="t" r="r" b="b"/>
            <a:pathLst>
              <a:path h="1974215">
                <a:moveTo>
                  <a:pt x="0" y="0"/>
                </a:moveTo>
                <a:lnTo>
                  <a:pt x="0" y="1973636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7" name="Marcador de texto 49">
            <a:extLst>
              <a:ext uri="{FF2B5EF4-FFF2-40B4-BE49-F238E27FC236}">
                <a16:creationId xmlns:a16="http://schemas.microsoft.com/office/drawing/2014/main" id="{3F5E93B8-6609-4939-9667-85EA33BDAE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91477" y="8683496"/>
            <a:ext cx="5303905" cy="943706"/>
          </a:xfrm>
        </p:spPr>
        <p:txBody>
          <a:bodyPr/>
          <a:lstStyle>
            <a:lvl1pPr marL="0" indent="0" algn="ctr">
              <a:buNone/>
              <a:defRPr lang="es-ES" sz="5150" kern="1200" spc="15" dirty="0" smtClean="0">
                <a:solidFill>
                  <a:schemeClr val="tx1"/>
                </a:solidFill>
                <a:latin typeface="GT America"/>
                <a:ea typeface="+mn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13301145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0">
            <a:extLst>
              <a:ext uri="{FF2B5EF4-FFF2-40B4-BE49-F238E27FC236}">
                <a16:creationId xmlns:a16="http://schemas.microsoft.com/office/drawing/2014/main" id="{B52D28F9-F37F-4DF5-A2D1-AA68FCF34B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3445" y="2608154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14" name="Marcador de texto 10">
            <a:extLst>
              <a:ext uri="{FF2B5EF4-FFF2-40B4-BE49-F238E27FC236}">
                <a16:creationId xmlns:a16="http://schemas.microsoft.com/office/drawing/2014/main" id="{57789202-1793-4245-AFD0-7A37AFAF3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3445" y="379188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1648929-BBD8-40CA-8CD6-942223EF4E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04943" y="2608154"/>
            <a:ext cx="11405712" cy="844213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12466025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n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CF257359-2D6D-40A7-8F82-0026A8879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16753" y="249966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09945D95-5FFD-4D6F-9731-F98E668737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6753" y="3683396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19777898-8777-4729-86D3-6D903457F0B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54100" y="2500313"/>
            <a:ext cx="5408693" cy="8596312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CO"/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46A6B06E-DCFC-4C61-B35C-2FF747EFBE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6753" y="5312617"/>
            <a:ext cx="11405712" cy="57188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29956608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ofesor a la izqui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CF257359-2D6D-40A7-8F82-0026A8879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16753" y="249966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09945D95-5FFD-4D6F-9731-F98E668737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6753" y="3683396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46A6B06E-DCFC-4C61-B35C-2FF747EFBE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6753" y="5312617"/>
            <a:ext cx="11405712" cy="57188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38643645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ofesor a la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CF257359-2D6D-40A7-8F82-0026A8879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3445" y="240667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09945D95-5FFD-4D6F-9731-F98E668737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3445" y="3590406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46A6B06E-DCFC-4C61-B35C-2FF747EFBE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3445" y="5219627"/>
            <a:ext cx="11405712" cy="57188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368168732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7059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82157" y="631194"/>
            <a:ext cx="17339786" cy="2291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2157" y="3155965"/>
            <a:ext cx="17339786" cy="7522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82157" y="10988247"/>
            <a:ext cx="4523423" cy="6311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469C3E-277C-4E1F-A249-5B730364B4FA}" type="datetimeFigureOut">
              <a:rPr lang="es-CO" smtClean="0"/>
              <a:t>18/09/25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659483" y="10988247"/>
            <a:ext cx="6785134" cy="6311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198520" y="10988247"/>
            <a:ext cx="4523423" cy="6311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71958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  <p:sldLayoutId id="2147483713" r:id="rId19"/>
    <p:sldLayoutId id="2147483693" r:id="rId20"/>
    <p:sldLayoutId id="2147483686" r:id="rId21"/>
    <p:sldLayoutId id="2147483687" r:id="rId22"/>
    <p:sldLayoutId id="2147483689" r:id="rId23"/>
    <p:sldLayoutId id="2147483688" r:id="rId24"/>
    <p:sldLayoutId id="2147483690" r:id="rId25"/>
    <p:sldLayoutId id="2147483691" r:id="rId26"/>
    <p:sldLayoutId id="2147483692" r:id="rId27"/>
    <p:sldLayoutId id="2147483714" r:id="rId28"/>
  </p:sldLayoutIdLst>
  <p:txStyles>
    <p:titleStyle>
      <a:lvl1pPr algn="l" defTabSz="1507846" rtl="0" eaLnBrk="1" latinLnBrk="0" hangingPunct="1">
        <a:lnSpc>
          <a:spcPct val="90000"/>
        </a:lnSpc>
        <a:spcBef>
          <a:spcPct val="0"/>
        </a:spcBef>
        <a:buNone/>
        <a:defRPr sz="72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6961" indent="-376961" algn="l" defTabSz="1507846" rtl="0" eaLnBrk="1" latinLnBrk="0" hangingPunct="1">
        <a:lnSpc>
          <a:spcPct val="90000"/>
        </a:lnSpc>
        <a:spcBef>
          <a:spcPts val="1649"/>
        </a:spcBef>
        <a:buFont typeface="Arial" panose="020B0604020202020204" pitchFamily="34" charset="0"/>
        <a:buChar char="•"/>
        <a:defRPr sz="4617" kern="1200">
          <a:solidFill>
            <a:schemeClr val="tx1"/>
          </a:solidFill>
          <a:latin typeface="+mn-lt"/>
          <a:ea typeface="+mn-ea"/>
          <a:cs typeface="+mn-cs"/>
        </a:defRPr>
      </a:lvl1pPr>
      <a:lvl2pPr marL="1130884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3958" kern="1200">
          <a:solidFill>
            <a:schemeClr val="tx1"/>
          </a:solidFill>
          <a:latin typeface="+mn-lt"/>
          <a:ea typeface="+mn-ea"/>
          <a:cs typeface="+mn-cs"/>
        </a:defRPr>
      </a:lvl2pPr>
      <a:lvl3pPr marL="1884807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3298" kern="1200">
          <a:solidFill>
            <a:schemeClr val="tx1"/>
          </a:solidFill>
          <a:latin typeface="+mn-lt"/>
          <a:ea typeface="+mn-ea"/>
          <a:cs typeface="+mn-cs"/>
        </a:defRPr>
      </a:lvl3pPr>
      <a:lvl4pPr marL="2638730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4pPr>
      <a:lvl5pPr marL="3392653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5pPr>
      <a:lvl6pPr marL="4146575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6pPr>
      <a:lvl7pPr marL="4900498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7pPr>
      <a:lvl8pPr marL="5654421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8pPr>
      <a:lvl9pPr marL="6408344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1pPr>
      <a:lvl2pPr marL="753923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2pPr>
      <a:lvl3pPr marL="1507846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3pPr>
      <a:lvl4pPr marL="2261768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4pPr>
      <a:lvl5pPr marL="3015691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5pPr>
      <a:lvl6pPr marL="3769614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6pPr>
      <a:lvl7pPr marL="4523537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7pPr>
      <a:lvl8pPr marL="5277460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8pPr>
      <a:lvl9pPr marL="6031382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5E50992-41E3-B944-B348-48647978B8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861289" y="3854844"/>
            <a:ext cx="8207296" cy="1284526"/>
          </a:xfrm>
        </p:spPr>
        <p:txBody>
          <a:bodyPr>
            <a:normAutofit fontScale="77500" lnSpcReduction="20000"/>
          </a:bodyPr>
          <a:lstStyle/>
          <a:p>
            <a:r>
              <a:rPr lang="es-CO" sz="4000" dirty="0"/>
              <a:t>Cuaderno de Trabajo 7 </a:t>
            </a:r>
          </a:p>
          <a:p>
            <a:r>
              <a:rPr lang="es-CO" sz="4000" dirty="0"/>
              <a:t>Patrones de diseño para facilitar la modificación</a:t>
            </a:r>
          </a:p>
        </p:txBody>
      </p:sp>
      <p:sp>
        <p:nvSpPr>
          <p:cNvPr id="3" name="Marcador de texto 1">
            <a:extLst>
              <a:ext uri="{FF2B5EF4-FFF2-40B4-BE49-F238E27FC236}">
                <a16:creationId xmlns:a16="http://schemas.microsoft.com/office/drawing/2014/main" id="{2D598DFA-329B-2E42-B0CD-A299535D3FF7}"/>
              </a:ext>
            </a:extLst>
          </p:cNvPr>
          <p:cNvSpPr txBox="1">
            <a:spLocks/>
          </p:cNvSpPr>
          <p:nvPr/>
        </p:nvSpPr>
        <p:spPr>
          <a:xfrm>
            <a:off x="10447866" y="6716081"/>
            <a:ext cx="9443633" cy="169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1507846" rtl="0" eaLnBrk="1" latinLnBrk="0" hangingPunct="1">
              <a:lnSpc>
                <a:spcPct val="90000"/>
              </a:lnSpc>
              <a:spcBef>
                <a:spcPts val="1649"/>
              </a:spcBef>
              <a:buFont typeface="Arial" panose="020B0604020202020204" pitchFamily="34" charset="0"/>
              <a:buNone/>
              <a:defRPr lang="es-ES" sz="5150" kern="1200" spc="15" dirty="0" smtClean="0">
                <a:solidFill>
                  <a:srgbClr val="FFFFFF"/>
                </a:solidFill>
                <a:latin typeface="GT America"/>
                <a:ea typeface="+mn-ea"/>
                <a:cs typeface="GT America"/>
              </a:defRPr>
            </a:lvl1pPr>
            <a:lvl2pPr marL="1130884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39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84807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32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38730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92653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146575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498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54421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408344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3600" dirty="0"/>
              <a:t>Principios de diseño y arquitectura de software</a:t>
            </a:r>
          </a:p>
          <a:p>
            <a:r>
              <a:rPr lang="es-CO" sz="3600" dirty="0"/>
              <a:t>Módulo 7</a:t>
            </a:r>
          </a:p>
        </p:txBody>
      </p:sp>
    </p:spTree>
    <p:extLst>
      <p:ext uri="{BB962C8B-B14F-4D97-AF65-F5344CB8AC3E}">
        <p14:creationId xmlns:p14="http://schemas.microsoft.com/office/powerpoint/2010/main" val="2908288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riangle 36">
            <a:extLst>
              <a:ext uri="{FF2B5EF4-FFF2-40B4-BE49-F238E27FC236}">
                <a16:creationId xmlns:a16="http://schemas.microsoft.com/office/drawing/2014/main" id="{3FCA2B96-8A3D-E242-A5E3-D4E41B6FDAA1}"/>
              </a:ext>
            </a:extLst>
          </p:cNvPr>
          <p:cNvSpPr/>
          <p:nvPr/>
        </p:nvSpPr>
        <p:spPr>
          <a:xfrm>
            <a:off x="3398809" y="0"/>
            <a:ext cx="16705292" cy="11855450"/>
          </a:xfrm>
          <a:prstGeom prst="triangle">
            <a:avLst>
              <a:gd name="adj" fmla="val 9961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3082241-1E6D-2F45-A434-4397FC7D8E66}"/>
              </a:ext>
            </a:extLst>
          </p:cNvPr>
          <p:cNvSpPr txBox="1"/>
          <p:nvPr/>
        </p:nvSpPr>
        <p:spPr>
          <a:xfrm>
            <a:off x="8275723" y="8708318"/>
            <a:ext cx="11213548" cy="23083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CO" sz="3600" dirty="0">
                <a:solidFill>
                  <a:schemeClr val="bg1"/>
                </a:solidFill>
              </a:rPr>
              <a:t>Objetivo:</a:t>
            </a:r>
          </a:p>
          <a:p>
            <a:endParaRPr lang="en-CO" sz="3600" dirty="0">
              <a:solidFill>
                <a:schemeClr val="bg1"/>
              </a:solidFill>
            </a:endParaRPr>
          </a:p>
          <a:p>
            <a:r>
              <a:rPr lang="en-CO" sz="3600" dirty="0">
                <a:solidFill>
                  <a:schemeClr val="bg1"/>
                </a:solidFill>
              </a:rPr>
              <a:t>Aplicar tácticas y patrones de diseño para facilitar la </a:t>
            </a:r>
            <a:r>
              <a:rPr lang="en-CO" sz="3600">
                <a:solidFill>
                  <a:schemeClr val="bg1"/>
                </a:solidFill>
              </a:rPr>
              <a:t>modificación del software</a:t>
            </a:r>
            <a:endParaRPr lang="en-CO" sz="3600">
              <a:solidFill>
                <a:schemeClr val="bg1"/>
              </a:solidFill>
              <a:cs typeface="Arial"/>
            </a:endParaRPr>
          </a:p>
        </p:txBody>
      </p:sp>
      <p:pic>
        <p:nvPicPr>
          <p:cNvPr id="5" name="Picture 4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77AE483E-9E3D-7649-B04D-AD58A2C8E1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361624">
            <a:off x="992964" y="3100976"/>
            <a:ext cx="11008897" cy="2298561"/>
          </a:xfrm>
          <a:prstGeom prst="rect">
            <a:avLst/>
          </a:prstGeom>
        </p:spPr>
      </p:pic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id="{BD05EAED-00B2-8746-BF8F-8534521CBE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329809">
            <a:off x="10422889" y="1594563"/>
            <a:ext cx="5842000" cy="1841500"/>
          </a:xfrm>
          <a:prstGeom prst="rect">
            <a:avLst/>
          </a:prstGeom>
        </p:spPr>
      </p:pic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7428F244-8713-834C-BEA6-ED3C25BE69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362160">
            <a:off x="6317347" y="5156932"/>
            <a:ext cx="5270500" cy="1727200"/>
          </a:xfrm>
          <a:prstGeom prst="rect">
            <a:avLst/>
          </a:prstGeom>
        </p:spPr>
      </p:pic>
      <p:pic>
        <p:nvPicPr>
          <p:cNvPr id="8" name="Picture 7" descr="A picture containing drawing&#10;&#10;Description automatically generated">
            <a:extLst>
              <a:ext uri="{FF2B5EF4-FFF2-40B4-BE49-F238E27FC236}">
                <a16:creationId xmlns:a16="http://schemas.microsoft.com/office/drawing/2014/main" id="{4AE2E44F-E41B-E243-99F1-21A66288FE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352885">
            <a:off x="1884601" y="8410092"/>
            <a:ext cx="54991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090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entagon 35">
            <a:extLst>
              <a:ext uri="{FF2B5EF4-FFF2-40B4-BE49-F238E27FC236}">
                <a16:creationId xmlns:a16="http://schemas.microsoft.com/office/drawing/2014/main" id="{846DF9A9-623E-B94B-ABFB-55F40F134C51}"/>
              </a:ext>
            </a:extLst>
          </p:cNvPr>
          <p:cNvSpPr/>
          <p:nvPr/>
        </p:nvSpPr>
        <p:spPr>
          <a:xfrm>
            <a:off x="968334" y="819883"/>
            <a:ext cx="15855351" cy="1293286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  <a:lumOff val="2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O" sz="4400" dirty="0"/>
              <a:t>Instrucciones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306D19-67FB-F64C-8F91-4A22F32D7DCB}"/>
              </a:ext>
            </a:extLst>
          </p:cNvPr>
          <p:cNvSpPr txBox="1"/>
          <p:nvPr/>
        </p:nvSpPr>
        <p:spPr>
          <a:xfrm>
            <a:off x="1172444" y="3465322"/>
            <a:ext cx="16397099" cy="659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s-ES" sz="2800" dirty="0">
                <a:solidFill>
                  <a:schemeClr val="accent1"/>
                </a:solidFill>
              </a:rPr>
              <a:t>A partir de los modelos diseñados en la hoja de trabajo 6 y el patrón MVVM visto en el módulo anterior:</a:t>
            </a:r>
          </a:p>
          <a:p>
            <a:pPr marL="971550" lvl="1" indent="-514350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AutoNum type="alphaLcParenR"/>
            </a:pPr>
            <a:r>
              <a:rPr lang="es-ES" sz="2800">
                <a:solidFill>
                  <a:schemeClr val="accent1"/>
                </a:solidFill>
              </a:rPr>
              <a:t>Modifique </a:t>
            </a:r>
            <a:r>
              <a:rPr lang="es-ES" sz="2800" dirty="0">
                <a:solidFill>
                  <a:schemeClr val="accent1"/>
                </a:solidFill>
              </a:rPr>
              <a:t>un modelo donde pueda proponer un ejemplo en el que haya una relación entre el patrón MVVM y un patrón de diseño detallado </a:t>
            </a:r>
            <a:r>
              <a:rPr lang="es-ES" sz="2800" dirty="0" err="1">
                <a:solidFill>
                  <a:schemeClr val="accent1"/>
                </a:solidFill>
              </a:rPr>
              <a:t>GoF</a:t>
            </a:r>
            <a:r>
              <a:rPr lang="es-ES" sz="2800" dirty="0">
                <a:solidFill>
                  <a:schemeClr val="accent1"/>
                </a:solidFill>
              </a:rPr>
              <a:t>.  Explique el razonamiento de su diseño.</a:t>
            </a:r>
          </a:p>
          <a:p>
            <a:pPr marL="971550" lvl="1" indent="-514350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FontTx/>
              <a:buAutoNum type="alphaLcParenR"/>
            </a:pPr>
            <a:r>
              <a:rPr lang="es-ES" sz="2800" dirty="0">
                <a:solidFill>
                  <a:schemeClr val="accent1"/>
                </a:solidFill>
              </a:rPr>
              <a:t>Modifique un modelo donde pueda proponer un ejemplo en el que haya una relación entre el patrón MVVM y un patrón de diseño detallado GRASP. Explique el razonamiento de su diseño.</a:t>
            </a:r>
          </a:p>
          <a:p>
            <a:pPr marL="971550" lvl="1" indent="-514350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FontTx/>
              <a:buAutoNum type="alphaLcParenR"/>
            </a:pPr>
            <a:r>
              <a:rPr lang="es-ES" sz="2800" dirty="0">
                <a:solidFill>
                  <a:schemeClr val="accent1"/>
                </a:solidFill>
              </a:rPr>
              <a:t>Modifique un modelo donde pueda proponer un ejemplo en el que haya una relación entre el patrón MVVM y un patrón de diseño detallado SOLID. Explique el razonamiento de su diseño.</a:t>
            </a:r>
          </a:p>
          <a:p>
            <a:pPr marL="971550" lvl="1" indent="-514350">
              <a:lnSpc>
                <a:spcPct val="150000"/>
              </a:lnSpc>
              <a:spcBef>
                <a:spcPts val="600"/>
              </a:spcBef>
              <a:buFont typeface="+mj-lt"/>
              <a:buAutoNum type="alphaLcParenR"/>
            </a:pPr>
            <a:endParaRPr lang="en-CO" sz="2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9939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3C820-8908-D0ED-5AF9-9C503FA80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picture containing clock&#10;&#10;Description automatically generated">
            <a:extLst>
              <a:ext uri="{FF2B5EF4-FFF2-40B4-BE49-F238E27FC236}">
                <a16:creationId xmlns:a16="http://schemas.microsoft.com/office/drawing/2014/main" id="{28710B62-53F9-17BA-FDD7-743A9D863D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7536" y="169019"/>
            <a:ext cx="1550902" cy="1550902"/>
          </a:xfrm>
          <a:prstGeom prst="rect">
            <a:avLst/>
          </a:prstGeom>
        </p:spPr>
      </p:pic>
      <p:sp>
        <p:nvSpPr>
          <p:cNvPr id="104" name="Pentagon 103">
            <a:extLst>
              <a:ext uri="{FF2B5EF4-FFF2-40B4-BE49-F238E27FC236}">
                <a16:creationId xmlns:a16="http://schemas.microsoft.com/office/drawing/2014/main" id="{F68E77F1-28E2-B76E-1479-CFE3CC444BAF}"/>
              </a:ext>
            </a:extLst>
          </p:cNvPr>
          <p:cNvSpPr/>
          <p:nvPr/>
        </p:nvSpPr>
        <p:spPr>
          <a:xfrm>
            <a:off x="674914" y="382772"/>
            <a:ext cx="17003486" cy="1550902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  <a:lumOff val="2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  <a:spcBef>
                <a:spcPts val="600"/>
              </a:spcBef>
            </a:pPr>
            <a:r>
              <a:rPr lang="es-ES" sz="2400" dirty="0">
                <a:solidFill>
                  <a:schemeClr val="bg1"/>
                </a:solidFill>
              </a:rPr>
              <a:t>Modifique un modelo donde pueda proponer un ejemplo en el que haya una relación entre el patrón MVVM y un patrón de diseño detallado </a:t>
            </a:r>
            <a:r>
              <a:rPr lang="es-ES" sz="2400" dirty="0" err="1">
                <a:solidFill>
                  <a:schemeClr val="bg1"/>
                </a:solidFill>
              </a:rPr>
              <a:t>GoF</a:t>
            </a:r>
            <a:r>
              <a:rPr lang="es-ES" sz="2400" dirty="0">
                <a:solidFill>
                  <a:schemeClr val="bg1"/>
                </a:solidFill>
              </a:rPr>
              <a:t>. Explique el razonamiento de su diseño.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F8E2F5-EDAF-D78E-842F-A94E51563B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914" y="2292526"/>
            <a:ext cx="18421815" cy="918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583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picture containing clock&#10;&#10;Description automatically generated">
            <a:extLst>
              <a:ext uri="{FF2B5EF4-FFF2-40B4-BE49-F238E27FC236}">
                <a16:creationId xmlns:a16="http://schemas.microsoft.com/office/drawing/2014/main" id="{08993EA5-4301-964F-9A92-263EFB993F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7536" y="169019"/>
            <a:ext cx="1550902" cy="1550902"/>
          </a:xfrm>
          <a:prstGeom prst="rect">
            <a:avLst/>
          </a:prstGeom>
        </p:spPr>
      </p:pic>
      <p:sp>
        <p:nvSpPr>
          <p:cNvPr id="104" name="Pentagon 103">
            <a:extLst>
              <a:ext uri="{FF2B5EF4-FFF2-40B4-BE49-F238E27FC236}">
                <a16:creationId xmlns:a16="http://schemas.microsoft.com/office/drawing/2014/main" id="{82D6CAAB-6CC9-A64B-B333-02B3D135DD61}"/>
              </a:ext>
            </a:extLst>
          </p:cNvPr>
          <p:cNvSpPr/>
          <p:nvPr/>
        </p:nvSpPr>
        <p:spPr>
          <a:xfrm>
            <a:off x="674914" y="382772"/>
            <a:ext cx="17003486" cy="1550902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  <a:lumOff val="2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  <a:spcBef>
                <a:spcPts val="600"/>
              </a:spcBef>
            </a:pPr>
            <a:r>
              <a:rPr lang="es-ES" sz="2400" dirty="0">
                <a:solidFill>
                  <a:schemeClr val="bg1"/>
                </a:solidFill>
              </a:rPr>
              <a:t>Modifique un modelo donde pueda proponer un ejemplo en el que haya una relación entre el patrón MVVM y un patrón de diseño detallado </a:t>
            </a:r>
            <a:r>
              <a:rPr lang="es-ES" sz="2400" dirty="0" err="1">
                <a:solidFill>
                  <a:schemeClr val="bg1"/>
                </a:solidFill>
              </a:rPr>
              <a:t>GoF</a:t>
            </a:r>
            <a:r>
              <a:rPr lang="es-ES" sz="2400" dirty="0">
                <a:solidFill>
                  <a:schemeClr val="bg1"/>
                </a:solidFill>
              </a:rPr>
              <a:t>. Explique el razonamiento de su diseño.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D0CA5B-BE42-DA85-2CBB-78C7B69122A7}"/>
              </a:ext>
            </a:extLst>
          </p:cNvPr>
          <p:cNvSpPr txBox="1"/>
          <p:nvPr/>
        </p:nvSpPr>
        <p:spPr>
          <a:xfrm>
            <a:off x="11172426" y="3424848"/>
            <a:ext cx="57140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O" sz="4000" b="1" i="1" dirty="0"/>
              <a:t>MVVM – GoF Mediator.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F0843A-0E29-46E8-2C46-8E0C8AB353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9" y="4132734"/>
            <a:ext cx="10019411" cy="49929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E27730-655D-22F6-C724-E5EFFE53FD06}"/>
              </a:ext>
            </a:extLst>
          </p:cNvPr>
          <p:cNvSpPr txBox="1"/>
          <p:nvPr/>
        </p:nvSpPr>
        <p:spPr>
          <a:xfrm>
            <a:off x="10241280" y="4480559"/>
            <a:ext cx="9447158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O" sz="2400" dirty="0"/>
              <a:t>Al interno de la app móvil, se contempla un patrón MVVM representado bajo un </a:t>
            </a:r>
            <a:r>
              <a:rPr lang="en-US" sz="2400" dirty="0"/>
              <a:t>d</a:t>
            </a:r>
            <a:r>
              <a:rPr lang="en-CO" sz="2400" dirty="0"/>
              <a:t>iagrama de clases. </a:t>
            </a:r>
          </a:p>
          <a:p>
            <a:pPr marL="285750" indent="-285750">
              <a:buFontTx/>
              <a:buChar char="-"/>
            </a:pPr>
            <a:r>
              <a:rPr lang="en-CO" sz="2400" dirty="0"/>
              <a:t>Vista: La vista de pedidos realizados por un cliente. </a:t>
            </a:r>
          </a:p>
          <a:p>
            <a:pPr marL="285750" indent="-285750">
              <a:buFontTx/>
              <a:buChar char="-"/>
            </a:pPr>
            <a:r>
              <a:rPr lang="en-CO" sz="2400" dirty="0"/>
              <a:t>VistaModelo: Binding que realiza el framework escogido para el desarrollo de </a:t>
            </a:r>
            <a:r>
              <a:rPr lang="en-US" sz="2400" dirty="0"/>
              <a:t>la app </a:t>
            </a:r>
            <a:r>
              <a:rPr lang="en-US" sz="2400" dirty="0" err="1"/>
              <a:t>móvil</a:t>
            </a:r>
            <a:r>
              <a:rPr lang="en-US" sz="2400" dirty="0"/>
              <a:t>. </a:t>
            </a:r>
          </a:p>
          <a:p>
            <a:pPr marL="342900" indent="-342900">
              <a:buFontTx/>
              <a:buChar char="-"/>
            </a:pPr>
            <a:r>
              <a:rPr lang="en-US" sz="2400" dirty="0" err="1"/>
              <a:t>Modelo</a:t>
            </a:r>
            <a:r>
              <a:rPr lang="en-US" sz="2400" dirty="0"/>
              <a:t>: El </a:t>
            </a:r>
            <a:r>
              <a:rPr lang="en-US" sz="2400" dirty="0" err="1"/>
              <a:t>medidador</a:t>
            </a:r>
            <a:r>
              <a:rPr lang="en-US" sz="2400" dirty="0"/>
              <a:t> de </a:t>
            </a:r>
            <a:r>
              <a:rPr lang="en-US" sz="2400" dirty="0" err="1"/>
              <a:t>pedidos</a:t>
            </a:r>
            <a:r>
              <a:rPr lang="en-US" sz="2400" dirty="0"/>
              <a:t>, que se </a:t>
            </a:r>
            <a:r>
              <a:rPr lang="en-US" sz="2400" dirty="0" err="1"/>
              <a:t>encarga</a:t>
            </a:r>
            <a:r>
              <a:rPr lang="en-US" sz="2400" dirty="0"/>
              <a:t> de </a:t>
            </a:r>
            <a:r>
              <a:rPr lang="en-US" sz="2400" dirty="0" err="1"/>
              <a:t>dar</a:t>
            </a:r>
            <a:r>
              <a:rPr lang="en-US" sz="2400" dirty="0"/>
              <a:t> </a:t>
            </a:r>
            <a:r>
              <a:rPr lang="en-US" sz="2400" dirty="0" err="1"/>
              <a:t>toda</a:t>
            </a:r>
            <a:r>
              <a:rPr lang="en-US" sz="2400" dirty="0"/>
              <a:t> la </a:t>
            </a:r>
            <a:r>
              <a:rPr lang="en-US" sz="2400" dirty="0" err="1"/>
              <a:t>información</a:t>
            </a:r>
            <a:r>
              <a:rPr lang="en-US" sz="2400" dirty="0"/>
              <a:t> </a:t>
            </a:r>
            <a:r>
              <a:rPr lang="en-US" sz="2400" dirty="0" err="1"/>
              <a:t>necesaria</a:t>
            </a:r>
            <a:r>
              <a:rPr lang="en-US" sz="2400" dirty="0"/>
              <a:t> a la vista para </a:t>
            </a:r>
            <a:r>
              <a:rPr lang="en-US" sz="2400" dirty="0" err="1"/>
              <a:t>renderizarla</a:t>
            </a:r>
            <a:r>
              <a:rPr lang="en-US" sz="2400" dirty="0"/>
              <a:t>. </a:t>
            </a:r>
          </a:p>
          <a:p>
            <a:pPr marL="342900" indent="-342900">
              <a:buFontTx/>
              <a:buChar char="-"/>
            </a:pPr>
            <a:endParaRPr lang="en-US" sz="2400" dirty="0"/>
          </a:p>
          <a:p>
            <a:r>
              <a:rPr lang="en-US" sz="2400" dirty="0" err="1"/>
              <a:t>Adicionalmente</a:t>
            </a:r>
            <a:r>
              <a:rPr lang="en-US" sz="2400" dirty="0"/>
              <a:t>, </a:t>
            </a:r>
            <a:r>
              <a:rPr lang="en-US" sz="2400" dirty="0" err="1"/>
              <a:t>en</a:t>
            </a:r>
            <a:r>
              <a:rPr lang="en-US" sz="2400" dirty="0"/>
              <a:t> la </a:t>
            </a:r>
            <a:r>
              <a:rPr lang="en-US" sz="2400" dirty="0" err="1"/>
              <a:t>parte</a:t>
            </a:r>
            <a:r>
              <a:rPr lang="en-US" sz="2400" dirty="0"/>
              <a:t> de </a:t>
            </a:r>
            <a:r>
              <a:rPr lang="en-US" sz="2400" dirty="0" err="1"/>
              <a:t>modelo</a:t>
            </a:r>
            <a:r>
              <a:rPr lang="en-US" sz="2400" dirty="0"/>
              <a:t>, </a:t>
            </a:r>
            <a:r>
              <a:rPr lang="en-US" sz="2400" dirty="0" err="1"/>
              <a:t>contamos</a:t>
            </a:r>
            <a:r>
              <a:rPr lang="en-US" sz="2400" dirty="0"/>
              <a:t> con un patron de </a:t>
            </a:r>
            <a:r>
              <a:rPr lang="en-US" sz="2400" dirty="0" err="1"/>
              <a:t>tipo</a:t>
            </a:r>
            <a:r>
              <a:rPr lang="en-US" sz="2400" dirty="0"/>
              <a:t> </a:t>
            </a:r>
            <a:r>
              <a:rPr lang="en-US" sz="2400" dirty="0" err="1"/>
              <a:t>GoF</a:t>
            </a:r>
            <a:r>
              <a:rPr lang="en-US" sz="2400" dirty="0"/>
              <a:t> </a:t>
            </a:r>
            <a:r>
              <a:rPr lang="en-US" sz="2400" dirty="0" err="1"/>
              <a:t>mediador</a:t>
            </a:r>
            <a:r>
              <a:rPr lang="en-US" sz="2400" dirty="0"/>
              <a:t>, la </a:t>
            </a:r>
            <a:r>
              <a:rPr lang="en-US" sz="2400" dirty="0" err="1"/>
              <a:t>clase</a:t>
            </a:r>
            <a:r>
              <a:rPr lang="en-US" sz="2400" dirty="0"/>
              <a:t> </a:t>
            </a:r>
            <a:r>
              <a:rPr lang="en-US" sz="2400" dirty="0" err="1"/>
              <a:t>PedidosMediador</a:t>
            </a:r>
            <a:r>
              <a:rPr lang="en-US" sz="2400" dirty="0"/>
              <a:t> se </a:t>
            </a:r>
            <a:r>
              <a:rPr lang="en-US" sz="2400" dirty="0" err="1"/>
              <a:t>encarga</a:t>
            </a:r>
            <a:r>
              <a:rPr lang="en-US" sz="2400" dirty="0"/>
              <a:t> de </a:t>
            </a:r>
            <a:r>
              <a:rPr lang="en-US" sz="2400" dirty="0" err="1"/>
              <a:t>coordinar</a:t>
            </a:r>
            <a:r>
              <a:rPr lang="en-US" sz="2400" dirty="0"/>
              <a:t> </a:t>
            </a:r>
            <a:r>
              <a:rPr lang="en-US" sz="2400" dirty="0" err="1"/>
              <a:t>diferentes</a:t>
            </a:r>
            <a:r>
              <a:rPr lang="en-US" sz="2400" dirty="0"/>
              <a:t> </a:t>
            </a:r>
            <a:r>
              <a:rPr lang="en-US" sz="2400" dirty="0" err="1"/>
              <a:t>ServiciosModelos</a:t>
            </a:r>
            <a:r>
              <a:rPr lang="en-US" sz="2400" dirty="0"/>
              <a:t> sin que </a:t>
            </a:r>
            <a:r>
              <a:rPr lang="en-US" sz="2400" dirty="0" err="1"/>
              <a:t>estos</a:t>
            </a:r>
            <a:r>
              <a:rPr lang="en-US" sz="2400" dirty="0"/>
              <a:t> se </a:t>
            </a:r>
            <a:r>
              <a:rPr lang="en-US" sz="2400" dirty="0" err="1"/>
              <a:t>conozcan</a:t>
            </a:r>
            <a:r>
              <a:rPr lang="en-US" sz="2400" dirty="0"/>
              <a:t>, </a:t>
            </a:r>
            <a:r>
              <a:rPr lang="en-US" sz="2400" dirty="0" err="1"/>
              <a:t>promoviendo</a:t>
            </a:r>
            <a:r>
              <a:rPr lang="en-US" sz="2400" dirty="0"/>
              <a:t> un bajo </a:t>
            </a:r>
            <a:r>
              <a:rPr lang="en-US" sz="2400" dirty="0" err="1"/>
              <a:t>acoplamiento</a:t>
            </a:r>
            <a:r>
              <a:rPr lang="en-US" sz="2400" dirty="0"/>
              <a:t> ante </a:t>
            </a:r>
            <a:r>
              <a:rPr lang="en-US" sz="2400" dirty="0" err="1"/>
              <a:t>interacciones</a:t>
            </a:r>
            <a:r>
              <a:rPr lang="en-US" sz="2400" dirty="0"/>
              <a:t> </a:t>
            </a:r>
            <a:r>
              <a:rPr lang="en-US" sz="2400" dirty="0" err="1"/>
              <a:t>complejas</a:t>
            </a:r>
            <a:r>
              <a:rPr lang="en-US" sz="2400" dirty="0"/>
              <a:t>.</a:t>
            </a:r>
          </a:p>
          <a:p>
            <a:r>
              <a:rPr lang="en-US" sz="2400" dirty="0"/>
              <a:t>El </a:t>
            </a:r>
            <a:r>
              <a:rPr lang="en-US" sz="2400" dirty="0" err="1"/>
              <a:t>mediador</a:t>
            </a:r>
            <a:r>
              <a:rPr lang="en-US" sz="2400" dirty="0"/>
              <a:t> </a:t>
            </a:r>
            <a:r>
              <a:rPr lang="en-US" sz="2400" dirty="0" err="1"/>
              <a:t>obtiene</a:t>
            </a:r>
            <a:r>
              <a:rPr lang="en-US" sz="2400" dirty="0"/>
              <a:t> </a:t>
            </a:r>
            <a:r>
              <a:rPr lang="en-US" sz="2400" dirty="0" err="1"/>
              <a:t>información</a:t>
            </a:r>
            <a:r>
              <a:rPr lang="en-US" sz="2400" dirty="0"/>
              <a:t> del </a:t>
            </a:r>
            <a:r>
              <a:rPr lang="en-US" sz="2400" dirty="0" err="1"/>
              <a:t>cliente</a:t>
            </a:r>
            <a:r>
              <a:rPr lang="en-US" sz="2400" dirty="0"/>
              <a:t>, </a:t>
            </a:r>
            <a:r>
              <a:rPr lang="en-US" sz="2400" dirty="0" err="1"/>
              <a:t>ruta</a:t>
            </a:r>
            <a:r>
              <a:rPr lang="en-US" sz="2400" dirty="0"/>
              <a:t>, </a:t>
            </a:r>
            <a:r>
              <a:rPr lang="en-US" sz="2400" dirty="0" err="1"/>
              <a:t>transporte</a:t>
            </a:r>
            <a:r>
              <a:rPr lang="en-US" sz="2400" dirty="0"/>
              <a:t>, </a:t>
            </a:r>
            <a:r>
              <a:rPr lang="en-US" sz="2400" dirty="0" err="1"/>
              <a:t>método</a:t>
            </a:r>
            <a:r>
              <a:rPr lang="en-US" sz="2400" dirty="0"/>
              <a:t> de </a:t>
            </a:r>
            <a:r>
              <a:rPr lang="en-US" sz="2400" dirty="0" err="1"/>
              <a:t>pago</a:t>
            </a:r>
            <a:r>
              <a:rPr lang="en-US" sz="2400" dirty="0"/>
              <a:t> </a:t>
            </a:r>
            <a:r>
              <a:rPr lang="en-US" sz="2400" dirty="0" err="1"/>
              <a:t>usado</a:t>
            </a:r>
            <a:r>
              <a:rPr lang="en-US" sz="2400" dirty="0"/>
              <a:t> y del </a:t>
            </a:r>
            <a:r>
              <a:rPr lang="en-US" sz="2400" dirty="0" err="1"/>
              <a:t>mismo</a:t>
            </a:r>
            <a:r>
              <a:rPr lang="en-US" sz="2400" dirty="0"/>
              <a:t> </a:t>
            </a:r>
            <a:r>
              <a:rPr lang="en-US" sz="2400" dirty="0" err="1"/>
              <a:t>pedido</a:t>
            </a:r>
            <a:r>
              <a:rPr lang="en-US" sz="2400" dirty="0"/>
              <a:t>. </a:t>
            </a:r>
          </a:p>
          <a:p>
            <a:r>
              <a:rPr lang="en-US" sz="2400" dirty="0"/>
              <a:t>Las </a:t>
            </a:r>
            <a:r>
              <a:rPr lang="en-US" sz="2400" dirty="0" err="1"/>
              <a:t>clases</a:t>
            </a:r>
            <a:r>
              <a:rPr lang="en-US" sz="2400" dirty="0"/>
              <a:t> de </a:t>
            </a:r>
            <a:r>
              <a:rPr lang="en-US" sz="2400" dirty="0" err="1"/>
              <a:t>ServiciosModelos</a:t>
            </a:r>
            <a:r>
              <a:rPr lang="en-US" sz="2400" dirty="0"/>
              <a:t> </a:t>
            </a:r>
            <a:r>
              <a:rPr lang="en-US" sz="2400" dirty="0" err="1"/>
              <a:t>representan</a:t>
            </a:r>
            <a:r>
              <a:rPr lang="en-US" sz="2400" dirty="0"/>
              <a:t> </a:t>
            </a:r>
            <a:r>
              <a:rPr lang="en-US" sz="2400" dirty="0" err="1"/>
              <a:t>clases</a:t>
            </a:r>
            <a:r>
              <a:rPr lang="en-US" sz="2400" dirty="0"/>
              <a:t> que </a:t>
            </a:r>
            <a:r>
              <a:rPr lang="en-US" sz="2400" dirty="0" err="1"/>
              <a:t>hacen</a:t>
            </a:r>
            <a:r>
              <a:rPr lang="en-US" sz="2400" dirty="0"/>
              <a:t> </a:t>
            </a:r>
            <a:r>
              <a:rPr lang="en-US" sz="2400" dirty="0" err="1"/>
              <a:t>consumos</a:t>
            </a:r>
            <a:r>
              <a:rPr lang="en-US" sz="2400" dirty="0"/>
              <a:t> a </a:t>
            </a:r>
            <a:r>
              <a:rPr lang="en-US" sz="2400" dirty="0" err="1"/>
              <a:t>algún</a:t>
            </a:r>
            <a:r>
              <a:rPr lang="en-US" sz="2400" dirty="0"/>
              <a:t> </a:t>
            </a:r>
            <a:r>
              <a:rPr lang="en-US" sz="2400" dirty="0" err="1"/>
              <a:t>servicio</a:t>
            </a:r>
            <a:r>
              <a:rPr lang="en-US" sz="2400" dirty="0"/>
              <a:t> </a:t>
            </a:r>
            <a:r>
              <a:rPr lang="en-US" sz="2400" dirty="0" err="1"/>
              <a:t>especifico</a:t>
            </a:r>
            <a:r>
              <a:rPr lang="en-US" sz="2400" dirty="0"/>
              <a:t> a </a:t>
            </a:r>
            <a:r>
              <a:rPr lang="en-US" sz="2400" dirty="0" err="1"/>
              <a:t>través</a:t>
            </a:r>
            <a:r>
              <a:rPr lang="en-US" sz="2400" dirty="0"/>
              <a:t> del API Gateway.  </a:t>
            </a:r>
          </a:p>
          <a:p>
            <a:endParaRPr lang="en-CO" sz="2400" dirty="0"/>
          </a:p>
        </p:txBody>
      </p:sp>
    </p:spTree>
    <p:extLst>
      <p:ext uri="{BB962C8B-B14F-4D97-AF65-F5344CB8AC3E}">
        <p14:creationId xmlns:p14="http://schemas.microsoft.com/office/powerpoint/2010/main" val="2139805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picture containing clock&#10;&#10;Description automatically generated">
            <a:extLst>
              <a:ext uri="{FF2B5EF4-FFF2-40B4-BE49-F238E27FC236}">
                <a16:creationId xmlns:a16="http://schemas.microsoft.com/office/drawing/2014/main" id="{08993EA5-4301-964F-9A92-263EFB993F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7536" y="169019"/>
            <a:ext cx="1550902" cy="1550902"/>
          </a:xfrm>
          <a:prstGeom prst="rect">
            <a:avLst/>
          </a:prstGeom>
        </p:spPr>
      </p:pic>
      <p:sp>
        <p:nvSpPr>
          <p:cNvPr id="104" name="Pentagon 103">
            <a:extLst>
              <a:ext uri="{FF2B5EF4-FFF2-40B4-BE49-F238E27FC236}">
                <a16:creationId xmlns:a16="http://schemas.microsoft.com/office/drawing/2014/main" id="{82D6CAAB-6CC9-A64B-B333-02B3D135DD61}"/>
              </a:ext>
            </a:extLst>
          </p:cNvPr>
          <p:cNvSpPr/>
          <p:nvPr/>
        </p:nvSpPr>
        <p:spPr>
          <a:xfrm>
            <a:off x="674914" y="382772"/>
            <a:ext cx="17003486" cy="1550902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  <a:lumOff val="2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  <a:spcBef>
                <a:spcPts val="600"/>
              </a:spcBef>
            </a:pPr>
            <a:r>
              <a:rPr lang="es-ES" sz="2400" dirty="0">
                <a:solidFill>
                  <a:schemeClr val="bg1"/>
                </a:solidFill>
              </a:rPr>
              <a:t>Modifique un modelo donde pueda proponer un ejemplo en el que haya una relación entre el patrón MVVM y un patrón de diseño detallado GRASP. Explique el razonamiento de su diseño.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E9FDC1-4FD9-EC1A-F19C-22CBAE694D0B}"/>
              </a:ext>
            </a:extLst>
          </p:cNvPr>
          <p:cNvSpPr txBox="1"/>
          <p:nvPr/>
        </p:nvSpPr>
        <p:spPr>
          <a:xfrm>
            <a:off x="11172426" y="3424848"/>
            <a:ext cx="77255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O" sz="4000" b="1" i="1" dirty="0"/>
              <a:t>MVVM – GRASP Alta cohesión.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A65A074-2AB4-F2DF-50E2-1147AB2944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77" y="2305837"/>
            <a:ext cx="10497512" cy="91668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036C36F-79B1-F6FE-92D4-D7C8EE792BD9}"/>
              </a:ext>
            </a:extLst>
          </p:cNvPr>
          <p:cNvSpPr txBox="1"/>
          <p:nvPr/>
        </p:nvSpPr>
        <p:spPr>
          <a:xfrm>
            <a:off x="10837889" y="4365871"/>
            <a:ext cx="8850549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O" sz="2400" dirty="0"/>
              <a:t>Al nivel de componentes, se contempla un patrón MVVM representado bajo un </a:t>
            </a:r>
            <a:r>
              <a:rPr lang="en-US" sz="2400" dirty="0"/>
              <a:t>d</a:t>
            </a:r>
            <a:r>
              <a:rPr lang="en-CO" sz="2400" dirty="0"/>
              <a:t>iagrama de componentes.. </a:t>
            </a:r>
          </a:p>
          <a:p>
            <a:pPr marL="285750" indent="-285750">
              <a:buFontTx/>
              <a:buChar char="-"/>
            </a:pPr>
            <a:r>
              <a:rPr lang="en-CO" sz="2400" dirty="0"/>
              <a:t>Vista: La vista de cátalogo de compra en el componente web. </a:t>
            </a:r>
          </a:p>
          <a:p>
            <a:pPr marL="285750" indent="-285750">
              <a:buFontTx/>
              <a:buChar char="-"/>
            </a:pPr>
            <a:r>
              <a:rPr lang="en-CO" sz="2400" dirty="0"/>
              <a:t>VistaModelo: Binding que realiza el framework escogido para el desarrollo de </a:t>
            </a:r>
            <a:r>
              <a:rPr lang="en-US" sz="2400" dirty="0"/>
              <a:t>la web app. </a:t>
            </a:r>
          </a:p>
          <a:p>
            <a:pPr marL="342900" indent="-342900">
              <a:buFontTx/>
              <a:buChar char="-"/>
            </a:pPr>
            <a:r>
              <a:rPr lang="en-US" sz="2400" dirty="0" err="1"/>
              <a:t>Modelo</a:t>
            </a:r>
            <a:r>
              <a:rPr lang="en-US" sz="2400" dirty="0"/>
              <a:t>: El API Gateway y </a:t>
            </a:r>
            <a:r>
              <a:rPr lang="en-US" sz="2400" dirty="0" err="1"/>
              <a:t>su</a:t>
            </a:r>
            <a:r>
              <a:rPr lang="en-US" sz="2400" dirty="0"/>
              <a:t> </a:t>
            </a:r>
            <a:r>
              <a:rPr lang="en-US" sz="2400" dirty="0" err="1"/>
              <a:t>coordinación</a:t>
            </a:r>
            <a:r>
              <a:rPr lang="en-US" sz="2400" dirty="0"/>
              <a:t>/</a:t>
            </a:r>
            <a:r>
              <a:rPr lang="en-US" sz="2400" dirty="0" err="1"/>
              <a:t>redirección</a:t>
            </a:r>
            <a:r>
              <a:rPr lang="en-US" sz="2400" dirty="0"/>
              <a:t> </a:t>
            </a:r>
            <a:r>
              <a:rPr lang="en-US" sz="2400" dirty="0" err="1"/>
              <a:t>hacia</a:t>
            </a:r>
            <a:r>
              <a:rPr lang="en-US" sz="2400" dirty="0"/>
              <a:t>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diferentes</a:t>
            </a:r>
            <a:r>
              <a:rPr lang="en-US" sz="2400" dirty="0"/>
              <a:t> </a:t>
            </a:r>
            <a:r>
              <a:rPr lang="en-US" sz="2400" dirty="0" err="1"/>
              <a:t>servicios</a:t>
            </a:r>
            <a:r>
              <a:rPr lang="en-US" sz="2400" dirty="0"/>
              <a:t>. </a:t>
            </a:r>
          </a:p>
          <a:p>
            <a:r>
              <a:rPr lang="en-US" sz="2400" dirty="0" err="1"/>
              <a:t>Adicionalmente</a:t>
            </a:r>
            <a:r>
              <a:rPr lang="en-US" sz="2400" dirty="0"/>
              <a:t>,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modelo</a:t>
            </a:r>
            <a:r>
              <a:rPr lang="en-US" sz="2400" dirty="0"/>
              <a:t> </a:t>
            </a:r>
            <a:r>
              <a:rPr lang="en-US" sz="2400" dirty="0" err="1"/>
              <a:t>refleja</a:t>
            </a:r>
            <a:r>
              <a:rPr lang="en-US" sz="2400" dirty="0"/>
              <a:t>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patrón</a:t>
            </a:r>
            <a:r>
              <a:rPr lang="en-US" sz="2400" dirty="0"/>
              <a:t> GRASP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donde</a:t>
            </a:r>
            <a:r>
              <a:rPr lang="en-US" sz="2400" dirty="0"/>
              <a:t> </a:t>
            </a:r>
            <a:r>
              <a:rPr lang="en-US" sz="2400" dirty="0" err="1"/>
              <a:t>cada</a:t>
            </a:r>
            <a:r>
              <a:rPr lang="en-US" sz="2400" dirty="0"/>
              <a:t> </a:t>
            </a:r>
            <a:r>
              <a:rPr lang="en-US" sz="2400" dirty="0" err="1"/>
              <a:t>componente</a:t>
            </a:r>
            <a:r>
              <a:rPr lang="en-US" sz="2400" dirty="0"/>
              <a:t> </a:t>
            </a:r>
            <a:r>
              <a:rPr lang="en-US" sz="2400" dirty="0" err="1"/>
              <a:t>tiene</a:t>
            </a:r>
            <a:r>
              <a:rPr lang="en-US" sz="2400" dirty="0"/>
              <a:t> </a:t>
            </a:r>
            <a:r>
              <a:rPr lang="en-US" sz="2400" dirty="0" err="1"/>
              <a:t>una</a:t>
            </a:r>
            <a:r>
              <a:rPr lang="en-US" sz="2400" dirty="0"/>
              <a:t> </a:t>
            </a:r>
            <a:r>
              <a:rPr lang="en-US" sz="2400" dirty="0" err="1"/>
              <a:t>alta</a:t>
            </a:r>
            <a:r>
              <a:rPr lang="en-US" sz="2400" dirty="0"/>
              <a:t> </a:t>
            </a:r>
            <a:r>
              <a:rPr lang="en-US" sz="2400" dirty="0" err="1"/>
              <a:t>cohesión</a:t>
            </a:r>
            <a:r>
              <a:rPr lang="en-US" sz="2400" dirty="0"/>
              <a:t>,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caso</a:t>
            </a:r>
            <a:r>
              <a:rPr lang="en-US" sz="2400" dirty="0"/>
              <a:t> de </a:t>
            </a:r>
            <a:r>
              <a:rPr lang="en-US" sz="2400" dirty="0" err="1"/>
              <a:t>requerir</a:t>
            </a:r>
            <a:r>
              <a:rPr lang="en-US" sz="2400" dirty="0"/>
              <a:t> </a:t>
            </a:r>
            <a:r>
              <a:rPr lang="en-US" sz="2400" dirty="0" err="1"/>
              <a:t>cambios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la vista de </a:t>
            </a:r>
            <a:r>
              <a:rPr lang="en-US" sz="2400" dirty="0" err="1"/>
              <a:t>cátalogo</a:t>
            </a:r>
            <a:r>
              <a:rPr lang="en-US" sz="2400" dirty="0"/>
              <a:t> de </a:t>
            </a:r>
            <a:r>
              <a:rPr lang="en-US" sz="2400" dirty="0" err="1"/>
              <a:t>compra</a:t>
            </a:r>
            <a:r>
              <a:rPr lang="en-US" sz="2400" dirty="0"/>
              <a:t> </a:t>
            </a:r>
            <a:r>
              <a:rPr lang="en-US" sz="2400" dirty="0" err="1"/>
              <a:t>como</a:t>
            </a:r>
            <a:r>
              <a:rPr lang="en-US" sz="2400" dirty="0"/>
              <a:t>: </a:t>
            </a:r>
            <a:r>
              <a:rPr lang="en-US" sz="2400" dirty="0" err="1"/>
              <a:t>mostrar</a:t>
            </a:r>
            <a:r>
              <a:rPr lang="en-US" sz="2400" dirty="0"/>
              <a:t> un campo </a:t>
            </a:r>
            <a:r>
              <a:rPr lang="en-US" sz="2400" dirty="0" err="1"/>
              <a:t>adicional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el</a:t>
            </a:r>
            <a:r>
              <a:rPr lang="en-US" sz="2400" dirty="0"/>
              <a:t> valor de la </a:t>
            </a:r>
            <a:r>
              <a:rPr lang="en-US" sz="2400" dirty="0" err="1"/>
              <a:t>compra</a:t>
            </a:r>
            <a:r>
              <a:rPr lang="en-US" sz="2400" dirty="0"/>
              <a:t>, </a:t>
            </a:r>
            <a:r>
              <a:rPr lang="en-US" sz="2400" dirty="0" err="1"/>
              <a:t>listar</a:t>
            </a:r>
            <a:r>
              <a:rPr lang="en-US" sz="2400" dirty="0"/>
              <a:t>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proveedores</a:t>
            </a:r>
            <a:r>
              <a:rPr lang="en-US" sz="2400" dirty="0"/>
              <a:t> de </a:t>
            </a:r>
            <a:r>
              <a:rPr lang="en-US" sz="2400" dirty="0" err="1"/>
              <a:t>otra</a:t>
            </a:r>
            <a:r>
              <a:rPr lang="en-US" sz="2400" dirty="0"/>
              <a:t> </a:t>
            </a:r>
            <a:r>
              <a:rPr lang="en-US" sz="2400" dirty="0" err="1"/>
              <a:t>manera</a:t>
            </a:r>
            <a:r>
              <a:rPr lang="en-US" sz="2400" dirty="0"/>
              <a:t> o </a:t>
            </a:r>
            <a:r>
              <a:rPr lang="en-US" sz="2400" dirty="0" err="1"/>
              <a:t>mostrar</a:t>
            </a:r>
            <a:r>
              <a:rPr lang="en-US" sz="2400" dirty="0"/>
              <a:t>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inventario</a:t>
            </a:r>
            <a:r>
              <a:rPr lang="en-US" sz="2400" dirty="0"/>
              <a:t> actual de un </a:t>
            </a:r>
            <a:r>
              <a:rPr lang="en-US" sz="2400" dirty="0" err="1"/>
              <a:t>producto</a:t>
            </a:r>
            <a:r>
              <a:rPr lang="en-US" sz="2400" dirty="0"/>
              <a:t>, </a:t>
            </a:r>
            <a:r>
              <a:rPr lang="en-US" sz="2400" dirty="0" err="1"/>
              <a:t>cada</a:t>
            </a:r>
            <a:r>
              <a:rPr lang="en-US" sz="2400" dirty="0"/>
              <a:t> </a:t>
            </a:r>
            <a:r>
              <a:rPr lang="en-US" sz="2400" dirty="0" err="1"/>
              <a:t>cambio</a:t>
            </a:r>
            <a:r>
              <a:rPr lang="en-US" sz="2400" dirty="0"/>
              <a:t> </a:t>
            </a:r>
            <a:r>
              <a:rPr lang="en-US" sz="2400" dirty="0" err="1"/>
              <a:t>incurre</a:t>
            </a:r>
            <a:r>
              <a:rPr lang="en-US" sz="2400" dirty="0"/>
              <a:t> solo </a:t>
            </a:r>
            <a:r>
              <a:rPr lang="en-US" sz="2400" dirty="0" err="1"/>
              <a:t>en</a:t>
            </a:r>
            <a:r>
              <a:rPr lang="en-US" sz="2400" dirty="0"/>
              <a:t> un </a:t>
            </a:r>
            <a:r>
              <a:rPr lang="en-US" sz="2400" dirty="0" err="1"/>
              <a:t>componente</a:t>
            </a:r>
            <a:r>
              <a:rPr lang="en-US" sz="2400" dirty="0"/>
              <a:t> </a:t>
            </a:r>
            <a:r>
              <a:rPr lang="en-US" sz="2400" dirty="0" err="1"/>
              <a:t>ya</a:t>
            </a:r>
            <a:r>
              <a:rPr lang="en-US" sz="2400" dirty="0"/>
              <a:t> que </a:t>
            </a:r>
            <a:r>
              <a:rPr lang="en-US" sz="2400" dirty="0" err="1"/>
              <a:t>cada</a:t>
            </a:r>
            <a:r>
              <a:rPr lang="en-US" sz="2400" dirty="0"/>
              <a:t> uno </a:t>
            </a:r>
            <a:r>
              <a:rPr lang="en-US" sz="2400" dirty="0" err="1"/>
              <a:t>tiene</a:t>
            </a:r>
            <a:r>
              <a:rPr lang="en-US" sz="2400" dirty="0"/>
              <a:t> </a:t>
            </a:r>
            <a:r>
              <a:rPr lang="en-US" sz="2400" dirty="0" err="1"/>
              <a:t>su</a:t>
            </a:r>
            <a:r>
              <a:rPr lang="en-US" sz="2400" dirty="0"/>
              <a:t> conjunto de </a:t>
            </a:r>
            <a:r>
              <a:rPr lang="en-US" sz="2400" dirty="0" err="1"/>
              <a:t>responsabilidades</a:t>
            </a:r>
            <a:r>
              <a:rPr lang="en-US" sz="2400" dirty="0"/>
              <a:t> bien </a:t>
            </a:r>
            <a:r>
              <a:rPr lang="en-US" sz="2400" dirty="0" err="1"/>
              <a:t>definidas</a:t>
            </a:r>
            <a:r>
              <a:rPr lang="en-US" sz="2400" dirty="0"/>
              <a:t> y </a:t>
            </a:r>
            <a:r>
              <a:rPr lang="en-US" sz="2400" dirty="0" err="1"/>
              <a:t>coherentes</a:t>
            </a:r>
            <a:r>
              <a:rPr lang="en-US" sz="2400" dirty="0"/>
              <a:t>. </a:t>
            </a:r>
          </a:p>
          <a:p>
            <a:r>
              <a:rPr lang="en-US" sz="2400" dirty="0"/>
              <a:t>La vista </a:t>
            </a:r>
            <a:r>
              <a:rPr lang="en-US" sz="2400" dirty="0" err="1"/>
              <a:t>muestra</a:t>
            </a:r>
            <a:r>
              <a:rPr lang="en-US" sz="2400" dirty="0"/>
              <a:t>, la vista </a:t>
            </a:r>
            <a:r>
              <a:rPr lang="en-US" sz="2400" dirty="0" err="1"/>
              <a:t>modelo</a:t>
            </a:r>
            <a:r>
              <a:rPr lang="en-US" sz="2400" dirty="0"/>
              <a:t> </a:t>
            </a:r>
            <a:r>
              <a:rPr lang="en-US" sz="2400" dirty="0" err="1"/>
              <a:t>hace</a:t>
            </a:r>
            <a:r>
              <a:rPr lang="en-US" sz="2400" dirty="0"/>
              <a:t> binding,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modelo</a:t>
            </a:r>
            <a:r>
              <a:rPr lang="en-US" sz="2400" dirty="0"/>
              <a:t> </a:t>
            </a:r>
            <a:r>
              <a:rPr lang="en-US" sz="2400" dirty="0" err="1"/>
              <a:t>api</a:t>
            </a:r>
            <a:r>
              <a:rPr lang="en-US" sz="2400" dirty="0"/>
              <a:t> gateway </a:t>
            </a:r>
            <a:r>
              <a:rPr lang="en-US" sz="2400" dirty="0" err="1"/>
              <a:t>orquesta</a:t>
            </a:r>
            <a:r>
              <a:rPr lang="en-US" sz="2400" dirty="0"/>
              <a:t> y </a:t>
            </a:r>
            <a:r>
              <a:rPr lang="en-US" sz="2400" dirty="0" err="1"/>
              <a:t>entrega</a:t>
            </a:r>
            <a:r>
              <a:rPr lang="en-US" sz="2400" dirty="0"/>
              <a:t> la </a:t>
            </a:r>
            <a:r>
              <a:rPr lang="en-US" sz="2400" dirty="0" err="1"/>
              <a:t>información</a:t>
            </a:r>
            <a:r>
              <a:rPr lang="en-US" sz="2400" dirty="0"/>
              <a:t> de </a:t>
            </a:r>
            <a:r>
              <a:rPr lang="en-US" sz="2400" dirty="0" err="1"/>
              <a:t>cada</a:t>
            </a:r>
            <a:r>
              <a:rPr lang="en-US" sz="2400" dirty="0"/>
              <a:t> </a:t>
            </a:r>
            <a:r>
              <a:rPr lang="en-US" sz="2400" dirty="0" err="1"/>
              <a:t>servicio</a:t>
            </a:r>
            <a:r>
              <a:rPr lang="en-US" sz="2400" dirty="0"/>
              <a:t>.</a:t>
            </a:r>
          </a:p>
          <a:p>
            <a:endParaRPr lang="en-CO" sz="2400" dirty="0"/>
          </a:p>
        </p:txBody>
      </p:sp>
    </p:spTree>
    <p:extLst>
      <p:ext uri="{BB962C8B-B14F-4D97-AF65-F5344CB8AC3E}">
        <p14:creationId xmlns:p14="http://schemas.microsoft.com/office/powerpoint/2010/main" val="224698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picture containing clock&#10;&#10;Description automatically generated">
            <a:extLst>
              <a:ext uri="{FF2B5EF4-FFF2-40B4-BE49-F238E27FC236}">
                <a16:creationId xmlns:a16="http://schemas.microsoft.com/office/drawing/2014/main" id="{08993EA5-4301-964F-9A92-263EFB993F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7536" y="169019"/>
            <a:ext cx="1550902" cy="1550902"/>
          </a:xfrm>
          <a:prstGeom prst="rect">
            <a:avLst/>
          </a:prstGeom>
        </p:spPr>
      </p:pic>
      <p:sp>
        <p:nvSpPr>
          <p:cNvPr id="104" name="Pentagon 103">
            <a:extLst>
              <a:ext uri="{FF2B5EF4-FFF2-40B4-BE49-F238E27FC236}">
                <a16:creationId xmlns:a16="http://schemas.microsoft.com/office/drawing/2014/main" id="{82D6CAAB-6CC9-A64B-B333-02B3D135DD61}"/>
              </a:ext>
            </a:extLst>
          </p:cNvPr>
          <p:cNvSpPr/>
          <p:nvPr/>
        </p:nvSpPr>
        <p:spPr>
          <a:xfrm>
            <a:off x="674914" y="382772"/>
            <a:ext cx="17003486" cy="1550902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  <a:lumOff val="2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  <a:spcBef>
                <a:spcPts val="600"/>
              </a:spcBef>
            </a:pPr>
            <a:r>
              <a:rPr lang="es-ES" sz="2400" dirty="0">
                <a:solidFill>
                  <a:schemeClr val="bg1"/>
                </a:solidFill>
              </a:rPr>
              <a:t>Modifique un modelo donde pueda proponer un ejemplo en el que haya una relación entre el patrón MVVM y un patrón de diseño detallado SOLID. Explique el razonamiento de su diseño.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95D7E4F-594B-74F4-A219-9EBC097BC5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914" y="2434191"/>
            <a:ext cx="18137536" cy="9038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033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F4FBB-E4C3-F8EC-EDFD-17DDF89DB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picture containing clock&#10;&#10;Description automatically generated">
            <a:extLst>
              <a:ext uri="{FF2B5EF4-FFF2-40B4-BE49-F238E27FC236}">
                <a16:creationId xmlns:a16="http://schemas.microsoft.com/office/drawing/2014/main" id="{1A2A40A8-D74D-50F6-7149-43DDA1CF59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7536" y="169019"/>
            <a:ext cx="1550902" cy="1550902"/>
          </a:xfrm>
          <a:prstGeom prst="rect">
            <a:avLst/>
          </a:prstGeom>
        </p:spPr>
      </p:pic>
      <p:sp>
        <p:nvSpPr>
          <p:cNvPr id="104" name="Pentagon 103">
            <a:extLst>
              <a:ext uri="{FF2B5EF4-FFF2-40B4-BE49-F238E27FC236}">
                <a16:creationId xmlns:a16="http://schemas.microsoft.com/office/drawing/2014/main" id="{39FAD83B-8699-E26D-BFDB-A420ABE9968B}"/>
              </a:ext>
            </a:extLst>
          </p:cNvPr>
          <p:cNvSpPr/>
          <p:nvPr/>
        </p:nvSpPr>
        <p:spPr>
          <a:xfrm>
            <a:off x="674914" y="382772"/>
            <a:ext cx="17003486" cy="1550902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  <a:lumOff val="2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  <a:spcBef>
                <a:spcPts val="600"/>
              </a:spcBef>
            </a:pPr>
            <a:r>
              <a:rPr lang="es-ES" sz="2400" dirty="0">
                <a:solidFill>
                  <a:schemeClr val="bg1"/>
                </a:solidFill>
              </a:rPr>
              <a:t>Modifique un modelo donde pueda proponer un ejemplo en el que haya una relación entre el patrón MVVM y un patrón de diseño detallado SOLID. Explique el razonamiento de su diseño.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63415F-FE59-8145-DB46-30E13FD0E58C}"/>
              </a:ext>
            </a:extLst>
          </p:cNvPr>
          <p:cNvSpPr txBox="1"/>
          <p:nvPr/>
        </p:nvSpPr>
        <p:spPr>
          <a:xfrm>
            <a:off x="11172426" y="3424848"/>
            <a:ext cx="49339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O" sz="4000" b="1" i="1" dirty="0"/>
              <a:t>MVVM – SOLID DIP.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6B6530B-98F4-3DA7-E936-5095DB8FB6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07054"/>
            <a:ext cx="10634389" cy="52994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E1FA7D-6779-E759-426E-C5BA0A54B093}"/>
              </a:ext>
            </a:extLst>
          </p:cNvPr>
          <p:cNvSpPr txBox="1"/>
          <p:nvPr/>
        </p:nvSpPr>
        <p:spPr>
          <a:xfrm>
            <a:off x="10634389" y="4207461"/>
            <a:ext cx="9054049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O" sz="2400" dirty="0"/>
              <a:t>Al interno de la app móvil, se contempla un patrón MVVM representado bajo un </a:t>
            </a:r>
            <a:r>
              <a:rPr lang="en-US" sz="2400" dirty="0"/>
              <a:t>d</a:t>
            </a:r>
            <a:r>
              <a:rPr lang="en-CO" sz="2400" dirty="0"/>
              <a:t>iagrama de clases. </a:t>
            </a:r>
          </a:p>
          <a:p>
            <a:pPr marL="285750" indent="-285750">
              <a:buFontTx/>
              <a:buChar char="-"/>
            </a:pPr>
            <a:r>
              <a:rPr lang="en-CO" sz="2400" dirty="0"/>
              <a:t>Vista: La vista de checkout de pago al realizar un pedido. </a:t>
            </a:r>
          </a:p>
          <a:p>
            <a:pPr marL="285750" indent="-285750">
              <a:buFontTx/>
              <a:buChar char="-"/>
            </a:pPr>
            <a:r>
              <a:rPr lang="en-CO" sz="2400" dirty="0"/>
              <a:t>VistaModelo: Binding que realiza el framework escogido para el desarrollo de </a:t>
            </a:r>
            <a:r>
              <a:rPr lang="en-US" sz="2400" dirty="0"/>
              <a:t>la app </a:t>
            </a:r>
            <a:r>
              <a:rPr lang="en-US" sz="2400" dirty="0" err="1"/>
              <a:t>móvil</a:t>
            </a:r>
            <a:r>
              <a:rPr lang="en-US" sz="2400" dirty="0"/>
              <a:t>. </a:t>
            </a:r>
          </a:p>
          <a:p>
            <a:pPr marL="342900" indent="-342900">
              <a:buFontTx/>
              <a:buChar char="-"/>
            </a:pPr>
            <a:r>
              <a:rPr lang="en-US" sz="2400" dirty="0" err="1"/>
              <a:t>Modelo</a:t>
            </a:r>
            <a:r>
              <a:rPr lang="en-US" sz="2400" dirty="0"/>
              <a:t>: El </a:t>
            </a:r>
            <a:r>
              <a:rPr lang="en-US" sz="2400" dirty="0" err="1"/>
              <a:t>modelo</a:t>
            </a:r>
            <a:r>
              <a:rPr lang="en-US" sz="2400" dirty="0"/>
              <a:t> de checkout de </a:t>
            </a:r>
            <a:r>
              <a:rPr lang="en-US" sz="2400" dirty="0" err="1"/>
              <a:t>pago</a:t>
            </a:r>
            <a:r>
              <a:rPr lang="en-US" sz="2400" dirty="0"/>
              <a:t> que </a:t>
            </a:r>
            <a:r>
              <a:rPr lang="en-US" sz="2400" dirty="0" err="1"/>
              <a:t>entrega</a:t>
            </a:r>
            <a:r>
              <a:rPr lang="en-US" sz="2400" dirty="0"/>
              <a:t> la </a:t>
            </a:r>
            <a:r>
              <a:rPr lang="en-US" sz="2400" dirty="0" err="1"/>
              <a:t>pasarela</a:t>
            </a:r>
            <a:r>
              <a:rPr lang="en-US" sz="2400" dirty="0"/>
              <a:t> de </a:t>
            </a:r>
            <a:r>
              <a:rPr lang="en-US" sz="2400" dirty="0" err="1"/>
              <a:t>pago</a:t>
            </a:r>
            <a:r>
              <a:rPr lang="en-US" sz="2400" dirty="0"/>
              <a:t> a </a:t>
            </a:r>
            <a:r>
              <a:rPr lang="en-US" sz="2400" dirty="0" err="1"/>
              <a:t>utilizar</a:t>
            </a:r>
            <a:r>
              <a:rPr lang="en-US" sz="2400" dirty="0"/>
              <a:t>. </a:t>
            </a:r>
          </a:p>
          <a:p>
            <a:pPr marL="342900" indent="-342900">
              <a:buFontTx/>
              <a:buChar char="-"/>
            </a:pPr>
            <a:endParaRPr lang="en-US" sz="2400" dirty="0"/>
          </a:p>
          <a:p>
            <a:r>
              <a:rPr lang="en-US" sz="2400" dirty="0" err="1"/>
              <a:t>Adicionalmente</a:t>
            </a:r>
            <a:r>
              <a:rPr lang="en-US" sz="2400" dirty="0"/>
              <a:t>, </a:t>
            </a:r>
            <a:r>
              <a:rPr lang="en-US" sz="2400" dirty="0" err="1"/>
              <a:t>en</a:t>
            </a:r>
            <a:r>
              <a:rPr lang="en-US" sz="2400" dirty="0"/>
              <a:t> la </a:t>
            </a:r>
            <a:r>
              <a:rPr lang="en-US" sz="2400" dirty="0" err="1"/>
              <a:t>parte</a:t>
            </a:r>
            <a:r>
              <a:rPr lang="en-US" sz="2400" dirty="0"/>
              <a:t> de </a:t>
            </a:r>
            <a:r>
              <a:rPr lang="en-US" sz="2400" dirty="0" err="1"/>
              <a:t>modelo</a:t>
            </a:r>
            <a:r>
              <a:rPr lang="en-US" sz="2400" dirty="0"/>
              <a:t>, </a:t>
            </a:r>
            <a:r>
              <a:rPr lang="en-US" sz="2400" dirty="0" err="1"/>
              <a:t>contamos</a:t>
            </a:r>
            <a:r>
              <a:rPr lang="en-US" sz="2400" dirty="0"/>
              <a:t> con un patron de </a:t>
            </a:r>
            <a:r>
              <a:rPr lang="en-US" sz="2400" dirty="0" err="1"/>
              <a:t>tipo</a:t>
            </a:r>
            <a:r>
              <a:rPr lang="en-US" sz="2400" dirty="0"/>
              <a:t> SOLID DIP, la </a:t>
            </a:r>
            <a:r>
              <a:rPr lang="en-US" sz="2400" dirty="0" err="1"/>
              <a:t>clase</a:t>
            </a:r>
            <a:r>
              <a:rPr lang="en-US" sz="2400" dirty="0"/>
              <a:t> </a:t>
            </a:r>
            <a:r>
              <a:rPr lang="en-US" sz="2400" dirty="0" err="1"/>
              <a:t>CheckoutPagoModelo</a:t>
            </a:r>
            <a:r>
              <a:rPr lang="en-US" sz="2400" dirty="0"/>
              <a:t> </a:t>
            </a:r>
            <a:r>
              <a:rPr lang="en-US" sz="2400" dirty="0" err="1"/>
              <a:t>recibe</a:t>
            </a:r>
            <a:r>
              <a:rPr lang="en-US" sz="2400" dirty="0"/>
              <a:t> </a:t>
            </a:r>
            <a:r>
              <a:rPr lang="en-US" sz="2400" dirty="0" err="1"/>
              <a:t>mediante</a:t>
            </a:r>
            <a:r>
              <a:rPr lang="en-US" sz="2400" dirty="0"/>
              <a:t> </a:t>
            </a:r>
            <a:r>
              <a:rPr lang="en-US" sz="2400" dirty="0" err="1"/>
              <a:t>inyección</a:t>
            </a:r>
            <a:r>
              <a:rPr lang="en-US" sz="2400" dirty="0"/>
              <a:t> de </a:t>
            </a:r>
            <a:r>
              <a:rPr lang="en-US" sz="2400" dirty="0" err="1"/>
              <a:t>dependencias</a:t>
            </a:r>
            <a:r>
              <a:rPr lang="en-US" sz="2400" dirty="0"/>
              <a:t> (</a:t>
            </a:r>
            <a:r>
              <a:rPr lang="en-US" sz="2400" dirty="0" err="1"/>
              <a:t>una</a:t>
            </a:r>
            <a:r>
              <a:rPr lang="en-US" sz="2400" dirty="0"/>
              <a:t> forma </a:t>
            </a:r>
            <a:r>
              <a:rPr lang="en-US" sz="2400" dirty="0" err="1"/>
              <a:t>común</a:t>
            </a:r>
            <a:r>
              <a:rPr lang="en-US" sz="2400" dirty="0"/>
              <a:t> de inversion de </a:t>
            </a:r>
            <a:r>
              <a:rPr lang="en-US" sz="2400" dirty="0" err="1"/>
              <a:t>dependencias</a:t>
            </a:r>
            <a:r>
              <a:rPr lang="en-US" sz="2400" dirty="0"/>
              <a:t>) la </a:t>
            </a:r>
            <a:r>
              <a:rPr lang="en-US" sz="2400" dirty="0" err="1"/>
              <a:t>pasarela</a:t>
            </a:r>
            <a:r>
              <a:rPr lang="en-US" sz="2400" dirty="0"/>
              <a:t> de </a:t>
            </a:r>
            <a:r>
              <a:rPr lang="en-US" sz="2400" dirty="0" err="1"/>
              <a:t>pago</a:t>
            </a:r>
            <a:r>
              <a:rPr lang="en-US" sz="2400" dirty="0"/>
              <a:t> a utilizer, </a:t>
            </a:r>
            <a:r>
              <a:rPr lang="en-US" sz="2400" dirty="0" err="1"/>
              <a:t>esto</a:t>
            </a:r>
            <a:r>
              <a:rPr lang="en-US" sz="2400" dirty="0"/>
              <a:t> </a:t>
            </a:r>
            <a:r>
              <a:rPr lang="en-US" sz="2400" dirty="0" err="1"/>
              <a:t>debido</a:t>
            </a:r>
            <a:r>
              <a:rPr lang="en-US" sz="2400" dirty="0"/>
              <a:t> a que </a:t>
            </a:r>
            <a:r>
              <a:rPr lang="en-US" sz="2400" dirty="0" err="1"/>
              <a:t>buscamos</a:t>
            </a:r>
            <a:r>
              <a:rPr lang="en-US" sz="2400" dirty="0"/>
              <a:t> que </a:t>
            </a:r>
            <a:r>
              <a:rPr lang="en-US" sz="2400" dirty="0" err="1"/>
              <a:t>el</a:t>
            </a:r>
            <a:r>
              <a:rPr lang="en-US" sz="2400" dirty="0"/>
              <a:t> checkout de </a:t>
            </a:r>
            <a:r>
              <a:rPr lang="en-US" sz="2400" dirty="0" err="1"/>
              <a:t>pago</a:t>
            </a:r>
            <a:r>
              <a:rPr lang="en-US" sz="2400" dirty="0"/>
              <a:t> no </a:t>
            </a:r>
            <a:r>
              <a:rPr lang="en-US" sz="2400" dirty="0" err="1"/>
              <a:t>dependa</a:t>
            </a:r>
            <a:r>
              <a:rPr lang="en-US" sz="2400" dirty="0"/>
              <a:t> de </a:t>
            </a:r>
            <a:r>
              <a:rPr lang="en-US" sz="2400" dirty="0" err="1"/>
              <a:t>implementaciones</a:t>
            </a:r>
            <a:r>
              <a:rPr lang="en-US" sz="2400" dirty="0"/>
              <a:t> </a:t>
            </a:r>
            <a:r>
              <a:rPr lang="en-US" sz="2400" dirty="0" err="1"/>
              <a:t>concretas</a:t>
            </a:r>
            <a:r>
              <a:rPr lang="en-US" sz="2400" dirty="0"/>
              <a:t> y volatiles de </a:t>
            </a:r>
            <a:r>
              <a:rPr lang="en-US" sz="2400" dirty="0" err="1"/>
              <a:t>pasarelas</a:t>
            </a:r>
            <a:r>
              <a:rPr lang="en-US" sz="2400" dirty="0"/>
              <a:t> de </a:t>
            </a:r>
            <a:r>
              <a:rPr lang="en-US" sz="2400" dirty="0" err="1"/>
              <a:t>pago</a:t>
            </a:r>
            <a:r>
              <a:rPr lang="en-US" sz="2400" dirty="0"/>
              <a:t> que </a:t>
            </a:r>
            <a:r>
              <a:rPr lang="en-US" sz="2400" dirty="0" err="1"/>
              <a:t>pueden</a:t>
            </a:r>
            <a:r>
              <a:rPr lang="en-US" sz="2400" dirty="0"/>
              <a:t> no </a:t>
            </a:r>
            <a:r>
              <a:rPr lang="en-US" sz="2400" dirty="0" err="1"/>
              <a:t>estar</a:t>
            </a:r>
            <a:r>
              <a:rPr lang="en-US" sz="2400" dirty="0"/>
              <a:t> </a:t>
            </a:r>
            <a:r>
              <a:rPr lang="en-US" sz="2400" dirty="0" err="1"/>
              <a:t>disponibles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cierto</a:t>
            </a:r>
            <a:r>
              <a:rPr lang="en-US" sz="2400" dirty="0"/>
              <a:t> </a:t>
            </a:r>
            <a:r>
              <a:rPr lang="en-US" sz="2400" dirty="0" err="1"/>
              <a:t>país</a:t>
            </a:r>
            <a:r>
              <a:rPr lang="en-US" sz="2400" dirty="0"/>
              <a:t> o </a:t>
            </a:r>
            <a:r>
              <a:rPr lang="en-US" sz="2400" dirty="0" err="1"/>
              <a:t>simplemente</a:t>
            </a:r>
            <a:r>
              <a:rPr lang="en-US" sz="2400" dirty="0"/>
              <a:t> no ser </a:t>
            </a:r>
            <a:r>
              <a:rPr lang="en-US" sz="2400" dirty="0" err="1"/>
              <a:t>convenientes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algún</a:t>
            </a:r>
            <a:r>
              <a:rPr lang="en-US" sz="2400" dirty="0"/>
              <a:t> </a:t>
            </a:r>
            <a:r>
              <a:rPr lang="en-US" sz="2400" dirty="0" err="1"/>
              <a:t>momento</a:t>
            </a:r>
            <a:r>
              <a:rPr lang="en-US" sz="2400" dirty="0"/>
              <a:t> dado del </a:t>
            </a:r>
            <a:r>
              <a:rPr lang="en-US" sz="2400" dirty="0" err="1"/>
              <a:t>negocio</a:t>
            </a:r>
            <a:r>
              <a:rPr lang="en-US" sz="2400" dirty="0"/>
              <a:t>. La </a:t>
            </a:r>
            <a:r>
              <a:rPr lang="en-US" sz="2400" dirty="0" err="1"/>
              <a:t>clase</a:t>
            </a:r>
            <a:r>
              <a:rPr lang="en-US" sz="2400" dirty="0"/>
              <a:t> </a:t>
            </a:r>
            <a:r>
              <a:rPr lang="en-US" sz="2400" dirty="0" err="1"/>
              <a:t>inyector</a:t>
            </a:r>
            <a:r>
              <a:rPr lang="en-US" sz="2400" dirty="0"/>
              <a:t> se </a:t>
            </a:r>
            <a:r>
              <a:rPr lang="en-US" sz="2400" dirty="0" err="1"/>
              <a:t>encarga</a:t>
            </a:r>
            <a:r>
              <a:rPr lang="en-US" sz="2400" dirty="0"/>
              <a:t> de </a:t>
            </a:r>
            <a:r>
              <a:rPr lang="en-US" sz="2400" dirty="0" err="1"/>
              <a:t>instanciar</a:t>
            </a:r>
            <a:r>
              <a:rPr lang="en-US" sz="2400" dirty="0"/>
              <a:t> </a:t>
            </a:r>
            <a:r>
              <a:rPr lang="en-US" sz="2400" dirty="0" err="1"/>
              <a:t>estas</a:t>
            </a:r>
            <a:r>
              <a:rPr lang="en-US" sz="2400" dirty="0"/>
              <a:t> </a:t>
            </a:r>
            <a:r>
              <a:rPr lang="en-US" sz="2400" dirty="0" err="1"/>
              <a:t>diferentes</a:t>
            </a:r>
            <a:r>
              <a:rPr lang="en-US" sz="2400" dirty="0"/>
              <a:t> </a:t>
            </a:r>
            <a:r>
              <a:rPr lang="en-US" sz="2400" dirty="0" err="1"/>
              <a:t>pasarelas</a:t>
            </a:r>
            <a:r>
              <a:rPr lang="en-US" sz="2400" dirty="0"/>
              <a:t> de </a:t>
            </a:r>
            <a:r>
              <a:rPr lang="en-US" sz="2400" dirty="0" err="1"/>
              <a:t>pago</a:t>
            </a:r>
            <a:r>
              <a:rPr lang="en-US" sz="2400" dirty="0"/>
              <a:t> y </a:t>
            </a:r>
            <a:r>
              <a:rPr lang="en-US" sz="2400" dirty="0" err="1"/>
              <a:t>dar</a:t>
            </a:r>
            <a:r>
              <a:rPr lang="en-US" sz="2400" dirty="0"/>
              <a:t> al checkout de </a:t>
            </a:r>
            <a:r>
              <a:rPr lang="en-US" sz="2400" dirty="0" err="1"/>
              <a:t>pago</a:t>
            </a:r>
            <a:r>
              <a:rPr lang="en-US" sz="2400" dirty="0"/>
              <a:t> </a:t>
            </a:r>
            <a:r>
              <a:rPr lang="en-US" sz="2400" dirty="0" err="1"/>
              <a:t>una</a:t>
            </a:r>
            <a:r>
              <a:rPr lang="en-US" sz="2400" dirty="0"/>
              <a:t> </a:t>
            </a:r>
            <a:r>
              <a:rPr lang="en-US" sz="2400" dirty="0" err="1"/>
              <a:t>pasarela</a:t>
            </a:r>
            <a:r>
              <a:rPr lang="en-US" sz="2400" dirty="0"/>
              <a:t>. </a:t>
            </a:r>
            <a:r>
              <a:rPr lang="en-US" sz="2400" dirty="0" err="1"/>
              <a:t>Finalmente</a:t>
            </a:r>
            <a:r>
              <a:rPr lang="en-US" sz="2400" dirty="0"/>
              <a:t>, las </a:t>
            </a:r>
            <a:r>
              <a:rPr lang="en-US" sz="2400" dirty="0" err="1"/>
              <a:t>pasarelas</a:t>
            </a:r>
            <a:r>
              <a:rPr lang="en-US" sz="2400" dirty="0"/>
              <a:t> de </a:t>
            </a:r>
            <a:r>
              <a:rPr lang="en-US" sz="2400" dirty="0" err="1"/>
              <a:t>pago</a:t>
            </a:r>
            <a:r>
              <a:rPr lang="en-US" sz="2400" dirty="0"/>
              <a:t> </a:t>
            </a:r>
            <a:r>
              <a:rPr lang="en-US" sz="2400" dirty="0" err="1"/>
              <a:t>obedecen</a:t>
            </a:r>
            <a:r>
              <a:rPr lang="en-US" sz="2400" dirty="0"/>
              <a:t> a </a:t>
            </a:r>
            <a:r>
              <a:rPr lang="en-US" sz="2400" dirty="0" err="1"/>
              <a:t>una</a:t>
            </a:r>
            <a:r>
              <a:rPr lang="en-US" sz="2400" dirty="0"/>
              <a:t> </a:t>
            </a:r>
            <a:r>
              <a:rPr lang="en-US" sz="2400" dirty="0" err="1"/>
              <a:t>abstracción</a:t>
            </a:r>
            <a:r>
              <a:rPr lang="en-US" sz="2400" dirty="0"/>
              <a:t> general de </a:t>
            </a:r>
            <a:r>
              <a:rPr lang="en-US" sz="2400" dirty="0" err="1"/>
              <a:t>su</a:t>
            </a:r>
            <a:r>
              <a:rPr lang="en-US" sz="2400" dirty="0"/>
              <a:t> </a:t>
            </a:r>
            <a:r>
              <a:rPr lang="en-US" sz="2400" dirty="0" err="1"/>
              <a:t>comportamiento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7212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81F5B806-8B2D-AE50-0A27-48994D40AF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438" y="1178805"/>
            <a:ext cx="2784659" cy="107566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E3E24F2-D469-0477-E32A-013755FCD7E6}"/>
              </a:ext>
            </a:extLst>
          </p:cNvPr>
          <p:cNvSpPr txBox="1"/>
          <p:nvPr/>
        </p:nvSpPr>
        <p:spPr>
          <a:xfrm>
            <a:off x="1741439" y="4641559"/>
            <a:ext cx="16621223" cy="3290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309" b="1" dirty="0">
                <a:latin typeface="Lato" panose="020F0502020204030203" pitchFamily="34" charset="0"/>
              </a:rPr>
              <a:t>© - Derechos Reservados: </a:t>
            </a:r>
            <a:r>
              <a:rPr lang="es-419" sz="2309" dirty="0">
                <a:latin typeface="Lato" panose="020F0502020204030203" pitchFamily="34" charset="0"/>
              </a:rPr>
              <a:t>la presente obra, y en general todos sus contenidos, se encuentran protegidos por las normas internacionales y nacionales vigentes sobre propiedad Intelectual, por lo tanto su utilización parcial o total, reproducción, comunicación pública, transformación, distribución, alquiler, préstamo público e importación, total o parcial, en todo o en parte, en formato impreso o digital y en cualquier formato conocido o por conocer, se encuentran prohibidos, y solo serán lícitos en la medida en que se cuente con la autorización previa y expresa por escrito de la Universidad de los Andes.</a:t>
            </a:r>
          </a:p>
          <a:p>
            <a:endParaRPr lang="es-419" sz="2309" dirty="0">
              <a:latin typeface="Lato" panose="020F0502020204030203" pitchFamily="34" charset="0"/>
            </a:endParaRPr>
          </a:p>
          <a:p>
            <a:r>
              <a:rPr lang="es-419" sz="2309" dirty="0">
                <a:latin typeface="Lato" panose="020F0502020204030203" pitchFamily="34" charset="0"/>
              </a:rPr>
              <a:t>De igual manera, la utilización de la imagen de las personas, docentes o estudiantes, sin su previa autorización está expresamente prohibida. En caso de incumplirse con lo mencionado, se procederá de conformidad con los reglamentos y políticas de la universidad, sin perjuicio de las demás acciones legales aplicables.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F2F0434D-F534-2403-C639-2D7194B7065D}"/>
              </a:ext>
            </a:extLst>
          </p:cNvPr>
          <p:cNvCxnSpPr>
            <a:cxnSpLocks/>
          </p:cNvCxnSpPr>
          <p:nvPr/>
        </p:nvCxnSpPr>
        <p:spPr>
          <a:xfrm>
            <a:off x="1741439" y="4047944"/>
            <a:ext cx="1662122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1EDDB248-E9A3-3F5C-5EC0-E5BE576ADD19}"/>
              </a:ext>
            </a:extLst>
          </p:cNvPr>
          <p:cNvCxnSpPr>
            <a:cxnSpLocks/>
          </p:cNvCxnSpPr>
          <p:nvPr/>
        </p:nvCxnSpPr>
        <p:spPr>
          <a:xfrm>
            <a:off x="1741439" y="8598993"/>
            <a:ext cx="1662122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EAB3392-A4DF-DC0F-9005-BFDA8D351B43}"/>
              </a:ext>
            </a:extLst>
          </p:cNvPr>
          <p:cNvSpPr/>
          <p:nvPr/>
        </p:nvSpPr>
        <p:spPr>
          <a:xfrm>
            <a:off x="0" y="273448"/>
            <a:ext cx="158465" cy="11308555"/>
          </a:xfrm>
          <a:prstGeom prst="rect">
            <a:avLst/>
          </a:prstGeom>
          <a:solidFill>
            <a:srgbClr val="2122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2968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8A3E730-9418-BC79-0993-BC738F7162F9}"/>
              </a:ext>
            </a:extLst>
          </p:cNvPr>
          <p:cNvSpPr/>
          <p:nvPr/>
        </p:nvSpPr>
        <p:spPr>
          <a:xfrm>
            <a:off x="0" y="1871356"/>
            <a:ext cx="158465" cy="9753630"/>
          </a:xfrm>
          <a:prstGeom prst="rect">
            <a:avLst/>
          </a:prstGeom>
          <a:solidFill>
            <a:srgbClr val="F9E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2968"/>
          </a:p>
        </p:txBody>
      </p:sp>
      <p:pic>
        <p:nvPicPr>
          <p:cNvPr id="16" name="Imagen 15" descr="Fondo negro con letras blancas&#10;&#10;Descripción generada automáticamente con confianza media">
            <a:extLst>
              <a:ext uri="{FF2B5EF4-FFF2-40B4-BE49-F238E27FC236}">
                <a16:creationId xmlns:a16="http://schemas.microsoft.com/office/drawing/2014/main" id="{3FFFE140-7A0A-FA90-4C23-6383FB55A7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1890" y="2529840"/>
            <a:ext cx="5760324" cy="6795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4845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3">
  <a:themeElements>
    <a:clrScheme name="MISO 1">
      <a:dk1>
        <a:srgbClr val="4C4D4C"/>
      </a:dk1>
      <a:lt1>
        <a:srgbClr val="FEFAFA"/>
      </a:lt1>
      <a:dk2>
        <a:srgbClr val="4F504F"/>
      </a:dk2>
      <a:lt2>
        <a:srgbClr val="FFFAFA"/>
      </a:lt2>
      <a:accent1>
        <a:srgbClr val="0C0D2B"/>
      </a:accent1>
      <a:accent2>
        <a:srgbClr val="332174"/>
      </a:accent2>
      <a:accent3>
        <a:srgbClr val="3AB1E3"/>
      </a:accent3>
      <a:accent4>
        <a:srgbClr val="0070BA"/>
      </a:accent4>
      <a:accent5>
        <a:srgbClr val="9AC3E2"/>
      </a:accent5>
      <a:accent6>
        <a:srgbClr val="9991BA"/>
      </a:accent6>
      <a:hlink>
        <a:srgbClr val="32AEE2"/>
      </a:hlink>
      <a:folHlink>
        <a:srgbClr val="4D9BC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3" id="{191589FF-03B5-B54F-9F12-A00A11A3A487}" vid="{2CB6F1CE-0CB0-934C-9A98-3DD7BE7A16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2C2E94BA26B184CBB6282D7591E99F9" ma:contentTypeVersion="16" ma:contentTypeDescription="Crear nuevo documento." ma:contentTypeScope="" ma:versionID="d2cced94f7dcc45aa1f33cd122d49447">
  <xsd:schema xmlns:xsd="http://www.w3.org/2001/XMLSchema" xmlns:xs="http://www.w3.org/2001/XMLSchema" xmlns:p="http://schemas.microsoft.com/office/2006/metadata/properties" xmlns:ns2="1a860d3e-6179-436c-977f-c8fec32702f9" xmlns:ns3="975eb909-7871-4881-a0e4-375dc0be4505" targetNamespace="http://schemas.microsoft.com/office/2006/metadata/properties" ma:root="true" ma:fieldsID="fd8633f808c4f6ac46999f2159d7c5c0" ns2:_="" ns3:_="">
    <xsd:import namespace="1a860d3e-6179-436c-977f-c8fec32702f9"/>
    <xsd:import namespace="975eb909-7871-4881-a0e4-375dc0be450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860d3e-6179-436c-977f-c8fec32702f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d57bf8d-d566-4d19-80db-30c522907b41}" ma:internalName="TaxCatchAll" ma:showField="CatchAllData" ma:web="1a860d3e-6179-436c-977f-c8fec32702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5eb909-7871-4881-a0e4-375dc0be45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a38e7027-190f-4f90-8839-9f8250567d8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a860d3e-6179-436c-977f-c8fec32702f9" xsi:nil="true"/>
    <lcf76f155ced4ddcb4097134ff3c332f xmlns="975eb909-7871-4881-a0e4-375dc0be450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9CF0BF8-F797-4759-9417-C8C7772D84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860d3e-6179-436c-977f-c8fec32702f9"/>
    <ds:schemaRef ds:uri="975eb909-7871-4881-a0e4-375dc0be45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367F54D-C6BB-4D48-A689-0AE8BC5610E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71C69F9-B962-4B0D-924F-2FBA78EC241F}">
  <ds:schemaRefs>
    <ds:schemaRef ds:uri="975eb909-7871-4881-a0e4-375dc0be4505"/>
    <ds:schemaRef ds:uri="1a860d3e-6179-436c-977f-c8fec32702f9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Tema MISO</Template>
  <TotalTime>5067</TotalTime>
  <Words>1004</Words>
  <Application>Microsoft Macintosh PowerPoint</Application>
  <PresentationFormat>Custom</PresentationFormat>
  <Paragraphs>51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GT America</vt:lpstr>
      <vt:lpstr>GT America Bold</vt:lpstr>
      <vt:lpstr>GT America Thin</vt:lpstr>
      <vt:lpstr>Lato</vt:lpstr>
      <vt:lpstr>Tema3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Felipe Arturo Bonilla Parra</dc:creator>
  <cp:lastModifiedBy>Juan Felipe Rojas Cendales</cp:lastModifiedBy>
  <cp:revision>140</cp:revision>
  <dcterms:created xsi:type="dcterms:W3CDTF">2020-02-04T21:09:36Z</dcterms:created>
  <dcterms:modified xsi:type="dcterms:W3CDTF">2025-09-19T02:04:26Z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0x010100C3FA879870CE104FB414359600E5844F</vt:lpwstr>
  </property>
  <property fmtid="{D5CDD505-2E9C-101B-9397-08002B2CF9AE}" pid="3" name="MediaServiceImageTags">
    <vt:lpwstr/>
  </property>
</Properties>
</file>