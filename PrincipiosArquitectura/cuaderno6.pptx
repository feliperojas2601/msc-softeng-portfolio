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13"/>
  </p:notesMasterIdLst>
  <p:sldIdLst>
    <p:sldId id="256" r:id="rId5"/>
    <p:sldId id="258" r:id="rId6"/>
    <p:sldId id="265" r:id="rId7"/>
    <p:sldId id="320" r:id="rId8"/>
    <p:sldId id="327" r:id="rId9"/>
    <p:sldId id="321" r:id="rId10"/>
    <p:sldId id="325" r:id="rId11"/>
    <p:sldId id="326" r:id="rId12"/>
  </p:sldIdLst>
  <p:sldSz cx="20104100" cy="1185545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4250"/>
    <a:srgbClr val="FF8CA6"/>
    <a:srgbClr val="974B59"/>
    <a:srgbClr val="965942"/>
    <a:srgbClr val="CFA5AA"/>
    <a:srgbClr val="3421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0822"/>
  </p:normalViewPr>
  <p:slideViewPr>
    <p:cSldViewPr snapToGrid="0">
      <p:cViewPr varScale="1">
        <p:scale>
          <a:sx n="58" d="100"/>
          <a:sy n="58" d="100"/>
        </p:scale>
        <p:origin x="2440" y="23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Valeria Mendoza Cipagauta" userId="9d05f6fe-bc3e-4e8b-b0a3-47cfb1c3fad5" providerId="ADAL" clId="{2917D59B-C2FD-42BE-A0BE-AD2E50DB0FE8}"/>
    <pc:docChg chg="custSel addSld delSld modSld">
      <pc:chgData name="Ana Valeria Mendoza Cipagauta" userId="9d05f6fe-bc3e-4e8b-b0a3-47cfb1c3fad5" providerId="ADAL" clId="{2917D59B-C2FD-42BE-A0BE-AD2E50DB0FE8}" dt="2023-01-20T13:07:17.391" v="2" actId="27636"/>
      <pc:docMkLst>
        <pc:docMk/>
      </pc:docMkLst>
      <pc:sldChg chg="modSp">
        <pc:chgData name="Ana Valeria Mendoza Cipagauta" userId="9d05f6fe-bc3e-4e8b-b0a3-47cfb1c3fad5" providerId="ADAL" clId="{2917D59B-C2FD-42BE-A0BE-AD2E50DB0FE8}" dt="2023-01-20T13:07:17.391" v="2" actId="27636"/>
        <pc:sldMkLst>
          <pc:docMk/>
          <pc:sldMk cId="2908288428" sldId="256"/>
        </pc:sldMkLst>
        <pc:spChg chg="mod">
          <ac:chgData name="Ana Valeria Mendoza Cipagauta" userId="9d05f6fe-bc3e-4e8b-b0a3-47cfb1c3fad5" providerId="ADAL" clId="{2917D59B-C2FD-42BE-A0BE-AD2E50DB0FE8}" dt="2023-01-20T13:07:17.391" v="2" actId="27636"/>
          <ac:spMkLst>
            <pc:docMk/>
            <pc:sldMk cId="2908288428" sldId="256"/>
            <ac:spMk id="3" creationId="{2D598DFA-329B-2E42-B0CD-A299535D3FF7}"/>
          </ac:spMkLst>
        </pc:spChg>
      </pc:sldChg>
      <pc:sldChg chg="del">
        <pc:chgData name="Ana Valeria Mendoza Cipagauta" userId="9d05f6fe-bc3e-4e8b-b0a3-47cfb1c3fad5" providerId="ADAL" clId="{2917D59B-C2FD-42BE-A0BE-AD2E50DB0FE8}" dt="2023-01-20T13:07:15.922" v="0" actId="2696"/>
        <pc:sldMkLst>
          <pc:docMk/>
          <pc:sldMk cId="2526152964" sldId="274"/>
        </pc:sldMkLst>
      </pc:sldChg>
      <pc:sldChg chg="add">
        <pc:chgData name="Ana Valeria Mendoza Cipagauta" userId="9d05f6fe-bc3e-4e8b-b0a3-47cfb1c3fad5" providerId="ADAL" clId="{2917D59B-C2FD-42BE-A0BE-AD2E50DB0FE8}" dt="2023-01-20T13:07:17.322" v="1"/>
        <pc:sldMkLst>
          <pc:docMk/>
          <pc:sldMk cId="4171484528" sldId="326"/>
        </pc:sldMkLst>
      </pc:sldChg>
    </pc:docChg>
  </pc:docChgLst>
  <pc:docChgLst>
    <pc:chgData name="Ana Valeria Mendoza Cipagauta" userId="9d05f6fe-bc3e-4e8b-b0a3-47cfb1c3fad5" providerId="ADAL" clId="{466B5F06-900C-4714-B07E-CEA1C927ABE0}"/>
    <pc:docChg chg="custSel addSld modSld">
      <pc:chgData name="Ana Valeria Mendoza Cipagauta" userId="9d05f6fe-bc3e-4e8b-b0a3-47cfb1c3fad5" providerId="ADAL" clId="{466B5F06-900C-4714-B07E-CEA1C927ABE0}" dt="2023-01-18T20:27:25.429" v="1" actId="27636"/>
      <pc:docMkLst>
        <pc:docMk/>
      </pc:docMkLst>
      <pc:sldChg chg="modSp">
        <pc:chgData name="Ana Valeria Mendoza Cipagauta" userId="9d05f6fe-bc3e-4e8b-b0a3-47cfb1c3fad5" providerId="ADAL" clId="{466B5F06-900C-4714-B07E-CEA1C927ABE0}" dt="2023-01-18T20:27:25.429" v="1" actId="27636"/>
        <pc:sldMkLst>
          <pc:docMk/>
          <pc:sldMk cId="2908288428" sldId="256"/>
        </pc:sldMkLst>
        <pc:spChg chg="mod">
          <ac:chgData name="Ana Valeria Mendoza Cipagauta" userId="9d05f6fe-bc3e-4e8b-b0a3-47cfb1c3fad5" providerId="ADAL" clId="{466B5F06-900C-4714-B07E-CEA1C927ABE0}" dt="2023-01-18T20:27:25.429" v="1" actId="27636"/>
          <ac:spMkLst>
            <pc:docMk/>
            <pc:sldMk cId="2908288428" sldId="256"/>
            <ac:spMk id="3" creationId="{2D598DFA-329B-2E42-B0CD-A299535D3F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O"/>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45EE62C-472A-0944-B273-7A532AA1B9AC}" type="datetimeFigureOut">
              <a:rPr lang="en-CO" smtClean="0"/>
              <a:t>10/09/25</a:t>
            </a:fld>
            <a:endParaRPr lang="en-CO"/>
          </a:p>
        </p:txBody>
      </p:sp>
      <p:sp>
        <p:nvSpPr>
          <p:cNvPr id="4" name="Slide Image Placeholder 3"/>
          <p:cNvSpPr>
            <a:spLocks noGrp="1" noRot="1" noChangeAspect="1"/>
          </p:cNvSpPr>
          <p:nvPr>
            <p:ph type="sldImg" idx="2"/>
          </p:nvPr>
        </p:nvSpPr>
        <p:spPr>
          <a:xfrm>
            <a:off x="2609850" y="857250"/>
            <a:ext cx="3924300" cy="2314575"/>
          </a:xfrm>
          <a:prstGeom prst="rect">
            <a:avLst/>
          </a:prstGeom>
          <a:noFill/>
          <a:ln w="12700">
            <a:solidFill>
              <a:prstClr val="black"/>
            </a:solidFill>
          </a:ln>
        </p:spPr>
        <p:txBody>
          <a:bodyPr vert="horz" lIns="91440" tIns="45720" rIns="91440" bIns="45720" rtlCol="0" anchor="ctr"/>
          <a:lstStyle/>
          <a:p>
            <a:endParaRPr lang="en-CO"/>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CO"/>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E9ACABF-6E5F-1440-8A94-6FA0FACD68FC}" type="slidenum">
              <a:rPr lang="en-CO" smtClean="0"/>
              <a:t>‹#›</a:t>
            </a:fld>
            <a:endParaRPr lang="en-CO"/>
          </a:p>
        </p:txBody>
      </p:sp>
    </p:spTree>
    <p:extLst>
      <p:ext uri="{BB962C8B-B14F-4D97-AF65-F5344CB8AC3E}">
        <p14:creationId xmlns:p14="http://schemas.microsoft.com/office/powerpoint/2010/main" val="41001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noProof="0" dirty="0"/>
          </a:p>
        </p:txBody>
      </p:sp>
      <p:sp>
        <p:nvSpPr>
          <p:cNvPr id="4" name="Slide Number Placeholder 3"/>
          <p:cNvSpPr>
            <a:spLocks noGrp="1"/>
          </p:cNvSpPr>
          <p:nvPr>
            <p:ph type="sldNum" sz="quarter" idx="5"/>
          </p:nvPr>
        </p:nvSpPr>
        <p:spPr/>
        <p:txBody>
          <a:bodyPr/>
          <a:lstStyle/>
          <a:p>
            <a:fld id="{BE9ACABF-6E5F-1440-8A94-6FA0FACD68FC}" type="slidenum">
              <a:rPr lang="en-CO" smtClean="0"/>
              <a:t>1</a:t>
            </a:fld>
            <a:endParaRPr lang="en-CO"/>
          </a:p>
        </p:txBody>
      </p:sp>
    </p:spTree>
    <p:extLst>
      <p:ext uri="{BB962C8B-B14F-4D97-AF65-F5344CB8AC3E}">
        <p14:creationId xmlns:p14="http://schemas.microsoft.com/office/powerpoint/2010/main" val="60409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2</a:t>
            </a:fld>
            <a:endParaRPr lang="en-CO"/>
          </a:p>
        </p:txBody>
      </p:sp>
    </p:spTree>
    <p:extLst>
      <p:ext uri="{BB962C8B-B14F-4D97-AF65-F5344CB8AC3E}">
        <p14:creationId xmlns:p14="http://schemas.microsoft.com/office/powerpoint/2010/main" val="184871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3</a:t>
            </a:fld>
            <a:endParaRPr lang="en-CO"/>
          </a:p>
        </p:txBody>
      </p:sp>
    </p:spTree>
    <p:extLst>
      <p:ext uri="{BB962C8B-B14F-4D97-AF65-F5344CB8AC3E}">
        <p14:creationId xmlns:p14="http://schemas.microsoft.com/office/powerpoint/2010/main" val="1681058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4</a:t>
            </a:fld>
            <a:endParaRPr lang="en-CO"/>
          </a:p>
        </p:txBody>
      </p:sp>
    </p:spTree>
    <p:extLst>
      <p:ext uri="{BB962C8B-B14F-4D97-AF65-F5344CB8AC3E}">
        <p14:creationId xmlns:p14="http://schemas.microsoft.com/office/powerpoint/2010/main" val="1981875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B04FD-A6E1-FEFA-557B-93B2305DC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EA96B-084B-7E4E-8169-DDA016553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F4594-364E-6205-9643-5F57CBDF9A4C}"/>
              </a:ext>
            </a:extLst>
          </p:cNvPr>
          <p:cNvSpPr>
            <a:spLocks noGrp="1"/>
          </p:cNvSpPr>
          <p:nvPr>
            <p:ph type="body" idx="1"/>
          </p:nvPr>
        </p:nvSpPr>
        <p:spPr/>
        <p:txBody>
          <a:bodyPr/>
          <a:lstStyle/>
          <a:p>
            <a:endParaRPr lang="en-CO" sz="1600" dirty="0"/>
          </a:p>
        </p:txBody>
      </p:sp>
      <p:sp>
        <p:nvSpPr>
          <p:cNvPr id="4" name="Slide Number Placeholder 3">
            <a:extLst>
              <a:ext uri="{FF2B5EF4-FFF2-40B4-BE49-F238E27FC236}">
                <a16:creationId xmlns:a16="http://schemas.microsoft.com/office/drawing/2014/main" id="{1142CE64-9ABC-55AF-34CA-8E8FF6BA76EE}"/>
              </a:ext>
            </a:extLst>
          </p:cNvPr>
          <p:cNvSpPr>
            <a:spLocks noGrp="1"/>
          </p:cNvSpPr>
          <p:nvPr>
            <p:ph type="sldNum" sz="quarter" idx="5"/>
          </p:nvPr>
        </p:nvSpPr>
        <p:spPr/>
        <p:txBody>
          <a:bodyPr/>
          <a:lstStyle/>
          <a:p>
            <a:fld id="{BE9ACABF-6E5F-1440-8A94-6FA0FACD68FC}" type="slidenum">
              <a:rPr lang="en-CO" smtClean="0"/>
              <a:t>5</a:t>
            </a:fld>
            <a:endParaRPr lang="en-CO"/>
          </a:p>
        </p:txBody>
      </p:sp>
    </p:spTree>
    <p:extLst>
      <p:ext uri="{BB962C8B-B14F-4D97-AF65-F5344CB8AC3E}">
        <p14:creationId xmlns:p14="http://schemas.microsoft.com/office/powerpoint/2010/main" val="3555719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6</a:t>
            </a:fld>
            <a:endParaRPr lang="en-CO"/>
          </a:p>
        </p:txBody>
      </p:sp>
    </p:spTree>
    <p:extLst>
      <p:ext uri="{BB962C8B-B14F-4D97-AF65-F5344CB8AC3E}">
        <p14:creationId xmlns:p14="http://schemas.microsoft.com/office/powerpoint/2010/main" val="3931475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7</a:t>
            </a:fld>
            <a:endParaRPr lang="en-CO"/>
          </a:p>
        </p:txBody>
      </p:sp>
    </p:spTree>
    <p:extLst>
      <p:ext uri="{BB962C8B-B14F-4D97-AF65-F5344CB8AC3E}">
        <p14:creationId xmlns:p14="http://schemas.microsoft.com/office/powerpoint/2010/main" val="3527025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13013" y="1940233"/>
            <a:ext cx="15078075" cy="4127453"/>
          </a:xfrm>
        </p:spPr>
        <p:txBody>
          <a:bodyPr anchor="b"/>
          <a:lstStyle>
            <a:lvl1pPr algn="ctr">
              <a:defRPr sz="9894"/>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13013" y="6226856"/>
            <a:ext cx="15078075" cy="2862322"/>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10/09/25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10301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10/09/25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96688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371686" y="2955631"/>
            <a:ext cx="17339786" cy="4931537"/>
          </a:xfrm>
        </p:spPr>
        <p:txBody>
          <a:bodyPr anchor="b"/>
          <a:lstStyle>
            <a:lvl1pPr>
              <a:defRPr sz="9894"/>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86" y="7933822"/>
            <a:ext cx="17339786" cy="259337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C469C3E-277C-4E1F-A249-5B730364B4FA}" type="datetimeFigureOut">
              <a:rPr lang="es-CO" smtClean="0"/>
              <a:t>10/09/25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282634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82157"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0177700"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C469C3E-277C-4E1F-A249-5B730364B4FA}" type="datetimeFigureOut">
              <a:rPr lang="es-CO" smtClean="0"/>
              <a:t>10/09/25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6780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84776" y="631194"/>
            <a:ext cx="17339786" cy="229150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4776" y="2906233"/>
            <a:ext cx="8504976"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4" name="Content Placeholder 3"/>
          <p:cNvSpPr>
            <a:spLocks noGrp="1"/>
          </p:cNvSpPr>
          <p:nvPr>
            <p:ph sz="half" idx="2"/>
          </p:nvPr>
        </p:nvSpPr>
        <p:spPr>
          <a:xfrm>
            <a:off x="1384776" y="4330532"/>
            <a:ext cx="8504976"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0177701" y="2906233"/>
            <a:ext cx="8546861"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6" name="Content Placeholder 5"/>
          <p:cNvSpPr>
            <a:spLocks noGrp="1"/>
          </p:cNvSpPr>
          <p:nvPr>
            <p:ph sz="quarter" idx="4"/>
          </p:nvPr>
        </p:nvSpPr>
        <p:spPr>
          <a:xfrm>
            <a:off x="10177701" y="4330532"/>
            <a:ext cx="8546861"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C469C3E-277C-4E1F-A249-5B730364B4FA}" type="datetimeFigureOut">
              <a:rPr lang="es-CO" smtClean="0"/>
              <a:t>10/09/25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741842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C469C3E-277C-4E1F-A249-5B730364B4FA}" type="datetimeFigureOut">
              <a:rPr lang="es-CO" smtClean="0"/>
              <a:t>10/09/25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08679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469C3E-277C-4E1F-A249-5B730364B4FA}" type="datetimeFigureOut">
              <a:rPr lang="es-CO" smtClean="0"/>
              <a:t>10/09/25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489EC60-5D13-492C-8D6B-471F73FDA5E8}" type="slidenum">
              <a:rPr lang="es-CO" smtClean="0"/>
              <a:t>‹#›</a:t>
            </a:fld>
            <a:endParaRPr lang="es-CO"/>
          </a:p>
        </p:txBody>
      </p:sp>
      <p:sp>
        <p:nvSpPr>
          <p:cNvPr id="5" name="Title 4">
            <a:extLst>
              <a:ext uri="{FF2B5EF4-FFF2-40B4-BE49-F238E27FC236}">
                <a16:creationId xmlns:a16="http://schemas.microsoft.com/office/drawing/2014/main" id="{6482AC05-58CE-4E49-B563-09D5951AEB92}"/>
              </a:ext>
            </a:extLst>
          </p:cNvPr>
          <p:cNvSpPr>
            <a:spLocks noGrp="1"/>
          </p:cNvSpPr>
          <p:nvPr>
            <p:ph type="title"/>
          </p:nvPr>
        </p:nvSpPr>
        <p:spPr/>
        <p:txBody>
          <a:bodyPr/>
          <a:lstStyle/>
          <a:p>
            <a:r>
              <a:rPr lang="en-US"/>
              <a:t>Click to edit Master title style</a:t>
            </a:r>
            <a:endParaRPr lang="en-CO"/>
          </a:p>
        </p:txBody>
      </p:sp>
    </p:spTree>
    <p:extLst>
      <p:ext uri="{BB962C8B-B14F-4D97-AF65-F5344CB8AC3E}">
        <p14:creationId xmlns:p14="http://schemas.microsoft.com/office/powerpoint/2010/main" val="264448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Content Placeholder 2"/>
          <p:cNvSpPr>
            <a:spLocks noGrp="1"/>
          </p:cNvSpPr>
          <p:nvPr>
            <p:ph idx="1"/>
          </p:nvPr>
        </p:nvSpPr>
        <p:spPr>
          <a:xfrm>
            <a:off x="8546861" y="1706966"/>
            <a:ext cx="10177701" cy="8425054"/>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10/09/25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89804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546861" y="1706966"/>
            <a:ext cx="10177701" cy="8425054"/>
          </a:xfrm>
        </p:spPr>
        <p:txBody>
          <a:bodyPr anchor="t"/>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10/09/25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236099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10/09/25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901031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386996" y="631193"/>
            <a:ext cx="4334947" cy="1004694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82157" y="631193"/>
            <a:ext cx="12753538" cy="1004694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10/09/25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749588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4" name="object 4">
            <a:extLst>
              <a:ext uri="{FF2B5EF4-FFF2-40B4-BE49-F238E27FC236}">
                <a16:creationId xmlns:a16="http://schemas.microsoft.com/office/drawing/2014/main" id="{6A9484B0-F8DA-3942-AEB4-AC77CA4CE475}"/>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5">
            <a:extLst>
              <a:ext uri="{FF2B5EF4-FFF2-40B4-BE49-F238E27FC236}">
                <a16:creationId xmlns:a16="http://schemas.microsoft.com/office/drawing/2014/main" id="{8698A834-C399-FE4A-8AF7-4C083617CB7A}"/>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6">
            <a:extLst>
              <a:ext uri="{FF2B5EF4-FFF2-40B4-BE49-F238E27FC236}">
                <a16:creationId xmlns:a16="http://schemas.microsoft.com/office/drawing/2014/main" id="{713501B0-9E0E-6645-A7CE-91BB42BEB3EB}"/>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7">
            <a:extLst>
              <a:ext uri="{FF2B5EF4-FFF2-40B4-BE49-F238E27FC236}">
                <a16:creationId xmlns:a16="http://schemas.microsoft.com/office/drawing/2014/main" id="{E0AB0AA3-FC6C-B442-8456-AD7F97AEE4F7}"/>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8">
            <a:extLst>
              <a:ext uri="{FF2B5EF4-FFF2-40B4-BE49-F238E27FC236}">
                <a16:creationId xmlns:a16="http://schemas.microsoft.com/office/drawing/2014/main" id="{9C8A4095-0BD9-5C44-B5C0-04E5BCAFD5D7}"/>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9">
            <a:extLst>
              <a:ext uri="{FF2B5EF4-FFF2-40B4-BE49-F238E27FC236}">
                <a16:creationId xmlns:a16="http://schemas.microsoft.com/office/drawing/2014/main" id="{6D5C7BA6-D3B5-084C-AAFC-8B119C6FCE6B}"/>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30" name="object 10">
            <a:extLst>
              <a:ext uri="{FF2B5EF4-FFF2-40B4-BE49-F238E27FC236}">
                <a16:creationId xmlns:a16="http://schemas.microsoft.com/office/drawing/2014/main" id="{82202673-B67E-1346-B14E-FD3C26EE47B9}"/>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31" name="object 11">
            <a:extLst>
              <a:ext uri="{FF2B5EF4-FFF2-40B4-BE49-F238E27FC236}">
                <a16:creationId xmlns:a16="http://schemas.microsoft.com/office/drawing/2014/main" id="{DBC11555-86E2-D644-878F-9F1BC77B8DF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2">
            <a:extLst>
              <a:ext uri="{FF2B5EF4-FFF2-40B4-BE49-F238E27FC236}">
                <a16:creationId xmlns:a16="http://schemas.microsoft.com/office/drawing/2014/main" id="{891AEE34-A4D3-754C-93D6-13460BA10354}"/>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3">
            <a:extLst>
              <a:ext uri="{FF2B5EF4-FFF2-40B4-BE49-F238E27FC236}">
                <a16:creationId xmlns:a16="http://schemas.microsoft.com/office/drawing/2014/main" id="{39891505-45EC-E642-B8BB-D51703AB629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4">
            <a:extLst>
              <a:ext uri="{FF2B5EF4-FFF2-40B4-BE49-F238E27FC236}">
                <a16:creationId xmlns:a16="http://schemas.microsoft.com/office/drawing/2014/main" id="{A9A10BBC-C781-914C-BB86-52D279784C53}"/>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5">
            <a:extLst>
              <a:ext uri="{FF2B5EF4-FFF2-40B4-BE49-F238E27FC236}">
                <a16:creationId xmlns:a16="http://schemas.microsoft.com/office/drawing/2014/main" id="{4128F62F-287A-F54D-92ED-3B9739C5760D}"/>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6">
            <a:extLst>
              <a:ext uri="{FF2B5EF4-FFF2-40B4-BE49-F238E27FC236}">
                <a16:creationId xmlns:a16="http://schemas.microsoft.com/office/drawing/2014/main" id="{9541C34C-174C-6943-98EE-1AECE5B74A70}"/>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7">
            <a:extLst>
              <a:ext uri="{FF2B5EF4-FFF2-40B4-BE49-F238E27FC236}">
                <a16:creationId xmlns:a16="http://schemas.microsoft.com/office/drawing/2014/main" id="{CDC678A1-7F8B-6145-9FA6-F789269E1CD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8">
            <a:extLst>
              <a:ext uri="{FF2B5EF4-FFF2-40B4-BE49-F238E27FC236}">
                <a16:creationId xmlns:a16="http://schemas.microsoft.com/office/drawing/2014/main" id="{D564D977-A150-4248-8049-C15579447985}"/>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9">
            <a:extLst>
              <a:ext uri="{FF2B5EF4-FFF2-40B4-BE49-F238E27FC236}">
                <a16:creationId xmlns:a16="http://schemas.microsoft.com/office/drawing/2014/main" id="{419A55DF-1CB9-5D4D-BBF6-0C145438DDD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20">
            <a:extLst>
              <a:ext uri="{FF2B5EF4-FFF2-40B4-BE49-F238E27FC236}">
                <a16:creationId xmlns:a16="http://schemas.microsoft.com/office/drawing/2014/main" id="{6E2D8DD1-4DE5-3F44-BEFA-11DBAB77446E}"/>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1">
            <a:extLst>
              <a:ext uri="{FF2B5EF4-FFF2-40B4-BE49-F238E27FC236}">
                <a16:creationId xmlns:a16="http://schemas.microsoft.com/office/drawing/2014/main" id="{FF1AAF08-9EC7-0F48-AD70-BE5CA3BE2461}"/>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2">
            <a:extLst>
              <a:ext uri="{FF2B5EF4-FFF2-40B4-BE49-F238E27FC236}">
                <a16:creationId xmlns:a16="http://schemas.microsoft.com/office/drawing/2014/main" id="{66A14E71-8851-7949-8634-48CDA7549E45}"/>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3">
            <a:extLst>
              <a:ext uri="{FF2B5EF4-FFF2-40B4-BE49-F238E27FC236}">
                <a16:creationId xmlns:a16="http://schemas.microsoft.com/office/drawing/2014/main" id="{0A7A9DCD-8185-1B48-90AD-58F373A655C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4">
            <a:extLst>
              <a:ext uri="{FF2B5EF4-FFF2-40B4-BE49-F238E27FC236}">
                <a16:creationId xmlns:a16="http://schemas.microsoft.com/office/drawing/2014/main" id="{CA3D13B8-0C93-D443-87F1-694A1BEBFA5F}"/>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85713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
        <p:nvSpPr>
          <p:cNvPr id="24" name="object 9">
            <a:extLst>
              <a:ext uri="{FF2B5EF4-FFF2-40B4-BE49-F238E27FC236}">
                <a16:creationId xmlns:a16="http://schemas.microsoft.com/office/drawing/2014/main" id="{17AC649C-F953-AF45-B24A-74DC73993AE2}"/>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25" name="object 10">
            <a:extLst>
              <a:ext uri="{FF2B5EF4-FFF2-40B4-BE49-F238E27FC236}">
                <a16:creationId xmlns:a16="http://schemas.microsoft.com/office/drawing/2014/main" id="{7F2733B0-6D43-154E-868C-C6BD4460469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26" name="object 11">
            <a:extLst>
              <a:ext uri="{FF2B5EF4-FFF2-40B4-BE49-F238E27FC236}">
                <a16:creationId xmlns:a16="http://schemas.microsoft.com/office/drawing/2014/main" id="{C9E2229B-D6C0-B04D-83FB-E9A816CBE95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28" name="object 12">
            <a:extLst>
              <a:ext uri="{FF2B5EF4-FFF2-40B4-BE49-F238E27FC236}">
                <a16:creationId xmlns:a16="http://schemas.microsoft.com/office/drawing/2014/main" id="{7A2288C5-077D-1743-85E1-4ECEFBD1F43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29" name="object 13">
            <a:extLst>
              <a:ext uri="{FF2B5EF4-FFF2-40B4-BE49-F238E27FC236}">
                <a16:creationId xmlns:a16="http://schemas.microsoft.com/office/drawing/2014/main" id="{835C88AC-A107-7042-A036-E51E76415B90}"/>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30" name="object 14">
            <a:extLst>
              <a:ext uri="{FF2B5EF4-FFF2-40B4-BE49-F238E27FC236}">
                <a16:creationId xmlns:a16="http://schemas.microsoft.com/office/drawing/2014/main" id="{6A3AA805-12B7-E442-B945-30D7D0F5D4F9}"/>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1" name="object 15">
            <a:extLst>
              <a:ext uri="{FF2B5EF4-FFF2-40B4-BE49-F238E27FC236}">
                <a16:creationId xmlns:a16="http://schemas.microsoft.com/office/drawing/2014/main" id="{0AA6B5E5-961E-2640-A80B-26975E30CD92}"/>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32" name="object 16">
            <a:extLst>
              <a:ext uri="{FF2B5EF4-FFF2-40B4-BE49-F238E27FC236}">
                <a16:creationId xmlns:a16="http://schemas.microsoft.com/office/drawing/2014/main" id="{175672B5-4116-C241-91B0-35EC4C7558E3}"/>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3" name="object 17">
            <a:extLst>
              <a:ext uri="{FF2B5EF4-FFF2-40B4-BE49-F238E27FC236}">
                <a16:creationId xmlns:a16="http://schemas.microsoft.com/office/drawing/2014/main" id="{F290B3F7-F827-5347-8F2F-2DE09B8AC4DA}"/>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4" name="object 18">
            <a:extLst>
              <a:ext uri="{FF2B5EF4-FFF2-40B4-BE49-F238E27FC236}">
                <a16:creationId xmlns:a16="http://schemas.microsoft.com/office/drawing/2014/main" id="{AB7F6A5C-8D68-2A47-86F0-2A45FCBACAD9}"/>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5" name="object 19">
            <a:extLst>
              <a:ext uri="{FF2B5EF4-FFF2-40B4-BE49-F238E27FC236}">
                <a16:creationId xmlns:a16="http://schemas.microsoft.com/office/drawing/2014/main" id="{0BEC6072-6810-9442-AD0C-8019A3AC643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6" name="object 20">
            <a:extLst>
              <a:ext uri="{FF2B5EF4-FFF2-40B4-BE49-F238E27FC236}">
                <a16:creationId xmlns:a16="http://schemas.microsoft.com/office/drawing/2014/main" id="{9B250FE4-36BF-F146-9400-1814D11DC01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37" name="object 21">
            <a:extLst>
              <a:ext uri="{FF2B5EF4-FFF2-40B4-BE49-F238E27FC236}">
                <a16:creationId xmlns:a16="http://schemas.microsoft.com/office/drawing/2014/main" id="{901CB690-F8A5-314D-AA60-61A529B056E5}"/>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38" name="object 22">
            <a:extLst>
              <a:ext uri="{FF2B5EF4-FFF2-40B4-BE49-F238E27FC236}">
                <a16:creationId xmlns:a16="http://schemas.microsoft.com/office/drawing/2014/main" id="{670E0DBE-C1CD-EC4B-9631-D439DAADD578}"/>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39" name="object 23">
            <a:extLst>
              <a:ext uri="{FF2B5EF4-FFF2-40B4-BE49-F238E27FC236}">
                <a16:creationId xmlns:a16="http://schemas.microsoft.com/office/drawing/2014/main" id="{2DD5A65C-0AF7-3841-AB61-CB516969BA2C}"/>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40" name="object 24">
            <a:extLst>
              <a:ext uri="{FF2B5EF4-FFF2-40B4-BE49-F238E27FC236}">
                <a16:creationId xmlns:a16="http://schemas.microsoft.com/office/drawing/2014/main" id="{CBF7C7F1-A62B-7946-8E02-45E004FA6408}"/>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41" name="object 4">
            <a:extLst>
              <a:ext uri="{FF2B5EF4-FFF2-40B4-BE49-F238E27FC236}">
                <a16:creationId xmlns:a16="http://schemas.microsoft.com/office/drawing/2014/main" id="{EAC3854A-CBC3-A447-AAF1-52893408CDCA}"/>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42" name="object 5">
            <a:extLst>
              <a:ext uri="{FF2B5EF4-FFF2-40B4-BE49-F238E27FC236}">
                <a16:creationId xmlns:a16="http://schemas.microsoft.com/office/drawing/2014/main" id="{3D614B4C-F3EE-D746-AE1D-3A2CC38E6723}"/>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43" name="object 6">
            <a:extLst>
              <a:ext uri="{FF2B5EF4-FFF2-40B4-BE49-F238E27FC236}">
                <a16:creationId xmlns:a16="http://schemas.microsoft.com/office/drawing/2014/main" id="{266ED586-2D27-A34D-AE62-88FC460EF07F}"/>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44" name="object 7">
            <a:extLst>
              <a:ext uri="{FF2B5EF4-FFF2-40B4-BE49-F238E27FC236}">
                <a16:creationId xmlns:a16="http://schemas.microsoft.com/office/drawing/2014/main" id="{FF569CA1-924D-C144-8D08-0C31DC9CB07D}"/>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45" name="object 8">
            <a:extLst>
              <a:ext uri="{FF2B5EF4-FFF2-40B4-BE49-F238E27FC236}">
                <a16:creationId xmlns:a16="http://schemas.microsoft.com/office/drawing/2014/main" id="{4D484B88-E07B-074A-9430-B8CFAEEE19A3}"/>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Tree>
    <p:extLst>
      <p:ext uri="{BB962C8B-B14F-4D97-AF65-F5344CB8AC3E}">
        <p14:creationId xmlns:p14="http://schemas.microsoft.com/office/powerpoint/2010/main" val="2277711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27" name="object 4">
            <a:extLst>
              <a:ext uri="{FF2B5EF4-FFF2-40B4-BE49-F238E27FC236}">
                <a16:creationId xmlns:a16="http://schemas.microsoft.com/office/drawing/2014/main" id="{A252CD70-906A-5E46-8AA4-C762E8ECD5A7}"/>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30" name="object 5">
            <a:extLst>
              <a:ext uri="{FF2B5EF4-FFF2-40B4-BE49-F238E27FC236}">
                <a16:creationId xmlns:a16="http://schemas.microsoft.com/office/drawing/2014/main" id="{2C07B2A4-8F50-5242-8938-A16E772EDBC7}"/>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46" name="object 6">
            <a:extLst>
              <a:ext uri="{FF2B5EF4-FFF2-40B4-BE49-F238E27FC236}">
                <a16:creationId xmlns:a16="http://schemas.microsoft.com/office/drawing/2014/main" id="{B61E0EE2-83A6-E545-8741-6BFFA1A4BF3C}"/>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48" name="object 7">
            <a:extLst>
              <a:ext uri="{FF2B5EF4-FFF2-40B4-BE49-F238E27FC236}">
                <a16:creationId xmlns:a16="http://schemas.microsoft.com/office/drawing/2014/main" id="{8E58896A-38B0-E14A-8997-A017554DE67A}"/>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49" name="object 8">
            <a:extLst>
              <a:ext uri="{FF2B5EF4-FFF2-40B4-BE49-F238E27FC236}">
                <a16:creationId xmlns:a16="http://schemas.microsoft.com/office/drawing/2014/main" id="{2EE54B99-A907-B945-8CCD-D2DB182FD1E1}"/>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51" name="object 10">
            <a:extLst>
              <a:ext uri="{FF2B5EF4-FFF2-40B4-BE49-F238E27FC236}">
                <a16:creationId xmlns:a16="http://schemas.microsoft.com/office/drawing/2014/main" id="{5A1D3919-490E-2C40-A029-3FF708F75DD6}"/>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52" name="object 11">
            <a:extLst>
              <a:ext uri="{FF2B5EF4-FFF2-40B4-BE49-F238E27FC236}">
                <a16:creationId xmlns:a16="http://schemas.microsoft.com/office/drawing/2014/main" id="{C38B9151-0E56-B342-9B48-B074865DF62E}"/>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53" name="object 12">
            <a:extLst>
              <a:ext uri="{FF2B5EF4-FFF2-40B4-BE49-F238E27FC236}">
                <a16:creationId xmlns:a16="http://schemas.microsoft.com/office/drawing/2014/main" id="{672C652E-9210-D144-AAFE-3D0A1D99F96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4" name="object 13">
            <a:extLst>
              <a:ext uri="{FF2B5EF4-FFF2-40B4-BE49-F238E27FC236}">
                <a16:creationId xmlns:a16="http://schemas.microsoft.com/office/drawing/2014/main" id="{ABA2F8DA-A9D9-9C4B-82DB-C907C5ABEA7B}"/>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C4CA5A63-BD19-6040-B2B3-5FE3F7997A72}"/>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6" name="object 15">
            <a:extLst>
              <a:ext uri="{FF2B5EF4-FFF2-40B4-BE49-F238E27FC236}">
                <a16:creationId xmlns:a16="http://schemas.microsoft.com/office/drawing/2014/main" id="{855FB243-8412-BF4B-96EE-B3B181C4B5D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57" name="object 16">
            <a:extLst>
              <a:ext uri="{FF2B5EF4-FFF2-40B4-BE49-F238E27FC236}">
                <a16:creationId xmlns:a16="http://schemas.microsoft.com/office/drawing/2014/main" id="{7522AE22-522A-444E-A43A-95AF34460D8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8" name="object 17">
            <a:extLst>
              <a:ext uri="{FF2B5EF4-FFF2-40B4-BE49-F238E27FC236}">
                <a16:creationId xmlns:a16="http://schemas.microsoft.com/office/drawing/2014/main" id="{4F1491BF-C22E-2D47-ABF7-3F83E5CCF596}"/>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59" name="object 18">
            <a:extLst>
              <a:ext uri="{FF2B5EF4-FFF2-40B4-BE49-F238E27FC236}">
                <a16:creationId xmlns:a16="http://schemas.microsoft.com/office/drawing/2014/main" id="{773713B7-5530-C943-88DF-3F82542DF6B0}"/>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0" name="object 19">
            <a:extLst>
              <a:ext uri="{FF2B5EF4-FFF2-40B4-BE49-F238E27FC236}">
                <a16:creationId xmlns:a16="http://schemas.microsoft.com/office/drawing/2014/main" id="{7588C906-0804-8946-9814-503C77F4FB76}"/>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1" name="object 20">
            <a:extLst>
              <a:ext uri="{FF2B5EF4-FFF2-40B4-BE49-F238E27FC236}">
                <a16:creationId xmlns:a16="http://schemas.microsoft.com/office/drawing/2014/main" id="{1224459D-8A29-F14F-B974-76841C177968}"/>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62" name="object 21">
            <a:extLst>
              <a:ext uri="{FF2B5EF4-FFF2-40B4-BE49-F238E27FC236}">
                <a16:creationId xmlns:a16="http://schemas.microsoft.com/office/drawing/2014/main" id="{F01D0FC8-1000-BB43-A19F-DD9054C12E50}"/>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63" name="object 22">
            <a:extLst>
              <a:ext uri="{FF2B5EF4-FFF2-40B4-BE49-F238E27FC236}">
                <a16:creationId xmlns:a16="http://schemas.microsoft.com/office/drawing/2014/main" id="{A91A5EC2-6CCA-214C-80ED-A630B9E2BEA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64" name="object 23">
            <a:extLst>
              <a:ext uri="{FF2B5EF4-FFF2-40B4-BE49-F238E27FC236}">
                <a16:creationId xmlns:a16="http://schemas.microsoft.com/office/drawing/2014/main" id="{8BF7E66E-3587-D447-9356-2DEF2831F8F5}"/>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65" name="object 24">
            <a:extLst>
              <a:ext uri="{FF2B5EF4-FFF2-40B4-BE49-F238E27FC236}">
                <a16:creationId xmlns:a16="http://schemas.microsoft.com/office/drawing/2014/main" id="{47D78474-8427-0E49-8D0F-92A10E3C673C}"/>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66" name="object 9">
            <a:extLst>
              <a:ext uri="{FF2B5EF4-FFF2-40B4-BE49-F238E27FC236}">
                <a16:creationId xmlns:a16="http://schemas.microsoft.com/office/drawing/2014/main" id="{38AE06D4-D5D5-2545-B745-34D5E64A3E72}"/>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Tree>
    <p:extLst>
      <p:ext uri="{BB962C8B-B14F-4D97-AF65-F5344CB8AC3E}">
        <p14:creationId xmlns:p14="http://schemas.microsoft.com/office/powerpoint/2010/main" val="709785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
        <p:nvSpPr>
          <p:cNvPr id="24" name="object 3">
            <a:extLst>
              <a:ext uri="{FF2B5EF4-FFF2-40B4-BE49-F238E27FC236}">
                <a16:creationId xmlns:a16="http://schemas.microsoft.com/office/drawing/2014/main" id="{8F7949E4-9FE3-E843-BC24-AAD406A12A3A}"/>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7885FFCA-4F47-7A49-9EDB-82031A050E2B}"/>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17D4FA60-4B8F-7A4F-BCDE-08E917C474D0}"/>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6">
            <a:extLst>
              <a:ext uri="{FF2B5EF4-FFF2-40B4-BE49-F238E27FC236}">
                <a16:creationId xmlns:a16="http://schemas.microsoft.com/office/drawing/2014/main" id="{3ADE5F61-DFCC-FE4A-84D5-6F52D4EBFDC2}"/>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7">
            <a:extLst>
              <a:ext uri="{FF2B5EF4-FFF2-40B4-BE49-F238E27FC236}">
                <a16:creationId xmlns:a16="http://schemas.microsoft.com/office/drawing/2014/main" id="{9F344F8C-FD67-554F-957F-A8034BC6349B}"/>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572E963D-A50F-274E-8712-28616CC44718}"/>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30" name="object 9">
            <a:extLst>
              <a:ext uri="{FF2B5EF4-FFF2-40B4-BE49-F238E27FC236}">
                <a16:creationId xmlns:a16="http://schemas.microsoft.com/office/drawing/2014/main" id="{9C544DA1-C647-B144-920D-6A3B5028150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31" name="object 10">
            <a:extLst>
              <a:ext uri="{FF2B5EF4-FFF2-40B4-BE49-F238E27FC236}">
                <a16:creationId xmlns:a16="http://schemas.microsoft.com/office/drawing/2014/main" id="{9510FC97-6053-1C46-9F93-DA4CF953D51F}"/>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1">
            <a:extLst>
              <a:ext uri="{FF2B5EF4-FFF2-40B4-BE49-F238E27FC236}">
                <a16:creationId xmlns:a16="http://schemas.microsoft.com/office/drawing/2014/main" id="{D2883D3C-4A97-B24B-AFBF-8AF1F55D585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2">
            <a:extLst>
              <a:ext uri="{FF2B5EF4-FFF2-40B4-BE49-F238E27FC236}">
                <a16:creationId xmlns:a16="http://schemas.microsoft.com/office/drawing/2014/main" id="{34C5B976-3C81-3545-A6D3-43D4219CF55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3">
            <a:extLst>
              <a:ext uri="{FF2B5EF4-FFF2-40B4-BE49-F238E27FC236}">
                <a16:creationId xmlns:a16="http://schemas.microsoft.com/office/drawing/2014/main" id="{FFF3CF60-E9F7-6A4F-ACF0-8B8BCFEE1915}"/>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4">
            <a:extLst>
              <a:ext uri="{FF2B5EF4-FFF2-40B4-BE49-F238E27FC236}">
                <a16:creationId xmlns:a16="http://schemas.microsoft.com/office/drawing/2014/main" id="{D35FEBC2-2834-634B-808D-1F61D282191D}"/>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5">
            <a:extLst>
              <a:ext uri="{FF2B5EF4-FFF2-40B4-BE49-F238E27FC236}">
                <a16:creationId xmlns:a16="http://schemas.microsoft.com/office/drawing/2014/main" id="{B956163E-C304-FB4B-9A84-047354E7D5CC}"/>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6">
            <a:extLst>
              <a:ext uri="{FF2B5EF4-FFF2-40B4-BE49-F238E27FC236}">
                <a16:creationId xmlns:a16="http://schemas.microsoft.com/office/drawing/2014/main" id="{FE9D06D4-5794-F14C-860B-C7C8CC2997DA}"/>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7">
            <a:extLst>
              <a:ext uri="{FF2B5EF4-FFF2-40B4-BE49-F238E27FC236}">
                <a16:creationId xmlns:a16="http://schemas.microsoft.com/office/drawing/2014/main" id="{ACCD3DFD-36CD-B844-8F6E-4576F9324EFC}"/>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8">
            <a:extLst>
              <a:ext uri="{FF2B5EF4-FFF2-40B4-BE49-F238E27FC236}">
                <a16:creationId xmlns:a16="http://schemas.microsoft.com/office/drawing/2014/main" id="{4FB37C75-3E4B-F742-BF10-C3561C91185D}"/>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19">
            <a:extLst>
              <a:ext uri="{FF2B5EF4-FFF2-40B4-BE49-F238E27FC236}">
                <a16:creationId xmlns:a16="http://schemas.microsoft.com/office/drawing/2014/main" id="{4D9F86F6-916E-0649-94DA-F96453FC3D65}"/>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0">
            <a:extLst>
              <a:ext uri="{FF2B5EF4-FFF2-40B4-BE49-F238E27FC236}">
                <a16:creationId xmlns:a16="http://schemas.microsoft.com/office/drawing/2014/main" id="{DFE5203F-2403-1C47-A7C6-AB202AED1F61}"/>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1">
            <a:extLst>
              <a:ext uri="{FF2B5EF4-FFF2-40B4-BE49-F238E27FC236}">
                <a16:creationId xmlns:a16="http://schemas.microsoft.com/office/drawing/2014/main" id="{54EDD20F-6F2E-1D42-A947-D5400E7E5ED9}"/>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2">
            <a:extLst>
              <a:ext uri="{FF2B5EF4-FFF2-40B4-BE49-F238E27FC236}">
                <a16:creationId xmlns:a16="http://schemas.microsoft.com/office/drawing/2014/main" id="{EAF0179D-DDDA-6148-B7B0-67F99D5AF01C}"/>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3">
            <a:extLst>
              <a:ext uri="{FF2B5EF4-FFF2-40B4-BE49-F238E27FC236}">
                <a16:creationId xmlns:a16="http://schemas.microsoft.com/office/drawing/2014/main" id="{940DCEB7-206E-3047-ABDD-2AF10B3B8C6B}"/>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68566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5470189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3701190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087477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913660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53777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Tree>
    <p:extLst>
      <p:ext uri="{BB962C8B-B14F-4D97-AF65-F5344CB8AC3E}">
        <p14:creationId xmlns:p14="http://schemas.microsoft.com/office/powerpoint/2010/main" val="10334422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3193821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133011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246602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2995660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8643645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681687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2070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2157" y="631194"/>
            <a:ext cx="17339786" cy="229150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2157" y="3155965"/>
            <a:ext cx="17339786" cy="752217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82157" y="10988247"/>
            <a:ext cx="4523423" cy="631193"/>
          </a:xfrm>
          <a:prstGeom prst="rect">
            <a:avLst/>
          </a:prstGeom>
        </p:spPr>
        <p:txBody>
          <a:bodyPr vert="horz" lIns="91440" tIns="45720" rIns="91440" bIns="45720" rtlCol="0" anchor="ctr"/>
          <a:lstStyle>
            <a:lvl1pPr algn="l">
              <a:defRPr sz="1979">
                <a:solidFill>
                  <a:schemeClr val="tx1">
                    <a:tint val="75000"/>
                  </a:schemeClr>
                </a:solidFill>
              </a:defRPr>
            </a:lvl1pPr>
          </a:lstStyle>
          <a:p>
            <a:fld id="{CC469C3E-277C-4E1F-A249-5B730364B4FA}" type="datetimeFigureOut">
              <a:rPr lang="es-CO" smtClean="0"/>
              <a:t>10/09/25</a:t>
            </a:fld>
            <a:endParaRPr lang="es-CO"/>
          </a:p>
        </p:txBody>
      </p:sp>
      <p:sp>
        <p:nvSpPr>
          <p:cNvPr id="5" name="Footer Placeholder 4"/>
          <p:cNvSpPr>
            <a:spLocks noGrp="1"/>
          </p:cNvSpPr>
          <p:nvPr>
            <p:ph type="ftr" sz="quarter" idx="3"/>
          </p:nvPr>
        </p:nvSpPr>
        <p:spPr>
          <a:xfrm>
            <a:off x="6659483" y="10988247"/>
            <a:ext cx="6785134" cy="631193"/>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4198520" y="10988247"/>
            <a:ext cx="4523423" cy="631193"/>
          </a:xfrm>
          <a:prstGeom prst="rect">
            <a:avLst/>
          </a:prstGeom>
        </p:spPr>
        <p:txBody>
          <a:bodyPr vert="horz" lIns="91440" tIns="45720" rIns="91440" bIns="45720" rtlCol="0" anchor="ctr"/>
          <a:lstStyle>
            <a:lvl1pPr algn="r">
              <a:defRPr sz="1979">
                <a:solidFill>
                  <a:schemeClr val="tx1">
                    <a:tint val="75000"/>
                  </a:schemeClr>
                </a:solidFill>
              </a:defRPr>
            </a:lvl1pPr>
          </a:lstStyle>
          <a:p>
            <a:fld id="{0489EC60-5D13-492C-8D6B-471F73FDA5E8}" type="slidenum">
              <a:rPr lang="es-CO" smtClean="0"/>
              <a:t>‹#›</a:t>
            </a:fld>
            <a:endParaRPr lang="es-CO"/>
          </a:p>
        </p:txBody>
      </p:sp>
    </p:spTree>
    <p:extLst>
      <p:ext uri="{BB962C8B-B14F-4D97-AF65-F5344CB8AC3E}">
        <p14:creationId xmlns:p14="http://schemas.microsoft.com/office/powerpoint/2010/main" val="16719588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693" r:id="rId20"/>
    <p:sldLayoutId id="2147483686" r:id="rId21"/>
    <p:sldLayoutId id="2147483687" r:id="rId22"/>
    <p:sldLayoutId id="2147483689" r:id="rId23"/>
    <p:sldLayoutId id="2147483688" r:id="rId24"/>
    <p:sldLayoutId id="2147483690" r:id="rId25"/>
    <p:sldLayoutId id="2147483691" r:id="rId26"/>
    <p:sldLayoutId id="2147483692" r:id="rId27"/>
    <p:sldLayoutId id="2147483714" r:id="rId28"/>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n-US"/>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5E50992-41E3-B944-B348-48647978B886}"/>
              </a:ext>
            </a:extLst>
          </p:cNvPr>
          <p:cNvSpPr>
            <a:spLocks noGrp="1"/>
          </p:cNvSpPr>
          <p:nvPr>
            <p:ph type="body" sz="quarter" idx="10"/>
          </p:nvPr>
        </p:nvSpPr>
        <p:spPr>
          <a:xfrm>
            <a:off x="10861289" y="3854844"/>
            <a:ext cx="8207296" cy="1284526"/>
          </a:xfrm>
        </p:spPr>
        <p:txBody>
          <a:bodyPr>
            <a:normAutofit lnSpcReduction="10000"/>
          </a:bodyPr>
          <a:lstStyle/>
          <a:p>
            <a:r>
              <a:rPr lang="es-CO" sz="4000" dirty="0"/>
              <a:t>Cuaderno de Trabajo 6 </a:t>
            </a:r>
          </a:p>
          <a:p>
            <a:r>
              <a:rPr lang="es-CO" sz="4000" dirty="0"/>
              <a:t>Patrones de diseño</a:t>
            </a:r>
          </a:p>
        </p:txBody>
      </p:sp>
      <p:sp>
        <p:nvSpPr>
          <p:cNvPr id="3" name="Marcador de texto 1">
            <a:extLst>
              <a:ext uri="{FF2B5EF4-FFF2-40B4-BE49-F238E27FC236}">
                <a16:creationId xmlns:a16="http://schemas.microsoft.com/office/drawing/2014/main" id="{2D598DFA-329B-2E42-B0CD-A299535D3FF7}"/>
              </a:ext>
            </a:extLst>
          </p:cNvPr>
          <p:cNvSpPr txBox="1">
            <a:spLocks/>
          </p:cNvSpPr>
          <p:nvPr/>
        </p:nvSpPr>
        <p:spPr>
          <a:xfrm>
            <a:off x="10447866" y="6716081"/>
            <a:ext cx="9443633" cy="1696400"/>
          </a:xfrm>
          <a:prstGeom prst="rect">
            <a:avLst/>
          </a:prstGeom>
        </p:spPr>
        <p:txBody>
          <a:bodyPr vert="horz" lIns="91440" tIns="45720" rIns="91440" bIns="45720" rtlCol="0">
            <a:normAutofit/>
          </a:bodyPr>
          <a:lstStyle>
            <a:lvl1pPr marL="0" indent="0" algn="ctr" defTabSz="1507846" rtl="0" eaLnBrk="1" latinLnBrk="0" hangingPunct="1">
              <a:lnSpc>
                <a:spcPct val="90000"/>
              </a:lnSpc>
              <a:spcBef>
                <a:spcPts val="1649"/>
              </a:spcBef>
              <a:buFont typeface="Arial" panose="020B0604020202020204" pitchFamily="34" charset="0"/>
              <a:buNone/>
              <a:defRPr lang="es-ES" sz="5150" kern="1200" spc="15" dirty="0" smtClean="0">
                <a:solidFill>
                  <a:srgbClr val="FFFFFF"/>
                </a:solidFill>
                <a:latin typeface="GT America"/>
                <a:ea typeface="+mn-ea"/>
                <a:cs typeface="GT America"/>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r>
              <a:rPr lang="es-CO" sz="3600" dirty="0"/>
              <a:t>Principios de diseño y arquitectura de software</a:t>
            </a:r>
          </a:p>
          <a:p>
            <a:r>
              <a:rPr lang="es-CO" sz="3600" dirty="0"/>
              <a:t>Módulo 6</a:t>
            </a:r>
          </a:p>
        </p:txBody>
      </p:sp>
    </p:spTree>
    <p:extLst>
      <p:ext uri="{BB962C8B-B14F-4D97-AF65-F5344CB8AC3E}">
        <p14:creationId xmlns:p14="http://schemas.microsoft.com/office/powerpoint/2010/main" val="290828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riangle 36">
            <a:extLst>
              <a:ext uri="{FF2B5EF4-FFF2-40B4-BE49-F238E27FC236}">
                <a16:creationId xmlns:a16="http://schemas.microsoft.com/office/drawing/2014/main" id="{3FCA2B96-8A3D-E242-A5E3-D4E41B6FDAA1}"/>
              </a:ext>
            </a:extLst>
          </p:cNvPr>
          <p:cNvSpPr/>
          <p:nvPr/>
        </p:nvSpPr>
        <p:spPr>
          <a:xfrm>
            <a:off x="3398809" y="0"/>
            <a:ext cx="16705292" cy="11855450"/>
          </a:xfrm>
          <a:prstGeom prst="triangle">
            <a:avLst>
              <a:gd name="adj" fmla="val 9961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dirty="0"/>
          </a:p>
        </p:txBody>
      </p:sp>
      <p:sp>
        <p:nvSpPr>
          <p:cNvPr id="51" name="TextBox 50">
            <a:extLst>
              <a:ext uri="{FF2B5EF4-FFF2-40B4-BE49-F238E27FC236}">
                <a16:creationId xmlns:a16="http://schemas.microsoft.com/office/drawing/2014/main" id="{23082241-1E6D-2F45-A434-4397FC7D8E66}"/>
              </a:ext>
            </a:extLst>
          </p:cNvPr>
          <p:cNvSpPr txBox="1"/>
          <p:nvPr/>
        </p:nvSpPr>
        <p:spPr>
          <a:xfrm>
            <a:off x="8275723" y="8708318"/>
            <a:ext cx="11213548" cy="2308324"/>
          </a:xfrm>
          <a:prstGeom prst="rect">
            <a:avLst/>
          </a:prstGeom>
          <a:noFill/>
        </p:spPr>
        <p:txBody>
          <a:bodyPr wrap="square" rtlCol="0">
            <a:spAutoFit/>
          </a:bodyPr>
          <a:lstStyle/>
          <a:p>
            <a:r>
              <a:rPr lang="en-CO" sz="3600" dirty="0">
                <a:solidFill>
                  <a:schemeClr val="bg1"/>
                </a:solidFill>
              </a:rPr>
              <a:t>Objetivo:</a:t>
            </a:r>
          </a:p>
          <a:p>
            <a:endParaRPr lang="en-CO" sz="3600" dirty="0">
              <a:solidFill>
                <a:schemeClr val="bg1"/>
              </a:solidFill>
            </a:endParaRPr>
          </a:p>
          <a:p>
            <a:r>
              <a:rPr lang="en-CO" sz="3600" dirty="0">
                <a:solidFill>
                  <a:schemeClr val="bg1"/>
                </a:solidFill>
              </a:rPr>
              <a:t>Aplicar tácticas y patrones de diseño para facilitar la modificacion del software</a:t>
            </a:r>
          </a:p>
        </p:txBody>
      </p:sp>
      <p:sp>
        <p:nvSpPr>
          <p:cNvPr id="13" name="TextBox 12">
            <a:extLst>
              <a:ext uri="{FF2B5EF4-FFF2-40B4-BE49-F238E27FC236}">
                <a16:creationId xmlns:a16="http://schemas.microsoft.com/office/drawing/2014/main" id="{BBBCF646-4805-9749-93FF-6DCB67979D08}"/>
              </a:ext>
            </a:extLst>
          </p:cNvPr>
          <p:cNvSpPr txBox="1"/>
          <p:nvPr/>
        </p:nvSpPr>
        <p:spPr>
          <a:xfrm>
            <a:off x="2279229" y="2830665"/>
            <a:ext cx="10405414" cy="1015663"/>
          </a:xfrm>
          <a:prstGeom prst="rect">
            <a:avLst/>
          </a:prstGeom>
          <a:noFill/>
        </p:spPr>
        <p:txBody>
          <a:bodyPr wrap="none" rtlCol="0">
            <a:spAutoFit/>
          </a:bodyPr>
          <a:lstStyle/>
          <a:p>
            <a:pPr algn="ctr"/>
            <a:r>
              <a:rPr lang="en-CO" sz="6000" dirty="0">
                <a:solidFill>
                  <a:schemeClr val="accent1">
                    <a:lumMod val="75000"/>
                    <a:lumOff val="25000"/>
                  </a:schemeClr>
                </a:solidFill>
              </a:rPr>
              <a:t>Tácticas y patrones de diseño</a:t>
            </a:r>
          </a:p>
        </p:txBody>
      </p:sp>
    </p:spTree>
    <p:extLst>
      <p:ext uri="{BB962C8B-B14F-4D97-AF65-F5344CB8AC3E}">
        <p14:creationId xmlns:p14="http://schemas.microsoft.com/office/powerpoint/2010/main" val="1173090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968334" y="819883"/>
            <a:ext cx="1585535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Instrucciones</a:t>
            </a:r>
          </a:p>
        </p:txBody>
      </p:sp>
      <p:sp>
        <p:nvSpPr>
          <p:cNvPr id="4" name="TextBox 3">
            <a:extLst>
              <a:ext uri="{FF2B5EF4-FFF2-40B4-BE49-F238E27FC236}">
                <a16:creationId xmlns:a16="http://schemas.microsoft.com/office/drawing/2014/main" id="{1D306D19-67FB-F64C-8F91-4A22F32D7DCB}"/>
              </a:ext>
            </a:extLst>
          </p:cNvPr>
          <p:cNvSpPr txBox="1"/>
          <p:nvPr/>
        </p:nvSpPr>
        <p:spPr>
          <a:xfrm>
            <a:off x="1172444" y="3465322"/>
            <a:ext cx="16397099" cy="6783524"/>
          </a:xfrm>
          <a:prstGeom prst="rect">
            <a:avLst/>
          </a:prstGeom>
          <a:noFill/>
        </p:spPr>
        <p:txBody>
          <a:bodyPr wrap="square" rtlCol="0" anchor="t">
            <a:spAutoFit/>
          </a:bodyPr>
          <a:lstStyle/>
          <a:p>
            <a:pPr>
              <a:lnSpc>
                <a:spcPct val="150000"/>
              </a:lnSpc>
              <a:spcBef>
                <a:spcPts val="600"/>
              </a:spcBef>
            </a:pPr>
            <a:r>
              <a:rPr lang="es-ES" sz="2800" dirty="0">
                <a:solidFill>
                  <a:schemeClr val="accent1"/>
                </a:solidFill>
              </a:rPr>
              <a:t>A partir del enunciado del proyecto:</a:t>
            </a:r>
          </a:p>
          <a:p>
            <a:pPr marL="971550" lvl="1" indent="-514350">
              <a:lnSpc>
                <a:spcPct val="150000"/>
              </a:lnSpc>
              <a:spcBef>
                <a:spcPts val="600"/>
              </a:spcBef>
              <a:buAutoNum type="alphaLcParenR"/>
            </a:pPr>
            <a:r>
              <a:rPr lang="es-ES" sz="2800" dirty="0">
                <a:solidFill>
                  <a:schemeClr val="accent1"/>
                </a:solidFill>
              </a:rPr>
              <a:t>Elabore dos escenarios de calidad para definir dos requerimientos de facilidad de modificación en el contexto del proyecto</a:t>
            </a:r>
            <a:endParaRPr lang="es-ES" sz="2800" dirty="0">
              <a:solidFill>
                <a:schemeClr val="accent1"/>
              </a:solidFill>
              <a:cs typeface="Arial"/>
            </a:endParaRPr>
          </a:p>
          <a:p>
            <a:pPr marL="971550" lvl="1" indent="-514350">
              <a:lnSpc>
                <a:spcPct val="150000"/>
              </a:lnSpc>
              <a:spcBef>
                <a:spcPts val="600"/>
              </a:spcBef>
              <a:buAutoNum type="alphaLcParenR"/>
            </a:pPr>
            <a:r>
              <a:rPr lang="es-ES" sz="2800" dirty="0">
                <a:solidFill>
                  <a:schemeClr val="accent1"/>
                </a:solidFill>
              </a:rPr>
              <a:t>Seleccione una táctica de arquitectura para facilitar la modificación y modifique un modelo de arquitectura diseñado hasta el momento para aplicar la táctica seleccionada.   Explique cómo favorece la táctica el cumplimiento de los requisitos del punto a.</a:t>
            </a:r>
          </a:p>
          <a:p>
            <a:pPr marL="971550" lvl="1" indent="-514350">
              <a:lnSpc>
                <a:spcPct val="150000"/>
              </a:lnSpc>
              <a:spcBef>
                <a:spcPts val="600"/>
              </a:spcBef>
              <a:buAutoNum type="alphaLcParenR"/>
            </a:pPr>
            <a:r>
              <a:rPr lang="es-ES" sz="2800" dirty="0">
                <a:solidFill>
                  <a:schemeClr val="accent1"/>
                </a:solidFill>
              </a:rPr>
              <a:t>Seleccione un patrón de diseño detallado y aplíquelo al modelo construido en el punto b.  Explique por qué el patrón puede ser utilizados en conjunto  con la táctica de diseño seleccionada en el punto anterior.</a:t>
            </a:r>
            <a:endParaRPr lang="en-CO" sz="2800" dirty="0">
              <a:solidFill>
                <a:schemeClr val="accent1"/>
              </a:solidFill>
            </a:endParaRPr>
          </a:p>
          <a:p>
            <a:pPr marL="971550" lvl="1" indent="-514350">
              <a:lnSpc>
                <a:spcPct val="150000"/>
              </a:lnSpc>
              <a:spcBef>
                <a:spcPts val="600"/>
              </a:spcBef>
              <a:buFont typeface="+mj-lt"/>
              <a:buAutoNum type="alphaLcParenR"/>
            </a:pPr>
            <a:endParaRPr lang="en-CO" sz="2800" dirty="0">
              <a:solidFill>
                <a:schemeClr val="accent1"/>
              </a:solidFill>
            </a:endParaRPr>
          </a:p>
        </p:txBody>
      </p:sp>
    </p:spTree>
    <p:extLst>
      <p:ext uri="{BB962C8B-B14F-4D97-AF65-F5344CB8AC3E}">
        <p14:creationId xmlns:p14="http://schemas.microsoft.com/office/powerpoint/2010/main" val="421993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2124375" y="121514"/>
            <a:ext cx="14865178" cy="1507300"/>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2800" dirty="0">
                <a:solidFill>
                  <a:schemeClr val="bg1"/>
                </a:solidFill>
              </a:rPr>
              <a:t>1- Elabore dos escenarios de calidad para definir dos requisitos de facilidad de modificación en el contexto del proyecto</a:t>
            </a:r>
          </a:p>
        </p:txBody>
      </p:sp>
      <p:graphicFrame>
        <p:nvGraphicFramePr>
          <p:cNvPr id="2" name="Table 1">
            <a:extLst>
              <a:ext uri="{FF2B5EF4-FFF2-40B4-BE49-F238E27FC236}">
                <a16:creationId xmlns:a16="http://schemas.microsoft.com/office/drawing/2014/main" id="{FB0E9D51-1CAB-E7B6-14C9-0E522958C6FE}"/>
              </a:ext>
            </a:extLst>
          </p:cNvPr>
          <p:cNvGraphicFramePr>
            <a:graphicFrameLocks noGrp="1"/>
          </p:cNvGraphicFramePr>
          <p:nvPr>
            <p:extLst>
              <p:ext uri="{D42A27DB-BD31-4B8C-83A1-F6EECF244321}">
                <p14:modId xmlns:p14="http://schemas.microsoft.com/office/powerpoint/2010/main" val="186732958"/>
              </p:ext>
            </p:extLst>
          </p:nvPr>
        </p:nvGraphicFramePr>
        <p:xfrm>
          <a:off x="2124375" y="2874596"/>
          <a:ext cx="15262780" cy="7155308"/>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1622472536"/>
                    </a:ext>
                  </a:extLst>
                </a:gridCol>
                <a:gridCol w="4447864">
                  <a:extLst>
                    <a:ext uri="{9D8B030D-6E8A-4147-A177-3AD203B41FA5}">
                      <a16:colId xmlns:a16="http://schemas.microsoft.com/office/drawing/2014/main" val="1358040306"/>
                    </a:ext>
                  </a:extLst>
                </a:gridCol>
                <a:gridCol w="3378631">
                  <a:extLst>
                    <a:ext uri="{9D8B030D-6E8A-4147-A177-3AD203B41FA5}">
                      <a16:colId xmlns:a16="http://schemas.microsoft.com/office/drawing/2014/main" val="949589301"/>
                    </a:ext>
                  </a:extLst>
                </a:gridCol>
                <a:gridCol w="3620590">
                  <a:extLst>
                    <a:ext uri="{9D8B030D-6E8A-4147-A177-3AD203B41FA5}">
                      <a16:colId xmlns:a16="http://schemas.microsoft.com/office/drawing/2014/main" val="1494475461"/>
                    </a:ext>
                  </a:extLst>
                </a:gridCol>
              </a:tblGrid>
              <a:tr h="370840">
                <a:tc>
                  <a:txBody>
                    <a:bodyPr/>
                    <a:lstStyle/>
                    <a:p>
                      <a:r>
                        <a:rPr lang="en-CO" sz="2400" b="0" dirty="0"/>
                        <a:t>ID: EC005</a:t>
                      </a:r>
                    </a:p>
                  </a:txBody>
                  <a:tcPr>
                    <a:solidFill>
                      <a:srgbClr val="784250"/>
                    </a:solidFill>
                  </a:tcPr>
                </a:tc>
                <a:tc>
                  <a:txBody>
                    <a:bodyPr/>
                    <a:lstStyle/>
                    <a:p>
                      <a:r>
                        <a:rPr lang="en-CO" sz="2400" b="0" dirty="0"/>
                        <a:t>Facilidad de Modificación</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2</a:t>
                      </a:r>
                    </a:p>
                  </a:txBody>
                  <a:tcPr>
                    <a:solidFill>
                      <a:srgbClr val="784250"/>
                    </a:solidFill>
                  </a:tcPr>
                </a:tc>
                <a:extLst>
                  <a:ext uri="{0D108BD9-81ED-4DB2-BD59-A6C34878D82A}">
                    <a16:rowId xmlns:a16="http://schemas.microsoft.com/office/drawing/2014/main" val="898755938"/>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3890075563"/>
                  </a:ext>
                </a:extLst>
              </a:tr>
              <a:tr h="370840">
                <a:tc>
                  <a:txBody>
                    <a:bodyPr/>
                    <a:lstStyle/>
                    <a:p>
                      <a:r>
                        <a:rPr lang="en-CO" dirty="0"/>
                        <a:t>Desarrollador.</a:t>
                      </a:r>
                    </a:p>
                    <a:p>
                      <a:endParaRPr lang="en-CO" dirty="0"/>
                    </a:p>
                    <a:p>
                      <a:endParaRPr lang="en-CO" dirty="0"/>
                    </a:p>
                    <a:p>
                      <a:endParaRPr lang="en-CO" dirty="0"/>
                    </a:p>
                    <a:p>
                      <a:endParaRPr lang="en-CO" dirty="0"/>
                    </a:p>
                  </a:txBody>
                  <a:tcPr/>
                </a:tc>
                <a:tc>
                  <a:txBody>
                    <a:bodyPr/>
                    <a:lstStyle/>
                    <a:p>
                      <a:r>
                        <a:rPr lang="en-CO" dirty="0"/>
                        <a:t>Se debe programar un nuevo algoritmo para la optimización de rutas.</a:t>
                      </a:r>
                    </a:p>
                  </a:txBody>
                  <a:tcPr/>
                </a:tc>
                <a:tc>
                  <a:txBody>
                    <a:bodyPr/>
                    <a:lstStyle/>
                    <a:p>
                      <a:r>
                        <a:rPr lang="en-CO" dirty="0"/>
                        <a:t>Componente de Rutas.</a:t>
                      </a:r>
                    </a:p>
                  </a:txBody>
                  <a:tcPr/>
                </a:tc>
                <a:tc>
                  <a:txBody>
                    <a:bodyPr/>
                    <a:lstStyle/>
                    <a:p>
                      <a:r>
                        <a:rPr lang="en-CO" dirty="0"/>
                        <a:t>En operación normal. Se realizan ajustes a los algoritmos de manera periodica, como tareas comúnes del equipo TI.</a:t>
                      </a:r>
                    </a:p>
                  </a:txBody>
                  <a:tcPr/>
                </a:tc>
                <a:extLst>
                  <a:ext uri="{0D108BD9-81ED-4DB2-BD59-A6C34878D82A}">
                    <a16:rowId xmlns:a16="http://schemas.microsoft.com/office/drawing/2014/main" val="1389695774"/>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254685567"/>
                  </a:ext>
                </a:extLst>
              </a:tr>
              <a:tr h="370840">
                <a:tc gridSpan="2">
                  <a:txBody>
                    <a:bodyPr/>
                    <a:lstStyle/>
                    <a:p>
                      <a:r>
                        <a:rPr lang="en-CO" dirty="0"/>
                        <a:t>El desarrollador incluye el nuevo algoritmo en el código base, el cambio es probado y desplegado en producción.</a:t>
                      </a:r>
                    </a:p>
                    <a:p>
                      <a:endParaRPr lang="en-CO" dirty="0"/>
                    </a:p>
                  </a:txBody>
                  <a:tcPr/>
                </a:tc>
                <a:tc hMerge="1">
                  <a:txBody>
                    <a:bodyPr/>
                    <a:lstStyle/>
                    <a:p>
                      <a:endParaRPr lang="en-CO" dirty="0"/>
                    </a:p>
                  </a:txBody>
                  <a:tcPr/>
                </a:tc>
                <a:tc gridSpan="2">
                  <a:txBody>
                    <a:bodyPr/>
                    <a:lstStyle/>
                    <a:p>
                      <a:r>
                        <a:rPr lang="en-CO" dirty="0"/>
                        <a:t>La modificación no toma más de 4 horas por hombre desde el inicio de la tarea hasta su puesta en operación.</a:t>
                      </a:r>
                    </a:p>
                  </a:txBody>
                  <a:tcPr/>
                </a:tc>
                <a:tc hMerge="1">
                  <a:txBody>
                    <a:bodyPr/>
                    <a:lstStyle/>
                    <a:p>
                      <a:endParaRPr lang="en-CO" dirty="0"/>
                    </a:p>
                  </a:txBody>
                  <a:tcPr/>
                </a:tc>
                <a:extLst>
                  <a:ext uri="{0D108BD9-81ED-4DB2-BD59-A6C34878D82A}">
                    <a16:rowId xmlns:a16="http://schemas.microsoft.com/office/drawing/2014/main" val="3618033969"/>
                  </a:ext>
                </a:extLst>
              </a:tr>
            </a:tbl>
          </a:graphicData>
        </a:graphic>
      </p:graphicFrame>
    </p:spTree>
    <p:extLst>
      <p:ext uri="{BB962C8B-B14F-4D97-AF65-F5344CB8AC3E}">
        <p14:creationId xmlns:p14="http://schemas.microsoft.com/office/powerpoint/2010/main" val="2544371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6469-6897-CD90-ABB8-E4B1CE969A8A}"/>
            </a:ext>
          </a:extLst>
        </p:cNvPr>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8E58C5D5-EF93-4942-C8CC-40328FD7C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57D6C9D2-21E5-DAB0-9C43-66C31BF608A4}"/>
              </a:ext>
            </a:extLst>
          </p:cNvPr>
          <p:cNvSpPr/>
          <p:nvPr/>
        </p:nvSpPr>
        <p:spPr>
          <a:xfrm>
            <a:off x="2124375" y="121514"/>
            <a:ext cx="14865178" cy="1507300"/>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2800" dirty="0">
                <a:solidFill>
                  <a:schemeClr val="bg1"/>
                </a:solidFill>
              </a:rPr>
              <a:t>1- Elabore dos escenarios de calidad para definir dos requisitos de facilidad de modificación en el contexto del proyecto</a:t>
            </a:r>
          </a:p>
        </p:txBody>
      </p:sp>
      <p:graphicFrame>
        <p:nvGraphicFramePr>
          <p:cNvPr id="2" name="Table 1">
            <a:extLst>
              <a:ext uri="{FF2B5EF4-FFF2-40B4-BE49-F238E27FC236}">
                <a16:creationId xmlns:a16="http://schemas.microsoft.com/office/drawing/2014/main" id="{6741D72D-34BC-0789-1691-AFA75CFBB456}"/>
              </a:ext>
            </a:extLst>
          </p:cNvPr>
          <p:cNvGraphicFramePr>
            <a:graphicFrameLocks noGrp="1"/>
          </p:cNvGraphicFramePr>
          <p:nvPr>
            <p:extLst>
              <p:ext uri="{D42A27DB-BD31-4B8C-83A1-F6EECF244321}">
                <p14:modId xmlns:p14="http://schemas.microsoft.com/office/powerpoint/2010/main" val="3584278723"/>
              </p:ext>
            </p:extLst>
          </p:nvPr>
        </p:nvGraphicFramePr>
        <p:xfrm>
          <a:off x="2124375" y="2874596"/>
          <a:ext cx="15262780" cy="6250687"/>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1622472536"/>
                    </a:ext>
                  </a:extLst>
                </a:gridCol>
                <a:gridCol w="4447864">
                  <a:extLst>
                    <a:ext uri="{9D8B030D-6E8A-4147-A177-3AD203B41FA5}">
                      <a16:colId xmlns:a16="http://schemas.microsoft.com/office/drawing/2014/main" val="1358040306"/>
                    </a:ext>
                  </a:extLst>
                </a:gridCol>
                <a:gridCol w="3378631">
                  <a:extLst>
                    <a:ext uri="{9D8B030D-6E8A-4147-A177-3AD203B41FA5}">
                      <a16:colId xmlns:a16="http://schemas.microsoft.com/office/drawing/2014/main" val="949589301"/>
                    </a:ext>
                  </a:extLst>
                </a:gridCol>
                <a:gridCol w="3620590">
                  <a:extLst>
                    <a:ext uri="{9D8B030D-6E8A-4147-A177-3AD203B41FA5}">
                      <a16:colId xmlns:a16="http://schemas.microsoft.com/office/drawing/2014/main" val="1494475461"/>
                    </a:ext>
                  </a:extLst>
                </a:gridCol>
              </a:tblGrid>
              <a:tr h="370840">
                <a:tc>
                  <a:txBody>
                    <a:bodyPr/>
                    <a:lstStyle/>
                    <a:p>
                      <a:r>
                        <a:rPr lang="en-CO" sz="2400" b="0" dirty="0"/>
                        <a:t>ID: EC007</a:t>
                      </a:r>
                    </a:p>
                  </a:txBody>
                  <a:tcPr>
                    <a:solidFill>
                      <a:srgbClr val="784250"/>
                    </a:solidFill>
                  </a:tcPr>
                </a:tc>
                <a:tc>
                  <a:txBody>
                    <a:bodyPr/>
                    <a:lstStyle/>
                    <a:p>
                      <a:r>
                        <a:rPr lang="en-CO" sz="2400" b="0" dirty="0"/>
                        <a:t>Facilidad de Modificación</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898755938"/>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3890075563"/>
                  </a:ext>
                </a:extLst>
              </a:tr>
              <a:tr h="370840">
                <a:tc>
                  <a:txBody>
                    <a:bodyPr/>
                    <a:lstStyle/>
                    <a:p>
                      <a:r>
                        <a:rPr lang="en-CO" dirty="0"/>
                        <a:t>Desarrollador.</a:t>
                      </a:r>
                    </a:p>
                    <a:p>
                      <a:endParaRPr lang="en-CO" dirty="0"/>
                    </a:p>
                    <a:p>
                      <a:endParaRPr lang="en-CO" dirty="0"/>
                    </a:p>
                    <a:p>
                      <a:endParaRPr lang="en-CO" dirty="0"/>
                    </a:p>
                    <a:p>
                      <a:endParaRPr lang="en-CO" dirty="0"/>
                    </a:p>
                  </a:txBody>
                  <a:tcPr/>
                </a:tc>
                <a:tc>
                  <a:txBody>
                    <a:bodyPr/>
                    <a:lstStyle/>
                    <a:p>
                      <a:r>
                        <a:rPr lang="en-CO" dirty="0"/>
                        <a:t>Se debe corregir un defecto en el consumo al sistema externo cuando se obtienen las regulaciones sanitarias de un producto.</a:t>
                      </a:r>
                    </a:p>
                  </a:txBody>
                  <a:tcPr/>
                </a:tc>
                <a:tc>
                  <a:txBody>
                    <a:bodyPr/>
                    <a:lstStyle/>
                    <a:p>
                      <a:r>
                        <a:rPr lang="en-CO" dirty="0"/>
                        <a:t>Componente de inventario.</a:t>
                      </a:r>
                    </a:p>
                  </a:txBody>
                  <a:tcPr/>
                </a:tc>
                <a:tc>
                  <a:txBody>
                    <a:bodyPr/>
                    <a:lstStyle/>
                    <a:p>
                      <a:r>
                        <a:rPr lang="en-CO" dirty="0"/>
                        <a:t>En operación normal. </a:t>
                      </a:r>
                    </a:p>
                  </a:txBody>
                  <a:tcPr/>
                </a:tc>
                <a:extLst>
                  <a:ext uri="{0D108BD9-81ED-4DB2-BD59-A6C34878D82A}">
                    <a16:rowId xmlns:a16="http://schemas.microsoft.com/office/drawing/2014/main" val="1389695774"/>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254685567"/>
                  </a:ext>
                </a:extLst>
              </a:tr>
              <a:tr h="370840">
                <a:tc gridSpan="2">
                  <a:txBody>
                    <a:bodyPr/>
                    <a:lstStyle/>
                    <a:p>
                      <a:r>
                        <a:rPr lang="en-CO" dirty="0"/>
                        <a:t>El desarrollador corrige el defecto, se prueba y se despliega en producción.</a:t>
                      </a:r>
                    </a:p>
                    <a:p>
                      <a:endParaRPr lang="en-CO" dirty="0"/>
                    </a:p>
                  </a:txBody>
                  <a:tcPr/>
                </a:tc>
                <a:tc hMerge="1">
                  <a:txBody>
                    <a:bodyPr/>
                    <a:lstStyle/>
                    <a:p>
                      <a:endParaRPr lang="en-CO" dirty="0"/>
                    </a:p>
                  </a:txBody>
                  <a:tcPr/>
                </a:tc>
                <a:tc gridSpan="2">
                  <a:txBody>
                    <a:bodyPr/>
                    <a:lstStyle/>
                    <a:p>
                      <a:r>
                        <a:rPr lang="en-CO" dirty="0"/>
                        <a:t>El cambio afecta únicamente el componente de inventario. Total de componentes involucrados en el cambio = 1.</a:t>
                      </a:r>
                    </a:p>
                  </a:txBody>
                  <a:tcPr/>
                </a:tc>
                <a:tc hMerge="1">
                  <a:txBody>
                    <a:bodyPr/>
                    <a:lstStyle/>
                    <a:p>
                      <a:endParaRPr lang="en-CO" dirty="0"/>
                    </a:p>
                  </a:txBody>
                  <a:tcPr/>
                </a:tc>
                <a:extLst>
                  <a:ext uri="{0D108BD9-81ED-4DB2-BD59-A6C34878D82A}">
                    <a16:rowId xmlns:a16="http://schemas.microsoft.com/office/drawing/2014/main" val="3618033969"/>
                  </a:ext>
                </a:extLst>
              </a:tr>
            </a:tbl>
          </a:graphicData>
        </a:graphic>
      </p:graphicFrame>
    </p:spTree>
    <p:extLst>
      <p:ext uri="{BB962C8B-B14F-4D97-AF65-F5344CB8AC3E}">
        <p14:creationId xmlns:p14="http://schemas.microsoft.com/office/powerpoint/2010/main" val="498962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74914" y="382772"/>
            <a:ext cx="17003486" cy="20120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r>
              <a:rPr lang="es-ES" sz="2400" dirty="0">
                <a:solidFill>
                  <a:schemeClr val="bg1"/>
                </a:solidFill>
              </a:rPr>
              <a:t>2- Seleccione una táctica de arquitectura para facilitar la modificación y modifique un  modelo de arquitectura diseñado hasta el momento para aplicar la táctica seleccionada. Explique cómo favorece la táctica el cumplimiento de los requisitos del punto a.</a:t>
            </a:r>
          </a:p>
        </p:txBody>
      </p:sp>
      <p:sp>
        <p:nvSpPr>
          <p:cNvPr id="5" name="TextBox 4">
            <a:extLst>
              <a:ext uri="{FF2B5EF4-FFF2-40B4-BE49-F238E27FC236}">
                <a16:creationId xmlns:a16="http://schemas.microsoft.com/office/drawing/2014/main" id="{D7648E40-1DC3-C7EF-81DD-88AADAFF1C52}"/>
              </a:ext>
            </a:extLst>
          </p:cNvPr>
          <p:cNvSpPr txBox="1"/>
          <p:nvPr/>
        </p:nvSpPr>
        <p:spPr>
          <a:xfrm>
            <a:off x="10088217" y="3424848"/>
            <a:ext cx="8818440" cy="1938992"/>
          </a:xfrm>
          <a:prstGeom prst="rect">
            <a:avLst/>
          </a:prstGeom>
          <a:noFill/>
        </p:spPr>
        <p:txBody>
          <a:bodyPr wrap="none" rtlCol="0">
            <a:spAutoFit/>
          </a:bodyPr>
          <a:lstStyle/>
          <a:p>
            <a:r>
              <a:rPr lang="en-CO" sz="4000" b="1" i="1" dirty="0"/>
              <a:t>Táctica: </a:t>
            </a:r>
          </a:p>
          <a:p>
            <a:r>
              <a:rPr lang="en-CO" sz="4000" b="1" i="1" dirty="0"/>
              <a:t>Reducir el tamaño de los módulos. </a:t>
            </a:r>
          </a:p>
          <a:p>
            <a:r>
              <a:rPr lang="en-CO" sz="4000" b="1" i="1" dirty="0"/>
              <a:t>Dividir módulos.</a:t>
            </a:r>
          </a:p>
        </p:txBody>
      </p:sp>
      <p:sp>
        <p:nvSpPr>
          <p:cNvPr id="7" name="TextBox 6">
            <a:extLst>
              <a:ext uri="{FF2B5EF4-FFF2-40B4-BE49-F238E27FC236}">
                <a16:creationId xmlns:a16="http://schemas.microsoft.com/office/drawing/2014/main" id="{E0C243AA-F0E0-E73C-59B8-BA723D04B965}"/>
              </a:ext>
            </a:extLst>
          </p:cNvPr>
          <p:cNvSpPr txBox="1"/>
          <p:nvPr/>
        </p:nvSpPr>
        <p:spPr>
          <a:xfrm>
            <a:off x="10422490" y="5536417"/>
            <a:ext cx="9265948" cy="3785652"/>
          </a:xfrm>
          <a:prstGeom prst="rect">
            <a:avLst/>
          </a:prstGeom>
          <a:noFill/>
        </p:spPr>
        <p:txBody>
          <a:bodyPr wrap="square" rtlCol="0">
            <a:spAutoFit/>
          </a:bodyPr>
          <a:lstStyle/>
          <a:p>
            <a:r>
              <a:rPr lang="en-CO" sz="2400" dirty="0"/>
              <a:t>Inicialmente, el módulo encargado del cálculo de ruta para un pedido escoge el algoritmo, realiza el cálculo según los datos del pedido y expone una interfaz para acceder a esta función. Se hacen módulos más pequeños y cohesivos, uno para el  manejo de los algoritmos, otro para los cálculos y otro para la exponer la interfaz. Aunque este cambio representa una comunicación extra entre módulos, la necesidad de modificar frecuentemente los algoritmos de rutas se sobrepone a esta latencia (mínima) extra. Los cambios de algoritmos de rutas son más fácilmente aplicables en el módulo especializado/pequeño. </a:t>
            </a:r>
          </a:p>
        </p:txBody>
      </p:sp>
      <p:pic>
        <p:nvPicPr>
          <p:cNvPr id="4" name="Picture 3" descr="A screenshot of a computer screen&#10;&#10;AI-generated content may be incorrect.">
            <a:extLst>
              <a:ext uri="{FF2B5EF4-FFF2-40B4-BE49-F238E27FC236}">
                <a16:creationId xmlns:a16="http://schemas.microsoft.com/office/drawing/2014/main" id="{62D3EB63-D3EA-3801-B1C6-C2E90953E2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33" y="3424848"/>
            <a:ext cx="10015884" cy="6789669"/>
          </a:xfrm>
          <a:prstGeom prst="rect">
            <a:avLst/>
          </a:prstGeom>
        </p:spPr>
      </p:pic>
    </p:spTree>
    <p:extLst>
      <p:ext uri="{BB962C8B-B14F-4D97-AF65-F5344CB8AC3E}">
        <p14:creationId xmlns:p14="http://schemas.microsoft.com/office/powerpoint/2010/main" val="2139805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picture containing clock&#10;&#10;Description automatically generated">
            <a:extLst>
              <a:ext uri="{FF2B5EF4-FFF2-40B4-BE49-F238E27FC236}">
                <a16:creationId xmlns:a16="http://schemas.microsoft.com/office/drawing/2014/main" id="{08993EA5-4301-964F-9A92-263EFB993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
        <p:nvSpPr>
          <p:cNvPr id="104" name="Pentagon 103">
            <a:extLst>
              <a:ext uri="{FF2B5EF4-FFF2-40B4-BE49-F238E27FC236}">
                <a16:creationId xmlns:a16="http://schemas.microsoft.com/office/drawing/2014/main" id="{82D6CAAB-6CC9-A64B-B333-02B3D135DD61}"/>
              </a:ext>
            </a:extLst>
          </p:cNvPr>
          <p:cNvSpPr/>
          <p:nvPr/>
        </p:nvSpPr>
        <p:spPr>
          <a:xfrm>
            <a:off x="674914" y="382772"/>
            <a:ext cx="17003486" cy="20120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lnSpc>
                <a:spcPct val="150000"/>
              </a:lnSpc>
              <a:spcBef>
                <a:spcPts val="600"/>
              </a:spcBef>
            </a:pPr>
            <a:endParaRPr lang="es-ES" sz="2400" dirty="0">
              <a:solidFill>
                <a:schemeClr val="bg1"/>
              </a:solidFill>
            </a:endParaRPr>
          </a:p>
          <a:p>
            <a:pPr lvl="1" algn="ctr">
              <a:lnSpc>
                <a:spcPct val="150000"/>
              </a:lnSpc>
              <a:spcBef>
                <a:spcPts val="600"/>
              </a:spcBef>
            </a:pPr>
            <a:r>
              <a:rPr lang="es-ES" sz="2400" dirty="0">
                <a:solidFill>
                  <a:schemeClr val="bg1"/>
                </a:solidFill>
              </a:rPr>
              <a:t>3- Seleccione un patrón de diseño detallado y aplíquelo al modelo construido en el punto b.  Explique por qué el patrón puede ser utilizados en conjunto  con la táctica de diseño seleccionada en el punto anterior.</a:t>
            </a:r>
          </a:p>
          <a:p>
            <a:pPr lvl="1" algn="ctr">
              <a:lnSpc>
                <a:spcPct val="150000"/>
              </a:lnSpc>
              <a:spcBef>
                <a:spcPts val="600"/>
              </a:spcBef>
            </a:pPr>
            <a:endParaRPr lang="es-ES" sz="2400" dirty="0">
              <a:solidFill>
                <a:schemeClr val="bg1"/>
              </a:solidFill>
            </a:endParaRPr>
          </a:p>
          <a:p>
            <a:pPr lvl="1" algn="ctr">
              <a:lnSpc>
                <a:spcPct val="150000"/>
              </a:lnSpc>
              <a:spcBef>
                <a:spcPts val="600"/>
              </a:spcBef>
            </a:pPr>
            <a:r>
              <a:rPr lang="es-ES" sz="2400" dirty="0">
                <a:solidFill>
                  <a:schemeClr val="bg1"/>
                </a:solidFill>
              </a:rPr>
              <a:t>.</a:t>
            </a:r>
          </a:p>
        </p:txBody>
      </p:sp>
      <p:sp>
        <p:nvSpPr>
          <p:cNvPr id="2" name="TextBox 1">
            <a:extLst>
              <a:ext uri="{FF2B5EF4-FFF2-40B4-BE49-F238E27FC236}">
                <a16:creationId xmlns:a16="http://schemas.microsoft.com/office/drawing/2014/main" id="{D302648D-44C9-5F51-E755-513A459E9482}"/>
              </a:ext>
            </a:extLst>
          </p:cNvPr>
          <p:cNvSpPr txBox="1"/>
          <p:nvPr/>
        </p:nvSpPr>
        <p:spPr>
          <a:xfrm>
            <a:off x="11172426" y="3424848"/>
            <a:ext cx="2122697" cy="1323439"/>
          </a:xfrm>
          <a:prstGeom prst="rect">
            <a:avLst/>
          </a:prstGeom>
          <a:noFill/>
        </p:spPr>
        <p:txBody>
          <a:bodyPr wrap="none" rtlCol="0">
            <a:spAutoFit/>
          </a:bodyPr>
          <a:lstStyle/>
          <a:p>
            <a:r>
              <a:rPr lang="en-CO" sz="4000" b="1" i="1" dirty="0"/>
              <a:t>Pátron: </a:t>
            </a:r>
          </a:p>
          <a:p>
            <a:r>
              <a:rPr lang="en-CO" sz="4000" b="1" i="1" dirty="0"/>
              <a:t>MVVM.</a:t>
            </a:r>
          </a:p>
        </p:txBody>
      </p:sp>
      <p:sp>
        <p:nvSpPr>
          <p:cNvPr id="3" name="TextBox 2">
            <a:extLst>
              <a:ext uri="{FF2B5EF4-FFF2-40B4-BE49-F238E27FC236}">
                <a16:creationId xmlns:a16="http://schemas.microsoft.com/office/drawing/2014/main" id="{ED030A6D-5B37-2AD6-274F-0BEB999A720D}"/>
              </a:ext>
            </a:extLst>
          </p:cNvPr>
          <p:cNvSpPr txBox="1"/>
          <p:nvPr/>
        </p:nvSpPr>
        <p:spPr>
          <a:xfrm>
            <a:off x="11172426" y="5044048"/>
            <a:ext cx="8516012" cy="3046988"/>
          </a:xfrm>
          <a:prstGeom prst="rect">
            <a:avLst/>
          </a:prstGeom>
          <a:noFill/>
        </p:spPr>
        <p:txBody>
          <a:bodyPr wrap="square" rtlCol="0">
            <a:spAutoFit/>
          </a:bodyPr>
          <a:lstStyle/>
          <a:p>
            <a:r>
              <a:rPr lang="en-CO" sz="2400" dirty="0"/>
              <a:t>Adicionalmente, favorecemos la facilidad de modificación utilizando este patrón al interior del módulo de Rutas.</a:t>
            </a:r>
          </a:p>
          <a:p>
            <a:r>
              <a:rPr lang="en-CO" sz="2400" dirty="0"/>
              <a:t>El reemplazo de un nuevo algoritmo se realiza en los modelos, cada algoritmo de rutas puede ser un nuevo modelo/clase (o uno modificado) que hereda de una clase común de algoritmos de rutas. La VistaModelo recibe alguno de esos modelos de algoritmos de rutas para exponer en la vista (API expuesta) el servicio de cálculo de ruta. </a:t>
            </a:r>
          </a:p>
        </p:txBody>
      </p:sp>
      <p:pic>
        <p:nvPicPr>
          <p:cNvPr id="8" name="Picture 7" descr="A screenshot of a computer&#10;&#10;AI-generated content may be incorrect.">
            <a:extLst>
              <a:ext uri="{FF2B5EF4-FFF2-40B4-BE49-F238E27FC236}">
                <a16:creationId xmlns:a16="http://schemas.microsoft.com/office/drawing/2014/main" id="{F9CB4E13-502A-E4F0-B89F-FBAC5170B6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4517" y="2057400"/>
            <a:ext cx="7357533" cy="10058400"/>
          </a:xfrm>
          <a:prstGeom prst="rect">
            <a:avLst/>
          </a:prstGeom>
        </p:spPr>
      </p:pic>
    </p:spTree>
    <p:extLst>
      <p:ext uri="{BB962C8B-B14F-4D97-AF65-F5344CB8AC3E}">
        <p14:creationId xmlns:p14="http://schemas.microsoft.com/office/powerpoint/2010/main" val="3636033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en blanco y negro&#10;&#10;Descripción generada automáticamente con confianza baja">
            <a:extLst>
              <a:ext uri="{FF2B5EF4-FFF2-40B4-BE49-F238E27FC236}">
                <a16:creationId xmlns:a16="http://schemas.microsoft.com/office/drawing/2014/main" id="{81F5B806-8B2D-AE50-0A27-48994D40A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438" y="1178805"/>
            <a:ext cx="2784659" cy="1075663"/>
          </a:xfrm>
          <a:prstGeom prst="rect">
            <a:avLst/>
          </a:prstGeom>
        </p:spPr>
      </p:pic>
      <p:sp>
        <p:nvSpPr>
          <p:cNvPr id="6" name="CuadroTexto 5">
            <a:extLst>
              <a:ext uri="{FF2B5EF4-FFF2-40B4-BE49-F238E27FC236}">
                <a16:creationId xmlns:a16="http://schemas.microsoft.com/office/drawing/2014/main" id="{6E3E24F2-D469-0477-E32A-013755FCD7E6}"/>
              </a:ext>
            </a:extLst>
          </p:cNvPr>
          <p:cNvSpPr txBox="1"/>
          <p:nvPr/>
        </p:nvSpPr>
        <p:spPr>
          <a:xfrm>
            <a:off x="1741439" y="4641559"/>
            <a:ext cx="16621223" cy="3290516"/>
          </a:xfrm>
          <a:prstGeom prst="rect">
            <a:avLst/>
          </a:prstGeom>
          <a:noFill/>
        </p:spPr>
        <p:txBody>
          <a:bodyPr wrap="square" rtlCol="0">
            <a:spAutoFit/>
          </a:bodyPr>
          <a:lstStyle/>
          <a:p>
            <a:r>
              <a:rPr lang="es-419" sz="2309" b="1" dirty="0">
                <a:latin typeface="Lato" panose="020F0502020204030203" pitchFamily="34" charset="0"/>
              </a:rPr>
              <a:t>© - Derechos Reservados: </a:t>
            </a:r>
            <a:r>
              <a:rPr lang="es-419" sz="2309" dirty="0">
                <a:latin typeface="Lato" panose="020F0502020204030203" pitchFamily="34" charset="0"/>
              </a:rPr>
              <a:t>la presente obra, y en general todos sus contenidos, se encuentran protegidos por las normas internacionales y nacionales vigentes sobre propiedad Intelectual, por lo tanto su utilización parcial o total, reproducción, comunicación pública, transformación, distribución, alquiler, préstamo público e importación, total o parcial, en todo o en parte, en formato impreso o digital y en cualquier formato conocido o por conocer, se encuentran prohibidos, y solo serán lícitos en la medida en que se cuente con la autorización previa y expresa por escrito de la Universidad de los Andes.</a:t>
            </a:r>
          </a:p>
          <a:p>
            <a:endParaRPr lang="es-419" sz="2309" dirty="0">
              <a:latin typeface="Lato" panose="020F0502020204030203" pitchFamily="34" charset="0"/>
            </a:endParaRPr>
          </a:p>
          <a:p>
            <a:r>
              <a:rPr lang="es-419" sz="2309" dirty="0">
                <a:latin typeface="Lato" panose="020F0502020204030203" pitchFamily="34" charset="0"/>
              </a:rPr>
              <a:t>De igual manera, la utilización de la imagen de las personas, docentes o estudiantes, sin su previa autorización está expresamente prohibida. En caso de incumplirse con lo mencionado, se procederá de conformidad con los reglamentos y políticas de la universidad, sin perjuicio de las demás acciones legales aplicables.</a:t>
            </a:r>
          </a:p>
        </p:txBody>
      </p:sp>
      <p:cxnSp>
        <p:nvCxnSpPr>
          <p:cNvPr id="8" name="Conector recto 7">
            <a:extLst>
              <a:ext uri="{FF2B5EF4-FFF2-40B4-BE49-F238E27FC236}">
                <a16:creationId xmlns:a16="http://schemas.microsoft.com/office/drawing/2014/main" id="{F2F0434D-F534-2403-C639-2D7194B7065D}"/>
              </a:ext>
            </a:extLst>
          </p:cNvPr>
          <p:cNvCxnSpPr>
            <a:cxnSpLocks/>
          </p:cNvCxnSpPr>
          <p:nvPr/>
        </p:nvCxnSpPr>
        <p:spPr>
          <a:xfrm>
            <a:off x="1741439" y="4047944"/>
            <a:ext cx="16621223" cy="0"/>
          </a:xfrm>
          <a:prstGeom prst="line">
            <a:avLst/>
          </a:prstGeom>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1EDDB248-E9A3-3F5C-5EC0-E5BE576ADD19}"/>
              </a:ext>
            </a:extLst>
          </p:cNvPr>
          <p:cNvCxnSpPr>
            <a:cxnSpLocks/>
          </p:cNvCxnSpPr>
          <p:nvPr/>
        </p:nvCxnSpPr>
        <p:spPr>
          <a:xfrm>
            <a:off x="1741439" y="8598993"/>
            <a:ext cx="16621223" cy="0"/>
          </a:xfrm>
          <a:prstGeom prst="line">
            <a:avLst/>
          </a:prstGeom>
        </p:spPr>
        <p:style>
          <a:lnRef idx="1">
            <a:schemeClr val="dk1"/>
          </a:lnRef>
          <a:fillRef idx="0">
            <a:schemeClr val="dk1"/>
          </a:fillRef>
          <a:effectRef idx="0">
            <a:schemeClr val="dk1"/>
          </a:effectRef>
          <a:fontRef idx="minor">
            <a:schemeClr val="tx1"/>
          </a:fontRef>
        </p:style>
      </p:cxnSp>
      <p:sp>
        <p:nvSpPr>
          <p:cNvPr id="11" name="Rectángulo 10">
            <a:extLst>
              <a:ext uri="{FF2B5EF4-FFF2-40B4-BE49-F238E27FC236}">
                <a16:creationId xmlns:a16="http://schemas.microsoft.com/office/drawing/2014/main" id="{9EAB3392-A4DF-DC0F-9005-BFDA8D351B43}"/>
              </a:ext>
            </a:extLst>
          </p:cNvPr>
          <p:cNvSpPr/>
          <p:nvPr/>
        </p:nvSpPr>
        <p:spPr>
          <a:xfrm>
            <a:off x="0" y="273448"/>
            <a:ext cx="158465" cy="11308555"/>
          </a:xfrm>
          <a:prstGeom prst="rect">
            <a:avLst/>
          </a:prstGeom>
          <a:solidFill>
            <a:srgbClr val="212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sp>
        <p:nvSpPr>
          <p:cNvPr id="12" name="Rectángulo 11">
            <a:extLst>
              <a:ext uri="{FF2B5EF4-FFF2-40B4-BE49-F238E27FC236}">
                <a16:creationId xmlns:a16="http://schemas.microsoft.com/office/drawing/2014/main" id="{B8A3E730-9418-BC79-0993-BC738F7162F9}"/>
              </a:ext>
            </a:extLst>
          </p:cNvPr>
          <p:cNvSpPr/>
          <p:nvPr/>
        </p:nvSpPr>
        <p:spPr>
          <a:xfrm>
            <a:off x="0" y="1871356"/>
            <a:ext cx="158465" cy="9753630"/>
          </a:xfrm>
          <a:prstGeom prst="rect">
            <a:avLst/>
          </a:prstGeom>
          <a:solidFill>
            <a:srgbClr val="F9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pic>
        <p:nvPicPr>
          <p:cNvPr id="16" name="Imagen 15" descr="Fondo negro con letras blancas&#10;&#10;Descripción generada automáticamente con confianza media">
            <a:extLst>
              <a:ext uri="{FF2B5EF4-FFF2-40B4-BE49-F238E27FC236}">
                <a16:creationId xmlns:a16="http://schemas.microsoft.com/office/drawing/2014/main" id="{3FFFE140-7A0A-FA90-4C23-6383FB55A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1890" y="2529840"/>
            <a:ext cx="5760324" cy="6795774"/>
          </a:xfrm>
          <a:prstGeom prst="rect">
            <a:avLst/>
          </a:prstGeom>
        </p:spPr>
      </p:pic>
    </p:spTree>
    <p:extLst>
      <p:ext uri="{BB962C8B-B14F-4D97-AF65-F5344CB8AC3E}">
        <p14:creationId xmlns:p14="http://schemas.microsoft.com/office/powerpoint/2010/main" val="4171484528"/>
      </p:ext>
    </p:extLst>
  </p:cSld>
  <p:clrMapOvr>
    <a:masterClrMapping/>
  </p:clrMapOvr>
</p:sld>
</file>

<file path=ppt/theme/theme1.xml><?xml version="1.0" encoding="utf-8"?>
<a:theme xmlns:a="http://schemas.openxmlformats.org/drawingml/2006/main" name="Tema3">
  <a:themeElements>
    <a:clrScheme name="MISO 1">
      <a:dk1>
        <a:srgbClr val="4C4D4C"/>
      </a:dk1>
      <a:lt1>
        <a:srgbClr val="FEFAFA"/>
      </a:lt1>
      <a:dk2>
        <a:srgbClr val="4F504F"/>
      </a:dk2>
      <a:lt2>
        <a:srgbClr val="FFFAFA"/>
      </a:lt2>
      <a:accent1>
        <a:srgbClr val="0C0D2B"/>
      </a:accent1>
      <a:accent2>
        <a:srgbClr val="332174"/>
      </a:accent2>
      <a:accent3>
        <a:srgbClr val="3AB1E3"/>
      </a:accent3>
      <a:accent4>
        <a:srgbClr val="0070BA"/>
      </a:accent4>
      <a:accent5>
        <a:srgbClr val="9AC3E2"/>
      </a:accent5>
      <a:accent6>
        <a:srgbClr val="9991BA"/>
      </a:accent6>
      <a:hlink>
        <a:srgbClr val="32AEE2"/>
      </a:hlink>
      <a:folHlink>
        <a:srgbClr val="4D9BC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3" id="{191589FF-03B5-B54F-9F12-A00A11A3A487}" vid="{2CB6F1CE-0CB0-934C-9A98-3DD7BE7A16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2C2E94BA26B184CBB6282D7591E99F9" ma:contentTypeVersion="16" ma:contentTypeDescription="Crear nuevo documento." ma:contentTypeScope="" ma:versionID="d2cced94f7dcc45aa1f33cd122d49447">
  <xsd:schema xmlns:xsd="http://www.w3.org/2001/XMLSchema" xmlns:xs="http://www.w3.org/2001/XMLSchema" xmlns:p="http://schemas.microsoft.com/office/2006/metadata/properties" xmlns:ns2="1a860d3e-6179-436c-977f-c8fec32702f9" xmlns:ns3="975eb909-7871-4881-a0e4-375dc0be4505" targetNamespace="http://schemas.microsoft.com/office/2006/metadata/properties" ma:root="true" ma:fieldsID="fd8633f808c4f6ac46999f2159d7c5c0" ns2:_="" ns3:_="">
    <xsd:import namespace="1a860d3e-6179-436c-977f-c8fec32702f9"/>
    <xsd:import namespace="975eb909-7871-4881-a0e4-375dc0be450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60d3e-6179-436c-977f-c8fec32702f9"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4d57bf8d-d566-4d19-80db-30c522907b41}" ma:internalName="TaxCatchAll" ma:showField="CatchAllData" ma:web="1a860d3e-6179-436c-977f-c8fec32702f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75eb909-7871-4881-a0e4-375dc0be450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a38e7027-190f-4f90-8839-9f8250567d86"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a860d3e-6179-436c-977f-c8fec32702f9" xsi:nil="true"/>
    <lcf76f155ced4ddcb4097134ff3c332f xmlns="975eb909-7871-4881-a0e4-375dc0be450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F71969-3D08-4580-A0BA-37411F1A6EDE}">
  <ds:schemaRefs>
    <ds:schemaRef ds:uri="http://schemas.microsoft.com/sharepoint/v3/contenttype/forms"/>
  </ds:schemaRefs>
</ds:datastoreItem>
</file>

<file path=customXml/itemProps2.xml><?xml version="1.0" encoding="utf-8"?>
<ds:datastoreItem xmlns:ds="http://schemas.openxmlformats.org/officeDocument/2006/customXml" ds:itemID="{896F009D-CB96-4799-94AA-BB9AC8B838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60d3e-6179-436c-977f-c8fec32702f9"/>
    <ds:schemaRef ds:uri="975eb909-7871-4881-a0e4-375dc0be45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9FF44A-30D2-497B-A25D-9EE767A2DC4A}">
  <ds:schemaRefs>
    <ds:schemaRef ds:uri="http://purl.org/dc/terms/"/>
    <ds:schemaRef ds:uri="http://www.w3.org/XML/1998/namespace"/>
    <ds:schemaRef ds:uri="http://schemas.microsoft.com/office/2006/documentManagement/types"/>
    <ds:schemaRef ds:uri="http://purl.org/dc/elements/1.1/"/>
    <ds:schemaRef ds:uri="http://schemas.microsoft.com/office/infopath/2007/PartnerControls"/>
    <ds:schemaRef ds:uri="http://purl.org/dc/dcmitype/"/>
    <ds:schemaRef ds:uri="1a860d3e-6179-436c-977f-c8fec32702f9"/>
    <ds:schemaRef ds:uri="http://schemas.openxmlformats.org/package/2006/metadata/core-properties"/>
    <ds:schemaRef ds:uri="975eb909-7871-4881-a0e4-375dc0be4505"/>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Tema MISO</Template>
  <TotalTime>4656</TotalTime>
  <Words>811</Words>
  <Application>Microsoft Macintosh PowerPoint</Application>
  <PresentationFormat>Custom</PresentationFormat>
  <Paragraphs>74</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GT America</vt:lpstr>
      <vt:lpstr>GT America Bold</vt:lpstr>
      <vt:lpstr>GT America Thin</vt:lpstr>
      <vt:lpstr>Lato</vt:lpstr>
      <vt:lpstr>Tema3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Felipe Arturo Bonilla Parra</dc:creator>
  <cp:lastModifiedBy>Juan Felipe Rojas Cendales</cp:lastModifiedBy>
  <cp:revision>142</cp:revision>
  <dcterms:created xsi:type="dcterms:W3CDTF">2020-02-04T21:09:36Z</dcterms:created>
  <dcterms:modified xsi:type="dcterms:W3CDTF">2025-09-11T01:15:26Z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0x010100C3FA879870CE104FB414359600E5844F</vt:lpwstr>
  </property>
  <property fmtid="{D5CDD505-2E9C-101B-9397-08002B2CF9AE}" pid="3" name="MediaServiceImageTags">
    <vt:lpwstr/>
  </property>
</Properties>
</file>