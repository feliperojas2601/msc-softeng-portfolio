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12"/>
  </p:notesMasterIdLst>
  <p:sldIdLst>
    <p:sldId id="256" r:id="rId5"/>
    <p:sldId id="258" r:id="rId6"/>
    <p:sldId id="265" r:id="rId7"/>
    <p:sldId id="336" r:id="rId8"/>
    <p:sldId id="339" r:id="rId9"/>
    <p:sldId id="338" r:id="rId10"/>
    <p:sldId id="340" r:id="rId11"/>
  </p:sldIdLst>
  <p:sldSz cx="20104100" cy="1185545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84250"/>
    <a:srgbClr val="FF8CA6"/>
    <a:srgbClr val="974B59"/>
    <a:srgbClr val="965942"/>
    <a:srgbClr val="CFA5AA"/>
    <a:srgbClr val="3421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89" autoAdjust="0"/>
    <p:restoredTop sz="62744" autoAdjust="0"/>
  </p:normalViewPr>
  <p:slideViewPr>
    <p:cSldViewPr snapToGrid="0">
      <p:cViewPr varScale="1">
        <p:scale>
          <a:sx n="47" d="100"/>
          <a:sy n="47" d="100"/>
        </p:scale>
        <p:origin x="2112" y="21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 Valeria Mendoza Cipagauta" userId="9d05f6fe-bc3e-4e8b-b0a3-47cfb1c3fad5" providerId="ADAL" clId="{87504E0C-8A00-4FCA-92DB-2F26B0546BAE}"/>
    <pc:docChg chg="custSel addSld modSld">
      <pc:chgData name="Ana Valeria Mendoza Cipagauta" userId="9d05f6fe-bc3e-4e8b-b0a3-47cfb1c3fad5" providerId="ADAL" clId="{87504E0C-8A00-4FCA-92DB-2F26B0546BAE}" dt="2023-01-18T19:49:03.302" v="1" actId="27636"/>
      <pc:docMkLst>
        <pc:docMk/>
      </pc:docMkLst>
      <pc:sldChg chg="modSp">
        <pc:chgData name="Ana Valeria Mendoza Cipagauta" userId="9d05f6fe-bc3e-4e8b-b0a3-47cfb1c3fad5" providerId="ADAL" clId="{87504E0C-8A00-4FCA-92DB-2F26B0546BAE}" dt="2023-01-18T19:49:03.302" v="1" actId="27636"/>
        <pc:sldMkLst>
          <pc:docMk/>
          <pc:sldMk cId="2908288428" sldId="256"/>
        </pc:sldMkLst>
        <pc:spChg chg="mod">
          <ac:chgData name="Ana Valeria Mendoza Cipagauta" userId="9d05f6fe-bc3e-4e8b-b0a3-47cfb1c3fad5" providerId="ADAL" clId="{87504E0C-8A00-4FCA-92DB-2F26B0546BAE}" dt="2023-01-18T19:49:03.302" v="1" actId="27636"/>
          <ac:spMkLst>
            <pc:docMk/>
            <pc:sldMk cId="2908288428" sldId="256"/>
            <ac:spMk id="3" creationId="{2D598DFA-329B-2E42-B0CD-A299535D3FF7}"/>
          </ac:spMkLst>
        </pc:spChg>
      </pc:sldChg>
    </pc:docChg>
  </pc:docChgLst>
  <pc:docChgLst>
    <pc:chgData name="Ana Valeria Mendoza Cipagauta" userId="9d05f6fe-bc3e-4e8b-b0a3-47cfb1c3fad5" providerId="ADAL" clId="{5AF137CC-2C14-4D9D-9C07-6F0E959D5850}"/>
    <pc:docChg chg="custSel addSld delSld modSld">
      <pc:chgData name="Ana Valeria Mendoza Cipagauta" userId="9d05f6fe-bc3e-4e8b-b0a3-47cfb1c3fad5" providerId="ADAL" clId="{5AF137CC-2C14-4D9D-9C07-6F0E959D5850}" dt="2023-01-20T13:03:47.920" v="2" actId="27636"/>
      <pc:docMkLst>
        <pc:docMk/>
      </pc:docMkLst>
      <pc:sldChg chg="modSp">
        <pc:chgData name="Ana Valeria Mendoza Cipagauta" userId="9d05f6fe-bc3e-4e8b-b0a3-47cfb1c3fad5" providerId="ADAL" clId="{5AF137CC-2C14-4D9D-9C07-6F0E959D5850}" dt="2023-01-20T13:03:47.920" v="2" actId="27636"/>
        <pc:sldMkLst>
          <pc:docMk/>
          <pc:sldMk cId="2908288428" sldId="256"/>
        </pc:sldMkLst>
        <pc:spChg chg="mod">
          <ac:chgData name="Ana Valeria Mendoza Cipagauta" userId="9d05f6fe-bc3e-4e8b-b0a3-47cfb1c3fad5" providerId="ADAL" clId="{5AF137CC-2C14-4D9D-9C07-6F0E959D5850}" dt="2023-01-20T13:03:47.920" v="2" actId="27636"/>
          <ac:spMkLst>
            <pc:docMk/>
            <pc:sldMk cId="2908288428" sldId="256"/>
            <ac:spMk id="3" creationId="{2D598DFA-329B-2E42-B0CD-A299535D3FF7}"/>
          </ac:spMkLst>
        </pc:spChg>
      </pc:sldChg>
      <pc:sldChg chg="del">
        <pc:chgData name="Ana Valeria Mendoza Cipagauta" userId="9d05f6fe-bc3e-4e8b-b0a3-47cfb1c3fad5" providerId="ADAL" clId="{5AF137CC-2C14-4D9D-9C07-6F0E959D5850}" dt="2023-01-20T13:03:46.319" v="0" actId="2696"/>
        <pc:sldMkLst>
          <pc:docMk/>
          <pc:sldMk cId="2526152964" sldId="275"/>
        </pc:sldMkLst>
      </pc:sldChg>
      <pc:sldChg chg="add">
        <pc:chgData name="Ana Valeria Mendoza Cipagauta" userId="9d05f6fe-bc3e-4e8b-b0a3-47cfb1c3fad5" providerId="ADAL" clId="{5AF137CC-2C14-4D9D-9C07-6F0E959D5850}" dt="2023-01-20T13:03:47.842" v="1"/>
        <pc:sldMkLst>
          <pc:docMk/>
          <pc:sldMk cId="4171484528" sldId="34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CO"/>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445EE62C-472A-0944-B273-7A532AA1B9AC}" type="datetimeFigureOut">
              <a:rPr lang="en-CO" smtClean="0"/>
              <a:t>16/08/25</a:t>
            </a:fld>
            <a:endParaRPr lang="en-CO"/>
          </a:p>
        </p:txBody>
      </p:sp>
      <p:sp>
        <p:nvSpPr>
          <p:cNvPr id="4" name="Slide Image Placeholder 3"/>
          <p:cNvSpPr>
            <a:spLocks noGrp="1" noRot="1" noChangeAspect="1"/>
          </p:cNvSpPr>
          <p:nvPr>
            <p:ph type="sldImg" idx="2"/>
          </p:nvPr>
        </p:nvSpPr>
        <p:spPr>
          <a:xfrm>
            <a:off x="2609850" y="857250"/>
            <a:ext cx="3924300" cy="2314575"/>
          </a:xfrm>
          <a:prstGeom prst="rect">
            <a:avLst/>
          </a:prstGeom>
          <a:noFill/>
          <a:ln w="12700">
            <a:solidFill>
              <a:prstClr val="black"/>
            </a:solidFill>
          </a:ln>
        </p:spPr>
        <p:txBody>
          <a:bodyPr vert="horz" lIns="91440" tIns="45720" rIns="91440" bIns="45720" rtlCol="0" anchor="ctr"/>
          <a:lstStyle/>
          <a:p>
            <a:endParaRPr lang="en-CO"/>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O"/>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CO"/>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BE9ACABF-6E5F-1440-8A94-6FA0FACD68FC}" type="slidenum">
              <a:rPr lang="en-CO" smtClean="0"/>
              <a:t>‹#›</a:t>
            </a:fld>
            <a:endParaRPr lang="en-CO"/>
          </a:p>
        </p:txBody>
      </p:sp>
    </p:spTree>
    <p:extLst>
      <p:ext uri="{BB962C8B-B14F-4D97-AF65-F5344CB8AC3E}">
        <p14:creationId xmlns:p14="http://schemas.microsoft.com/office/powerpoint/2010/main" val="410014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noProof="0" dirty="0"/>
          </a:p>
        </p:txBody>
      </p:sp>
      <p:sp>
        <p:nvSpPr>
          <p:cNvPr id="4" name="Slide Number Placeholder 3"/>
          <p:cNvSpPr>
            <a:spLocks noGrp="1"/>
          </p:cNvSpPr>
          <p:nvPr>
            <p:ph type="sldNum" sz="quarter" idx="5"/>
          </p:nvPr>
        </p:nvSpPr>
        <p:spPr/>
        <p:txBody>
          <a:bodyPr/>
          <a:lstStyle/>
          <a:p>
            <a:fld id="{BE9ACABF-6E5F-1440-8A94-6FA0FACD68FC}" type="slidenum">
              <a:rPr lang="en-CO" smtClean="0"/>
              <a:t>1</a:t>
            </a:fld>
            <a:endParaRPr lang="en-CO"/>
          </a:p>
        </p:txBody>
      </p:sp>
    </p:spTree>
    <p:extLst>
      <p:ext uri="{BB962C8B-B14F-4D97-AF65-F5344CB8AC3E}">
        <p14:creationId xmlns:p14="http://schemas.microsoft.com/office/powerpoint/2010/main" val="604090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2</a:t>
            </a:fld>
            <a:endParaRPr lang="en-CO"/>
          </a:p>
        </p:txBody>
      </p:sp>
    </p:spTree>
    <p:extLst>
      <p:ext uri="{BB962C8B-B14F-4D97-AF65-F5344CB8AC3E}">
        <p14:creationId xmlns:p14="http://schemas.microsoft.com/office/powerpoint/2010/main" val="1848712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3</a:t>
            </a:fld>
            <a:endParaRPr lang="en-CO"/>
          </a:p>
        </p:txBody>
      </p:sp>
    </p:spTree>
    <p:extLst>
      <p:ext uri="{BB962C8B-B14F-4D97-AF65-F5344CB8AC3E}">
        <p14:creationId xmlns:p14="http://schemas.microsoft.com/office/powerpoint/2010/main" val="1681058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4</a:t>
            </a:fld>
            <a:endParaRPr lang="en-CO"/>
          </a:p>
        </p:txBody>
      </p:sp>
    </p:spTree>
    <p:extLst>
      <p:ext uri="{BB962C8B-B14F-4D97-AF65-F5344CB8AC3E}">
        <p14:creationId xmlns:p14="http://schemas.microsoft.com/office/powerpoint/2010/main" val="1983114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5</a:t>
            </a:fld>
            <a:endParaRPr lang="en-CO"/>
          </a:p>
        </p:txBody>
      </p:sp>
    </p:spTree>
    <p:extLst>
      <p:ext uri="{BB962C8B-B14F-4D97-AF65-F5344CB8AC3E}">
        <p14:creationId xmlns:p14="http://schemas.microsoft.com/office/powerpoint/2010/main" val="4151932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6</a:t>
            </a:fld>
            <a:endParaRPr lang="en-CO"/>
          </a:p>
        </p:txBody>
      </p:sp>
    </p:spTree>
    <p:extLst>
      <p:ext uri="{BB962C8B-B14F-4D97-AF65-F5344CB8AC3E}">
        <p14:creationId xmlns:p14="http://schemas.microsoft.com/office/powerpoint/2010/main" val="3059986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13013" y="1940233"/>
            <a:ext cx="15078075" cy="4127453"/>
          </a:xfrm>
        </p:spPr>
        <p:txBody>
          <a:bodyPr anchor="b"/>
          <a:lstStyle>
            <a:lvl1pPr algn="ctr">
              <a:defRPr sz="9894"/>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13013" y="6226856"/>
            <a:ext cx="15078075" cy="2862322"/>
          </a:xfrm>
        </p:spPr>
        <p:txBody>
          <a:bodyPr/>
          <a:lstStyle>
            <a:lvl1pPr marL="0" indent="0" algn="ctr">
              <a:buNone/>
              <a:defRPr sz="3958"/>
            </a:lvl1pPr>
            <a:lvl2pPr marL="753923" indent="0" algn="ctr">
              <a:buNone/>
              <a:defRPr sz="3298"/>
            </a:lvl2pPr>
            <a:lvl3pPr marL="1507846" indent="0" algn="ctr">
              <a:buNone/>
              <a:defRPr sz="2968"/>
            </a:lvl3pPr>
            <a:lvl4pPr marL="2261768" indent="0" algn="ctr">
              <a:buNone/>
              <a:defRPr sz="2638"/>
            </a:lvl4pPr>
            <a:lvl5pPr marL="3015691" indent="0" algn="ctr">
              <a:buNone/>
              <a:defRPr sz="2638"/>
            </a:lvl5pPr>
            <a:lvl6pPr marL="3769614" indent="0" algn="ctr">
              <a:buNone/>
              <a:defRPr sz="2638"/>
            </a:lvl6pPr>
            <a:lvl7pPr marL="4523537" indent="0" algn="ctr">
              <a:buNone/>
              <a:defRPr sz="2638"/>
            </a:lvl7pPr>
            <a:lvl8pPr marL="5277460" indent="0" algn="ctr">
              <a:buNone/>
              <a:defRPr sz="2638"/>
            </a:lvl8pPr>
            <a:lvl9pPr marL="6031382" indent="0" algn="ctr">
              <a:buNone/>
              <a:defRPr sz="2638"/>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C469C3E-277C-4E1F-A249-5B730364B4FA}" type="datetimeFigureOut">
              <a:rPr lang="es-CO" smtClean="0"/>
              <a:t>16/08/25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4103011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C469C3E-277C-4E1F-A249-5B730364B4FA}" type="datetimeFigureOut">
              <a:rPr lang="es-CO" smtClean="0"/>
              <a:t>16/08/25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966886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371686" y="2955631"/>
            <a:ext cx="17339786" cy="4931537"/>
          </a:xfrm>
        </p:spPr>
        <p:txBody>
          <a:bodyPr anchor="b"/>
          <a:lstStyle>
            <a:lvl1pPr>
              <a:defRPr sz="9894"/>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1686" y="7933822"/>
            <a:ext cx="17339786" cy="2593379"/>
          </a:xfrm>
        </p:spPr>
        <p:txBody>
          <a:bodyPr/>
          <a:lstStyle>
            <a:lvl1pPr marL="0" indent="0">
              <a:buNone/>
              <a:defRPr sz="3958">
                <a:solidFill>
                  <a:schemeClr val="tx1">
                    <a:tint val="75000"/>
                  </a:schemeClr>
                </a:solidFill>
              </a:defRPr>
            </a:lvl1pPr>
            <a:lvl2pPr marL="753923" indent="0">
              <a:buNone/>
              <a:defRPr sz="3298">
                <a:solidFill>
                  <a:schemeClr val="tx1">
                    <a:tint val="75000"/>
                  </a:schemeClr>
                </a:solidFill>
              </a:defRPr>
            </a:lvl2pPr>
            <a:lvl3pPr marL="1507846" indent="0">
              <a:buNone/>
              <a:defRPr sz="2968">
                <a:solidFill>
                  <a:schemeClr val="tx1">
                    <a:tint val="75000"/>
                  </a:schemeClr>
                </a:solidFill>
              </a:defRPr>
            </a:lvl3pPr>
            <a:lvl4pPr marL="2261768" indent="0">
              <a:buNone/>
              <a:defRPr sz="2638">
                <a:solidFill>
                  <a:schemeClr val="tx1">
                    <a:tint val="75000"/>
                  </a:schemeClr>
                </a:solidFill>
              </a:defRPr>
            </a:lvl4pPr>
            <a:lvl5pPr marL="3015691" indent="0">
              <a:buNone/>
              <a:defRPr sz="2638">
                <a:solidFill>
                  <a:schemeClr val="tx1">
                    <a:tint val="75000"/>
                  </a:schemeClr>
                </a:solidFill>
              </a:defRPr>
            </a:lvl5pPr>
            <a:lvl6pPr marL="3769614" indent="0">
              <a:buNone/>
              <a:defRPr sz="2638">
                <a:solidFill>
                  <a:schemeClr val="tx1">
                    <a:tint val="75000"/>
                  </a:schemeClr>
                </a:solidFill>
              </a:defRPr>
            </a:lvl6pPr>
            <a:lvl7pPr marL="4523537" indent="0">
              <a:buNone/>
              <a:defRPr sz="2638">
                <a:solidFill>
                  <a:schemeClr val="tx1">
                    <a:tint val="75000"/>
                  </a:schemeClr>
                </a:solidFill>
              </a:defRPr>
            </a:lvl7pPr>
            <a:lvl8pPr marL="5277460" indent="0">
              <a:buNone/>
              <a:defRPr sz="2638">
                <a:solidFill>
                  <a:schemeClr val="tx1">
                    <a:tint val="75000"/>
                  </a:schemeClr>
                </a:solidFill>
              </a:defRPr>
            </a:lvl8pPr>
            <a:lvl9pPr marL="6031382" indent="0">
              <a:buNone/>
              <a:defRPr sz="2638">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C469C3E-277C-4E1F-A249-5B730364B4FA}" type="datetimeFigureOut">
              <a:rPr lang="es-CO" smtClean="0"/>
              <a:t>16/08/25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2826345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382157" y="3155965"/>
            <a:ext cx="8544243" cy="752217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0177700" y="3155965"/>
            <a:ext cx="8544243" cy="752217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C469C3E-277C-4E1F-A249-5B730364B4FA}" type="datetimeFigureOut">
              <a:rPr lang="es-CO" smtClean="0"/>
              <a:t>16/08/25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1678059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384776" y="631194"/>
            <a:ext cx="17339786" cy="2291506"/>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84776" y="2906233"/>
            <a:ext cx="8504976" cy="1424300"/>
          </a:xfrm>
        </p:spPr>
        <p:txBody>
          <a:bodyPr anchor="b"/>
          <a:lstStyle>
            <a:lvl1pPr marL="0" indent="0">
              <a:buNone/>
              <a:defRPr sz="3958" b="1"/>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a:pPr lvl="0"/>
            <a:r>
              <a:rPr lang="es-ES"/>
              <a:t>Haga clic para modificar los estilos de texto del patrón</a:t>
            </a:r>
          </a:p>
        </p:txBody>
      </p:sp>
      <p:sp>
        <p:nvSpPr>
          <p:cNvPr id="4" name="Content Placeholder 3"/>
          <p:cNvSpPr>
            <a:spLocks noGrp="1"/>
          </p:cNvSpPr>
          <p:nvPr>
            <p:ph sz="half" idx="2"/>
          </p:nvPr>
        </p:nvSpPr>
        <p:spPr>
          <a:xfrm>
            <a:off x="1384776" y="4330532"/>
            <a:ext cx="8504976" cy="636956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0177701" y="2906233"/>
            <a:ext cx="8546861" cy="1424300"/>
          </a:xfrm>
        </p:spPr>
        <p:txBody>
          <a:bodyPr anchor="b"/>
          <a:lstStyle>
            <a:lvl1pPr marL="0" indent="0">
              <a:buNone/>
              <a:defRPr sz="3958" b="1"/>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a:pPr lvl="0"/>
            <a:r>
              <a:rPr lang="es-ES"/>
              <a:t>Haga clic para modificar los estilos de texto del patrón</a:t>
            </a:r>
          </a:p>
        </p:txBody>
      </p:sp>
      <p:sp>
        <p:nvSpPr>
          <p:cNvPr id="6" name="Content Placeholder 5"/>
          <p:cNvSpPr>
            <a:spLocks noGrp="1"/>
          </p:cNvSpPr>
          <p:nvPr>
            <p:ph sz="quarter" idx="4"/>
          </p:nvPr>
        </p:nvSpPr>
        <p:spPr>
          <a:xfrm>
            <a:off x="10177701" y="4330532"/>
            <a:ext cx="8546861" cy="636956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C469C3E-277C-4E1F-A249-5B730364B4FA}" type="datetimeFigureOut">
              <a:rPr lang="es-CO" smtClean="0"/>
              <a:t>16/08/25</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3741842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C469C3E-277C-4E1F-A249-5B730364B4FA}" type="datetimeFigureOut">
              <a:rPr lang="es-CO" smtClean="0"/>
              <a:t>16/08/25</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108679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469C3E-277C-4E1F-A249-5B730364B4FA}" type="datetimeFigureOut">
              <a:rPr lang="es-CO" smtClean="0"/>
              <a:t>16/08/25</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0489EC60-5D13-492C-8D6B-471F73FDA5E8}" type="slidenum">
              <a:rPr lang="es-CO" smtClean="0"/>
              <a:t>‹#›</a:t>
            </a:fld>
            <a:endParaRPr lang="es-CO"/>
          </a:p>
        </p:txBody>
      </p:sp>
      <p:sp>
        <p:nvSpPr>
          <p:cNvPr id="5" name="Title 4">
            <a:extLst>
              <a:ext uri="{FF2B5EF4-FFF2-40B4-BE49-F238E27FC236}">
                <a16:creationId xmlns:a16="http://schemas.microsoft.com/office/drawing/2014/main" id="{6482AC05-58CE-4E49-B563-09D5951AEB92}"/>
              </a:ext>
            </a:extLst>
          </p:cNvPr>
          <p:cNvSpPr>
            <a:spLocks noGrp="1"/>
          </p:cNvSpPr>
          <p:nvPr>
            <p:ph type="title"/>
          </p:nvPr>
        </p:nvSpPr>
        <p:spPr/>
        <p:txBody>
          <a:bodyPr/>
          <a:lstStyle/>
          <a:p>
            <a:r>
              <a:rPr lang="en-US"/>
              <a:t>Click to edit Master title style</a:t>
            </a:r>
            <a:endParaRPr lang="en-CO"/>
          </a:p>
        </p:txBody>
      </p:sp>
    </p:spTree>
    <p:extLst>
      <p:ext uri="{BB962C8B-B14F-4D97-AF65-F5344CB8AC3E}">
        <p14:creationId xmlns:p14="http://schemas.microsoft.com/office/powerpoint/2010/main" val="2644486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384776" y="790363"/>
            <a:ext cx="6484095" cy="2766272"/>
          </a:xfrm>
        </p:spPr>
        <p:txBody>
          <a:bodyPr anchor="b"/>
          <a:lstStyle>
            <a:lvl1pPr>
              <a:defRPr sz="5277"/>
            </a:lvl1pPr>
          </a:lstStyle>
          <a:p>
            <a:r>
              <a:rPr lang="es-ES"/>
              <a:t>Haga clic para modificar el estilo de título del patrón</a:t>
            </a:r>
            <a:endParaRPr lang="en-US" dirty="0"/>
          </a:p>
        </p:txBody>
      </p:sp>
      <p:sp>
        <p:nvSpPr>
          <p:cNvPr id="3" name="Content Placeholder 2"/>
          <p:cNvSpPr>
            <a:spLocks noGrp="1"/>
          </p:cNvSpPr>
          <p:nvPr>
            <p:ph idx="1"/>
          </p:nvPr>
        </p:nvSpPr>
        <p:spPr>
          <a:xfrm>
            <a:off x="8546861" y="1706966"/>
            <a:ext cx="10177701" cy="8425054"/>
          </a:xfrm>
        </p:spPr>
        <p:txBody>
          <a:bodyPr/>
          <a:lstStyle>
            <a:lvl1pPr>
              <a:defRPr sz="5277"/>
            </a:lvl1pPr>
            <a:lvl2pPr>
              <a:defRPr sz="4617"/>
            </a:lvl2pPr>
            <a:lvl3pPr>
              <a:defRPr sz="3958"/>
            </a:lvl3pPr>
            <a:lvl4pPr>
              <a:defRPr sz="3298"/>
            </a:lvl4pPr>
            <a:lvl5pPr>
              <a:defRPr sz="3298"/>
            </a:lvl5pPr>
            <a:lvl6pPr>
              <a:defRPr sz="3298"/>
            </a:lvl6pPr>
            <a:lvl7pPr>
              <a:defRPr sz="3298"/>
            </a:lvl7pPr>
            <a:lvl8pPr>
              <a:defRPr sz="3298"/>
            </a:lvl8pPr>
            <a:lvl9pPr>
              <a:defRPr sz="3298"/>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384776" y="3556635"/>
            <a:ext cx="6484095" cy="6589106"/>
          </a:xfrm>
        </p:spPr>
        <p:txBody>
          <a:bodyPr/>
          <a:lstStyle>
            <a:lvl1pPr marL="0" indent="0">
              <a:buNone/>
              <a:defRPr sz="263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C469C3E-277C-4E1F-A249-5B730364B4FA}" type="datetimeFigureOut">
              <a:rPr lang="es-CO" smtClean="0"/>
              <a:t>16/08/25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898044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384776" y="790363"/>
            <a:ext cx="6484095" cy="2766272"/>
          </a:xfrm>
        </p:spPr>
        <p:txBody>
          <a:bodyPr anchor="b"/>
          <a:lstStyle>
            <a:lvl1pPr>
              <a:defRPr sz="5277"/>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546861" y="1706966"/>
            <a:ext cx="10177701" cy="8425054"/>
          </a:xfrm>
        </p:spPr>
        <p:txBody>
          <a:bodyPr anchor="t"/>
          <a:lstStyle>
            <a:lvl1pPr marL="0" indent="0">
              <a:buNone/>
              <a:defRPr sz="5277"/>
            </a:lvl1pPr>
            <a:lvl2pPr marL="753923" indent="0">
              <a:buNone/>
              <a:defRPr sz="4617"/>
            </a:lvl2pPr>
            <a:lvl3pPr marL="1507846" indent="0">
              <a:buNone/>
              <a:defRPr sz="3958"/>
            </a:lvl3pPr>
            <a:lvl4pPr marL="2261768" indent="0">
              <a:buNone/>
              <a:defRPr sz="3298"/>
            </a:lvl4pPr>
            <a:lvl5pPr marL="3015691" indent="0">
              <a:buNone/>
              <a:defRPr sz="3298"/>
            </a:lvl5pPr>
            <a:lvl6pPr marL="3769614" indent="0">
              <a:buNone/>
              <a:defRPr sz="3298"/>
            </a:lvl6pPr>
            <a:lvl7pPr marL="4523537" indent="0">
              <a:buNone/>
              <a:defRPr sz="3298"/>
            </a:lvl7pPr>
            <a:lvl8pPr marL="5277460" indent="0">
              <a:buNone/>
              <a:defRPr sz="3298"/>
            </a:lvl8pPr>
            <a:lvl9pPr marL="6031382" indent="0">
              <a:buNone/>
              <a:defRPr sz="3298"/>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384776" y="3556635"/>
            <a:ext cx="6484095" cy="6589106"/>
          </a:xfrm>
        </p:spPr>
        <p:txBody>
          <a:bodyPr/>
          <a:lstStyle>
            <a:lvl1pPr marL="0" indent="0">
              <a:buNone/>
              <a:defRPr sz="263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C469C3E-277C-4E1F-A249-5B730364B4FA}" type="datetimeFigureOut">
              <a:rPr lang="es-CO" smtClean="0"/>
              <a:t>16/08/25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4236099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C469C3E-277C-4E1F-A249-5B730364B4FA}" type="datetimeFigureOut">
              <a:rPr lang="es-CO" smtClean="0"/>
              <a:t>16/08/25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3901031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386996" y="631193"/>
            <a:ext cx="4334947" cy="10046946"/>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382157" y="631193"/>
            <a:ext cx="12753538" cy="10046946"/>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C469C3E-277C-4E1F-A249-5B730364B4FA}" type="datetimeFigureOut">
              <a:rPr lang="es-CO" smtClean="0"/>
              <a:t>16/08/25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749588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ítulo derecha - fondo azul">
    <p:bg>
      <p:bgPr>
        <a:solidFill>
          <a:srgbClr val="342175"/>
        </a:solidFill>
        <a:effectLst/>
      </p:bgPr>
    </p:bg>
    <p:spTree>
      <p:nvGrpSpPr>
        <p:cNvPr id="1" name=""/>
        <p:cNvGrpSpPr/>
        <p:nvPr/>
      </p:nvGrpSpPr>
      <p:grpSpPr>
        <a:xfrm>
          <a:off x="0" y="0"/>
          <a:ext cx="0" cy="0"/>
          <a:chOff x="0" y="0"/>
          <a:chExt cx="0" cy="0"/>
        </a:xfrm>
      </p:grpSpPr>
      <p:sp>
        <p:nvSpPr>
          <p:cNvPr id="50" name="Marcador de texto 49">
            <a:extLst>
              <a:ext uri="{FF2B5EF4-FFF2-40B4-BE49-F238E27FC236}">
                <a16:creationId xmlns:a16="http://schemas.microsoft.com/office/drawing/2014/main" id="{596BCF93-6DE0-442F-AA83-FBFDAB95DFAB}"/>
              </a:ext>
            </a:extLst>
          </p:cNvPr>
          <p:cNvSpPr>
            <a:spLocks noGrp="1"/>
          </p:cNvSpPr>
          <p:nvPr>
            <p:ph type="body" sz="quarter" idx="10" hasCustomPrompt="1"/>
          </p:nvPr>
        </p:nvSpPr>
        <p:spPr>
          <a:xfrm>
            <a:off x="11415994" y="5373094"/>
            <a:ext cx="5303905" cy="943706"/>
          </a:xfrm>
        </p:spPr>
        <p:txBody>
          <a:bodyPr/>
          <a:lstStyle>
            <a:lvl1pPr marL="0" indent="0" algn="ctr">
              <a:buNone/>
              <a:defRPr lang="es-ES" sz="5150" kern="1200" spc="15" dirty="0" smtClean="0">
                <a:solidFill>
                  <a:srgbClr val="FFFFFF"/>
                </a:solidFill>
                <a:latin typeface="GT America"/>
                <a:ea typeface="+mn-ea"/>
                <a:cs typeface="GT America"/>
              </a:defRPr>
            </a:lvl1pPr>
          </a:lstStyle>
          <a:p>
            <a:pPr lvl="0"/>
            <a:r>
              <a:rPr lang="es-ES" dirty="0"/>
              <a:t>Título</a:t>
            </a:r>
          </a:p>
        </p:txBody>
      </p:sp>
      <p:sp>
        <p:nvSpPr>
          <p:cNvPr id="67" name="object 4">
            <a:extLst>
              <a:ext uri="{FF2B5EF4-FFF2-40B4-BE49-F238E27FC236}">
                <a16:creationId xmlns:a16="http://schemas.microsoft.com/office/drawing/2014/main" id="{C12A065A-7C27-40A8-AA7E-3555F4C887AB}"/>
              </a:ext>
            </a:extLst>
          </p:cNvPr>
          <p:cNvSpPr/>
          <p:nvPr/>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8" name="object 5">
            <a:extLst>
              <a:ext uri="{FF2B5EF4-FFF2-40B4-BE49-F238E27FC236}">
                <a16:creationId xmlns:a16="http://schemas.microsoft.com/office/drawing/2014/main" id="{427FDD6C-7AC9-4896-BBA6-16154F68F579}"/>
              </a:ext>
            </a:extLst>
          </p:cNvPr>
          <p:cNvSpPr/>
          <p:nvPr/>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9" name="object 6">
            <a:extLst>
              <a:ext uri="{FF2B5EF4-FFF2-40B4-BE49-F238E27FC236}">
                <a16:creationId xmlns:a16="http://schemas.microsoft.com/office/drawing/2014/main" id="{953A2053-6469-4CA1-BFF3-27FB46B80B50}"/>
              </a:ext>
            </a:extLst>
          </p:cNvPr>
          <p:cNvSpPr/>
          <p:nvPr/>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0" name="object 7">
            <a:extLst>
              <a:ext uri="{FF2B5EF4-FFF2-40B4-BE49-F238E27FC236}">
                <a16:creationId xmlns:a16="http://schemas.microsoft.com/office/drawing/2014/main" id="{5BEE9C81-C824-44C2-8B82-5B785F68440F}"/>
              </a:ext>
            </a:extLst>
          </p:cNvPr>
          <p:cNvSpPr/>
          <p:nvPr/>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1" name="object 8">
            <a:extLst>
              <a:ext uri="{FF2B5EF4-FFF2-40B4-BE49-F238E27FC236}">
                <a16:creationId xmlns:a16="http://schemas.microsoft.com/office/drawing/2014/main" id="{C68F89CB-FCB1-4F38-A174-FEA6B5B54169}"/>
              </a:ext>
            </a:extLst>
          </p:cNvPr>
          <p:cNvSpPr/>
          <p:nvPr/>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2" name="object 9">
            <a:extLst>
              <a:ext uri="{FF2B5EF4-FFF2-40B4-BE49-F238E27FC236}">
                <a16:creationId xmlns:a16="http://schemas.microsoft.com/office/drawing/2014/main" id="{E962C8AB-58E7-481F-88A2-A4EDFB35497E}"/>
              </a:ext>
            </a:extLst>
          </p:cNvPr>
          <p:cNvSpPr txBox="1"/>
          <p:nvPr/>
        </p:nvSpPr>
        <p:spPr>
          <a:xfrm>
            <a:off x="4165296" y="6804105"/>
            <a:ext cx="3521075" cy="1636345"/>
          </a:xfrm>
          <a:prstGeom prst="rect">
            <a:avLst/>
          </a:prstGeom>
        </p:spPr>
        <p:txBody>
          <a:bodyPr vert="horz" wrap="square" lIns="0" tIns="12700" rIns="0" bIns="0" rtlCol="0">
            <a:spAutoFit/>
          </a:bodyPr>
          <a:lstStyle/>
          <a:p>
            <a:pPr marL="12699" defTabSz="914400">
              <a:spcBef>
                <a:spcPts val="100"/>
              </a:spcBef>
            </a:pPr>
            <a:r>
              <a:rPr sz="10550" b="1" dirty="0">
                <a:solidFill>
                  <a:srgbClr val="2BAAE1"/>
                </a:solidFill>
                <a:latin typeface="GT America Bold"/>
                <a:cs typeface="GT America Bold"/>
              </a:rPr>
              <a:t>MISO</a:t>
            </a:r>
            <a:endParaRPr sz="10550" dirty="0">
              <a:solidFill>
                <a:prstClr val="black"/>
              </a:solidFill>
              <a:latin typeface="GT America Bold"/>
              <a:cs typeface="GT America Bold"/>
            </a:endParaRPr>
          </a:p>
        </p:txBody>
      </p:sp>
      <p:sp>
        <p:nvSpPr>
          <p:cNvPr id="73" name="object 10">
            <a:extLst>
              <a:ext uri="{FF2B5EF4-FFF2-40B4-BE49-F238E27FC236}">
                <a16:creationId xmlns:a16="http://schemas.microsoft.com/office/drawing/2014/main" id="{8DE9B7B0-98C0-47A1-BDBD-CA6F24CB6F8F}"/>
              </a:ext>
            </a:extLst>
          </p:cNvPr>
          <p:cNvSpPr txBox="1"/>
          <p:nvPr/>
        </p:nvSpPr>
        <p:spPr>
          <a:xfrm>
            <a:off x="3366904" y="8288018"/>
            <a:ext cx="5118100" cy="407162"/>
          </a:xfrm>
          <a:prstGeom prst="rect">
            <a:avLst/>
          </a:prstGeom>
        </p:spPr>
        <p:txBody>
          <a:bodyPr vert="horz" wrap="square" lIns="0" tIns="14604" rIns="0" bIns="0" rtlCol="0">
            <a:spAutoFit/>
          </a:bodyPr>
          <a:lstStyle/>
          <a:p>
            <a:pPr marL="12699" defTabSz="914400">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solidFill>
                <a:prstClr val="black"/>
              </a:solidFill>
              <a:latin typeface="GT America Thin"/>
              <a:cs typeface="GT America Thin"/>
            </a:endParaRPr>
          </a:p>
        </p:txBody>
      </p:sp>
      <p:sp>
        <p:nvSpPr>
          <p:cNvPr id="74" name="object 11">
            <a:extLst>
              <a:ext uri="{FF2B5EF4-FFF2-40B4-BE49-F238E27FC236}">
                <a16:creationId xmlns:a16="http://schemas.microsoft.com/office/drawing/2014/main" id="{4F88753D-903E-4624-AA78-314F78FABC53}"/>
              </a:ext>
            </a:extLst>
          </p:cNvPr>
          <p:cNvSpPr/>
          <p:nvPr/>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5" name="object 12">
            <a:extLst>
              <a:ext uri="{FF2B5EF4-FFF2-40B4-BE49-F238E27FC236}">
                <a16:creationId xmlns:a16="http://schemas.microsoft.com/office/drawing/2014/main" id="{6AA3D325-B7F5-4BE1-9791-ED288C3BA581}"/>
              </a:ext>
            </a:extLst>
          </p:cNvPr>
          <p:cNvSpPr/>
          <p:nvPr/>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6" name="object 13">
            <a:extLst>
              <a:ext uri="{FF2B5EF4-FFF2-40B4-BE49-F238E27FC236}">
                <a16:creationId xmlns:a16="http://schemas.microsoft.com/office/drawing/2014/main" id="{FCF593A5-0849-4543-B4C9-D07E405D43E5}"/>
              </a:ext>
            </a:extLst>
          </p:cNvPr>
          <p:cNvSpPr/>
          <p:nvPr/>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7" name="object 14">
            <a:extLst>
              <a:ext uri="{FF2B5EF4-FFF2-40B4-BE49-F238E27FC236}">
                <a16:creationId xmlns:a16="http://schemas.microsoft.com/office/drawing/2014/main" id="{2D7AF1DB-637A-43AF-80E5-F31A52C66D8A}"/>
              </a:ext>
            </a:extLst>
          </p:cNvPr>
          <p:cNvSpPr/>
          <p:nvPr/>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8" name="object 15">
            <a:extLst>
              <a:ext uri="{FF2B5EF4-FFF2-40B4-BE49-F238E27FC236}">
                <a16:creationId xmlns:a16="http://schemas.microsoft.com/office/drawing/2014/main" id="{F96D07C3-3AB7-4EE5-A223-FDAAD894D70B}"/>
              </a:ext>
            </a:extLst>
          </p:cNvPr>
          <p:cNvSpPr/>
          <p:nvPr/>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9" name="object 16">
            <a:extLst>
              <a:ext uri="{FF2B5EF4-FFF2-40B4-BE49-F238E27FC236}">
                <a16:creationId xmlns:a16="http://schemas.microsoft.com/office/drawing/2014/main" id="{8A90BB90-3DA0-47C0-9E58-65AB628A8A0E}"/>
              </a:ext>
            </a:extLst>
          </p:cNvPr>
          <p:cNvSpPr/>
          <p:nvPr/>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0" name="object 17">
            <a:extLst>
              <a:ext uri="{FF2B5EF4-FFF2-40B4-BE49-F238E27FC236}">
                <a16:creationId xmlns:a16="http://schemas.microsoft.com/office/drawing/2014/main" id="{1C621E47-F80E-4EC7-8C3E-EA4AC2C499EC}"/>
              </a:ext>
            </a:extLst>
          </p:cNvPr>
          <p:cNvSpPr/>
          <p:nvPr/>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1" name="object 18">
            <a:extLst>
              <a:ext uri="{FF2B5EF4-FFF2-40B4-BE49-F238E27FC236}">
                <a16:creationId xmlns:a16="http://schemas.microsoft.com/office/drawing/2014/main" id="{1A14C7C0-7FA5-496A-97FA-8736A24D89E7}"/>
              </a:ext>
            </a:extLst>
          </p:cNvPr>
          <p:cNvSpPr/>
          <p:nvPr/>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2" name="object 19">
            <a:extLst>
              <a:ext uri="{FF2B5EF4-FFF2-40B4-BE49-F238E27FC236}">
                <a16:creationId xmlns:a16="http://schemas.microsoft.com/office/drawing/2014/main" id="{0DBA6063-A179-4CB3-B25D-55A98691DA17}"/>
              </a:ext>
            </a:extLst>
          </p:cNvPr>
          <p:cNvSpPr/>
          <p:nvPr/>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3" name="object 20">
            <a:extLst>
              <a:ext uri="{FF2B5EF4-FFF2-40B4-BE49-F238E27FC236}">
                <a16:creationId xmlns:a16="http://schemas.microsoft.com/office/drawing/2014/main" id="{A6CF6F57-A992-4DA6-93D6-14847FF13203}"/>
              </a:ext>
            </a:extLst>
          </p:cNvPr>
          <p:cNvSpPr/>
          <p:nvPr/>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4" name="object 21">
            <a:extLst>
              <a:ext uri="{FF2B5EF4-FFF2-40B4-BE49-F238E27FC236}">
                <a16:creationId xmlns:a16="http://schemas.microsoft.com/office/drawing/2014/main" id="{9C37B140-257B-4ED0-9375-88DF6F1A8647}"/>
              </a:ext>
            </a:extLst>
          </p:cNvPr>
          <p:cNvSpPr/>
          <p:nvPr/>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5" name="object 22">
            <a:extLst>
              <a:ext uri="{FF2B5EF4-FFF2-40B4-BE49-F238E27FC236}">
                <a16:creationId xmlns:a16="http://schemas.microsoft.com/office/drawing/2014/main" id="{CACE08B5-1F52-425F-861D-DC6F5D131080}"/>
              </a:ext>
            </a:extLst>
          </p:cNvPr>
          <p:cNvSpPr/>
          <p:nvPr/>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6" name="object 23">
            <a:extLst>
              <a:ext uri="{FF2B5EF4-FFF2-40B4-BE49-F238E27FC236}">
                <a16:creationId xmlns:a16="http://schemas.microsoft.com/office/drawing/2014/main" id="{B3C5A46B-E89D-4FF7-8B2E-53C4DBEBF1AB}"/>
              </a:ext>
            </a:extLst>
          </p:cNvPr>
          <p:cNvSpPr/>
          <p:nvPr/>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7" name="object 24">
            <a:extLst>
              <a:ext uri="{FF2B5EF4-FFF2-40B4-BE49-F238E27FC236}">
                <a16:creationId xmlns:a16="http://schemas.microsoft.com/office/drawing/2014/main" id="{F9F24890-B240-4B38-B677-5C1F04091C77}"/>
              </a:ext>
            </a:extLst>
          </p:cNvPr>
          <p:cNvSpPr/>
          <p:nvPr/>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4" name="object 4">
            <a:extLst>
              <a:ext uri="{FF2B5EF4-FFF2-40B4-BE49-F238E27FC236}">
                <a16:creationId xmlns:a16="http://schemas.microsoft.com/office/drawing/2014/main" id="{6A9484B0-F8DA-3942-AEB4-AC77CA4CE475}"/>
              </a:ext>
            </a:extLst>
          </p:cNvPr>
          <p:cNvSpPr/>
          <p:nvPr userDrawn="1"/>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5" name="object 5">
            <a:extLst>
              <a:ext uri="{FF2B5EF4-FFF2-40B4-BE49-F238E27FC236}">
                <a16:creationId xmlns:a16="http://schemas.microsoft.com/office/drawing/2014/main" id="{8698A834-C399-FE4A-8AF7-4C083617CB7A}"/>
              </a:ext>
            </a:extLst>
          </p:cNvPr>
          <p:cNvSpPr/>
          <p:nvPr userDrawn="1"/>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6" name="object 6">
            <a:extLst>
              <a:ext uri="{FF2B5EF4-FFF2-40B4-BE49-F238E27FC236}">
                <a16:creationId xmlns:a16="http://schemas.microsoft.com/office/drawing/2014/main" id="{713501B0-9E0E-6645-A7CE-91BB42BEB3EB}"/>
              </a:ext>
            </a:extLst>
          </p:cNvPr>
          <p:cNvSpPr/>
          <p:nvPr userDrawn="1"/>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7" name="object 7">
            <a:extLst>
              <a:ext uri="{FF2B5EF4-FFF2-40B4-BE49-F238E27FC236}">
                <a16:creationId xmlns:a16="http://schemas.microsoft.com/office/drawing/2014/main" id="{E0AB0AA3-FC6C-B442-8456-AD7F97AEE4F7}"/>
              </a:ext>
            </a:extLst>
          </p:cNvPr>
          <p:cNvSpPr/>
          <p:nvPr userDrawn="1"/>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8" name="object 8">
            <a:extLst>
              <a:ext uri="{FF2B5EF4-FFF2-40B4-BE49-F238E27FC236}">
                <a16:creationId xmlns:a16="http://schemas.microsoft.com/office/drawing/2014/main" id="{9C8A4095-0BD9-5C44-B5C0-04E5BCAFD5D7}"/>
              </a:ext>
            </a:extLst>
          </p:cNvPr>
          <p:cNvSpPr/>
          <p:nvPr userDrawn="1"/>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9" name="object 9">
            <a:extLst>
              <a:ext uri="{FF2B5EF4-FFF2-40B4-BE49-F238E27FC236}">
                <a16:creationId xmlns:a16="http://schemas.microsoft.com/office/drawing/2014/main" id="{6D5C7BA6-D3B5-084C-AAFC-8B119C6FCE6B}"/>
              </a:ext>
            </a:extLst>
          </p:cNvPr>
          <p:cNvSpPr txBox="1"/>
          <p:nvPr userDrawn="1"/>
        </p:nvSpPr>
        <p:spPr>
          <a:xfrm>
            <a:off x="4165296" y="6804105"/>
            <a:ext cx="3521075" cy="1636345"/>
          </a:xfrm>
          <a:prstGeom prst="rect">
            <a:avLst/>
          </a:prstGeom>
        </p:spPr>
        <p:txBody>
          <a:bodyPr vert="horz" wrap="square" lIns="0" tIns="12700" rIns="0" bIns="0" rtlCol="0">
            <a:spAutoFit/>
          </a:bodyPr>
          <a:lstStyle/>
          <a:p>
            <a:pPr marL="12699" defTabSz="914400">
              <a:spcBef>
                <a:spcPts val="100"/>
              </a:spcBef>
            </a:pPr>
            <a:r>
              <a:rPr sz="10550" b="1" dirty="0">
                <a:solidFill>
                  <a:srgbClr val="2BAAE1"/>
                </a:solidFill>
                <a:latin typeface="GT America Bold"/>
                <a:cs typeface="GT America Bold"/>
              </a:rPr>
              <a:t>MISO</a:t>
            </a:r>
            <a:endParaRPr sz="10550" dirty="0">
              <a:solidFill>
                <a:prstClr val="black"/>
              </a:solidFill>
              <a:latin typeface="GT America Bold"/>
              <a:cs typeface="GT America Bold"/>
            </a:endParaRPr>
          </a:p>
        </p:txBody>
      </p:sp>
      <p:sp>
        <p:nvSpPr>
          <p:cNvPr id="30" name="object 10">
            <a:extLst>
              <a:ext uri="{FF2B5EF4-FFF2-40B4-BE49-F238E27FC236}">
                <a16:creationId xmlns:a16="http://schemas.microsoft.com/office/drawing/2014/main" id="{82202673-B67E-1346-B14E-FD3C26EE47B9}"/>
              </a:ext>
            </a:extLst>
          </p:cNvPr>
          <p:cNvSpPr txBox="1"/>
          <p:nvPr userDrawn="1"/>
        </p:nvSpPr>
        <p:spPr>
          <a:xfrm>
            <a:off x="3366904" y="8288018"/>
            <a:ext cx="5118100" cy="407162"/>
          </a:xfrm>
          <a:prstGeom prst="rect">
            <a:avLst/>
          </a:prstGeom>
        </p:spPr>
        <p:txBody>
          <a:bodyPr vert="horz" wrap="square" lIns="0" tIns="14604" rIns="0" bIns="0" rtlCol="0">
            <a:spAutoFit/>
          </a:bodyPr>
          <a:lstStyle/>
          <a:p>
            <a:pPr marL="12699" defTabSz="914400">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solidFill>
                <a:prstClr val="black"/>
              </a:solidFill>
              <a:latin typeface="GT America Thin"/>
              <a:cs typeface="GT America Thin"/>
            </a:endParaRPr>
          </a:p>
        </p:txBody>
      </p:sp>
      <p:sp>
        <p:nvSpPr>
          <p:cNvPr id="31" name="object 11">
            <a:extLst>
              <a:ext uri="{FF2B5EF4-FFF2-40B4-BE49-F238E27FC236}">
                <a16:creationId xmlns:a16="http://schemas.microsoft.com/office/drawing/2014/main" id="{DBC11555-86E2-D644-878F-9F1BC77B8DF6}"/>
              </a:ext>
            </a:extLst>
          </p:cNvPr>
          <p:cNvSpPr/>
          <p:nvPr userDrawn="1"/>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2" name="object 12">
            <a:extLst>
              <a:ext uri="{FF2B5EF4-FFF2-40B4-BE49-F238E27FC236}">
                <a16:creationId xmlns:a16="http://schemas.microsoft.com/office/drawing/2014/main" id="{891AEE34-A4D3-754C-93D6-13460BA10354}"/>
              </a:ext>
            </a:extLst>
          </p:cNvPr>
          <p:cNvSpPr/>
          <p:nvPr userDrawn="1"/>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3" name="object 13">
            <a:extLst>
              <a:ext uri="{FF2B5EF4-FFF2-40B4-BE49-F238E27FC236}">
                <a16:creationId xmlns:a16="http://schemas.microsoft.com/office/drawing/2014/main" id="{39891505-45EC-E642-B8BB-D51703AB6297}"/>
              </a:ext>
            </a:extLst>
          </p:cNvPr>
          <p:cNvSpPr/>
          <p:nvPr userDrawn="1"/>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4" name="object 14">
            <a:extLst>
              <a:ext uri="{FF2B5EF4-FFF2-40B4-BE49-F238E27FC236}">
                <a16:creationId xmlns:a16="http://schemas.microsoft.com/office/drawing/2014/main" id="{A9A10BBC-C781-914C-BB86-52D279784C53}"/>
              </a:ext>
            </a:extLst>
          </p:cNvPr>
          <p:cNvSpPr/>
          <p:nvPr userDrawn="1"/>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5" name="object 15">
            <a:extLst>
              <a:ext uri="{FF2B5EF4-FFF2-40B4-BE49-F238E27FC236}">
                <a16:creationId xmlns:a16="http://schemas.microsoft.com/office/drawing/2014/main" id="{4128F62F-287A-F54D-92ED-3B9739C5760D}"/>
              </a:ext>
            </a:extLst>
          </p:cNvPr>
          <p:cNvSpPr/>
          <p:nvPr userDrawn="1"/>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6" name="object 16">
            <a:extLst>
              <a:ext uri="{FF2B5EF4-FFF2-40B4-BE49-F238E27FC236}">
                <a16:creationId xmlns:a16="http://schemas.microsoft.com/office/drawing/2014/main" id="{9541C34C-174C-6943-98EE-1AECE5B74A70}"/>
              </a:ext>
            </a:extLst>
          </p:cNvPr>
          <p:cNvSpPr/>
          <p:nvPr userDrawn="1"/>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7" name="object 17">
            <a:extLst>
              <a:ext uri="{FF2B5EF4-FFF2-40B4-BE49-F238E27FC236}">
                <a16:creationId xmlns:a16="http://schemas.microsoft.com/office/drawing/2014/main" id="{CDC678A1-7F8B-6145-9FA6-F789269E1CD2}"/>
              </a:ext>
            </a:extLst>
          </p:cNvPr>
          <p:cNvSpPr/>
          <p:nvPr userDrawn="1"/>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8" name="object 18">
            <a:extLst>
              <a:ext uri="{FF2B5EF4-FFF2-40B4-BE49-F238E27FC236}">
                <a16:creationId xmlns:a16="http://schemas.microsoft.com/office/drawing/2014/main" id="{D564D977-A150-4248-8049-C15579447985}"/>
              </a:ext>
            </a:extLst>
          </p:cNvPr>
          <p:cNvSpPr/>
          <p:nvPr userDrawn="1"/>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9" name="object 19">
            <a:extLst>
              <a:ext uri="{FF2B5EF4-FFF2-40B4-BE49-F238E27FC236}">
                <a16:creationId xmlns:a16="http://schemas.microsoft.com/office/drawing/2014/main" id="{419A55DF-1CB9-5D4D-BBF6-0C145438DDDB}"/>
              </a:ext>
            </a:extLst>
          </p:cNvPr>
          <p:cNvSpPr/>
          <p:nvPr userDrawn="1"/>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0" name="object 20">
            <a:extLst>
              <a:ext uri="{FF2B5EF4-FFF2-40B4-BE49-F238E27FC236}">
                <a16:creationId xmlns:a16="http://schemas.microsoft.com/office/drawing/2014/main" id="{6E2D8DD1-4DE5-3F44-BEFA-11DBAB77446E}"/>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1" name="object 21">
            <a:extLst>
              <a:ext uri="{FF2B5EF4-FFF2-40B4-BE49-F238E27FC236}">
                <a16:creationId xmlns:a16="http://schemas.microsoft.com/office/drawing/2014/main" id="{FF1AAF08-9EC7-0F48-AD70-BE5CA3BE2461}"/>
              </a:ext>
            </a:extLst>
          </p:cNvPr>
          <p:cNvSpPr/>
          <p:nvPr userDrawn="1"/>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2" name="object 22">
            <a:extLst>
              <a:ext uri="{FF2B5EF4-FFF2-40B4-BE49-F238E27FC236}">
                <a16:creationId xmlns:a16="http://schemas.microsoft.com/office/drawing/2014/main" id="{66A14E71-8851-7949-8634-48CDA7549E45}"/>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3" name="object 23">
            <a:extLst>
              <a:ext uri="{FF2B5EF4-FFF2-40B4-BE49-F238E27FC236}">
                <a16:creationId xmlns:a16="http://schemas.microsoft.com/office/drawing/2014/main" id="{0A7A9DCD-8185-1B48-90AD-58F373A655CB}"/>
              </a:ext>
            </a:extLst>
          </p:cNvPr>
          <p:cNvSpPr/>
          <p:nvPr userDrawn="1"/>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4" name="object 24">
            <a:extLst>
              <a:ext uri="{FF2B5EF4-FFF2-40B4-BE49-F238E27FC236}">
                <a16:creationId xmlns:a16="http://schemas.microsoft.com/office/drawing/2014/main" id="{CA3D13B8-0C93-D443-87F1-694A1BEBFA5F}"/>
              </a:ext>
            </a:extLst>
          </p:cNvPr>
          <p:cNvSpPr/>
          <p:nvPr userDrawn="1"/>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85713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ítulo a la derecha - fondo blanco">
    <p:bg>
      <p:bgPr>
        <a:solidFill>
          <a:schemeClr val="bg1"/>
        </a:solidFill>
        <a:effectLst/>
      </p:bgPr>
    </p:bg>
    <p:spTree>
      <p:nvGrpSpPr>
        <p:cNvPr id="1" name=""/>
        <p:cNvGrpSpPr/>
        <p:nvPr/>
      </p:nvGrpSpPr>
      <p:grpSpPr>
        <a:xfrm>
          <a:off x="0" y="0"/>
          <a:ext cx="0" cy="0"/>
          <a:chOff x="0" y="0"/>
          <a:chExt cx="0" cy="0"/>
        </a:xfrm>
      </p:grpSpPr>
      <p:sp>
        <p:nvSpPr>
          <p:cNvPr id="2" name="object 9">
            <a:extLst>
              <a:ext uri="{FF2B5EF4-FFF2-40B4-BE49-F238E27FC236}">
                <a16:creationId xmlns:a16="http://schemas.microsoft.com/office/drawing/2014/main" id="{379144B4-8526-4FBA-9FE7-4C4F4A861EA9}"/>
              </a:ext>
            </a:extLst>
          </p:cNvPr>
          <p:cNvSpPr txBox="1"/>
          <p:nvPr/>
        </p:nvSpPr>
        <p:spPr>
          <a:xfrm>
            <a:off x="4165296" y="6804105"/>
            <a:ext cx="3521075" cy="1636345"/>
          </a:xfrm>
          <a:prstGeom prst="rect">
            <a:avLst/>
          </a:prstGeom>
        </p:spPr>
        <p:txBody>
          <a:bodyPr vert="horz" wrap="square" lIns="0" tIns="12700" rIns="0" bIns="0" rtlCol="0">
            <a:spAutoFit/>
          </a:bodyPr>
          <a:lstStyle/>
          <a:p>
            <a:pPr marL="12699">
              <a:spcBef>
                <a:spcPts val="100"/>
              </a:spcBef>
            </a:pPr>
            <a:r>
              <a:rPr sz="10550" b="1" dirty="0">
                <a:solidFill>
                  <a:srgbClr val="2BAAE1"/>
                </a:solidFill>
                <a:latin typeface="GT America Bold"/>
                <a:cs typeface="GT America Bold"/>
              </a:rPr>
              <a:t>MISO</a:t>
            </a:r>
            <a:endParaRPr sz="10550" dirty="0">
              <a:latin typeface="GT America Bold"/>
              <a:cs typeface="GT America Bold"/>
            </a:endParaRPr>
          </a:p>
        </p:txBody>
      </p:sp>
      <p:sp>
        <p:nvSpPr>
          <p:cNvPr id="3" name="object 10">
            <a:extLst>
              <a:ext uri="{FF2B5EF4-FFF2-40B4-BE49-F238E27FC236}">
                <a16:creationId xmlns:a16="http://schemas.microsoft.com/office/drawing/2014/main" id="{EB89E1CA-2EF2-4970-A4CA-508B7FF81810}"/>
              </a:ext>
            </a:extLst>
          </p:cNvPr>
          <p:cNvSpPr txBox="1"/>
          <p:nvPr/>
        </p:nvSpPr>
        <p:spPr>
          <a:xfrm>
            <a:off x="3366904" y="8288018"/>
            <a:ext cx="5118100" cy="407162"/>
          </a:xfrm>
          <a:prstGeom prst="rect">
            <a:avLst/>
          </a:prstGeom>
        </p:spPr>
        <p:txBody>
          <a:bodyPr vert="horz" wrap="square" lIns="0" tIns="14604" rIns="0" bIns="0" rtlCol="0">
            <a:spAutoFit/>
          </a:bodyPr>
          <a:lstStyle/>
          <a:p>
            <a:pPr marL="12699">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latin typeface="GT America Thin"/>
              <a:cs typeface="GT America Thin"/>
            </a:endParaRPr>
          </a:p>
        </p:txBody>
      </p:sp>
      <p:sp>
        <p:nvSpPr>
          <p:cNvPr id="4" name="object 11">
            <a:extLst>
              <a:ext uri="{FF2B5EF4-FFF2-40B4-BE49-F238E27FC236}">
                <a16:creationId xmlns:a16="http://schemas.microsoft.com/office/drawing/2014/main" id="{7680B916-344D-4856-BB05-B38F82BDBDE6}"/>
              </a:ext>
            </a:extLst>
          </p:cNvPr>
          <p:cNvSpPr/>
          <p:nvPr/>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endParaRPr/>
          </a:p>
        </p:txBody>
      </p:sp>
      <p:sp>
        <p:nvSpPr>
          <p:cNvPr id="5" name="object 12">
            <a:extLst>
              <a:ext uri="{FF2B5EF4-FFF2-40B4-BE49-F238E27FC236}">
                <a16:creationId xmlns:a16="http://schemas.microsoft.com/office/drawing/2014/main" id="{7322C8ED-85BA-44B9-9A28-941F57348002}"/>
              </a:ext>
            </a:extLst>
          </p:cNvPr>
          <p:cNvSpPr/>
          <p:nvPr/>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6" name="object 13">
            <a:extLst>
              <a:ext uri="{FF2B5EF4-FFF2-40B4-BE49-F238E27FC236}">
                <a16:creationId xmlns:a16="http://schemas.microsoft.com/office/drawing/2014/main" id="{28757609-A84E-4F08-9160-3C3FC1E213C7}"/>
              </a:ext>
            </a:extLst>
          </p:cNvPr>
          <p:cNvSpPr/>
          <p:nvPr/>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endParaRPr/>
          </a:p>
        </p:txBody>
      </p:sp>
      <p:sp>
        <p:nvSpPr>
          <p:cNvPr id="7" name="object 14">
            <a:extLst>
              <a:ext uri="{FF2B5EF4-FFF2-40B4-BE49-F238E27FC236}">
                <a16:creationId xmlns:a16="http://schemas.microsoft.com/office/drawing/2014/main" id="{C5E80038-1A8D-4109-8E13-5B526754A336}"/>
              </a:ext>
            </a:extLst>
          </p:cNvPr>
          <p:cNvSpPr/>
          <p:nvPr/>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8" name="object 15">
            <a:extLst>
              <a:ext uri="{FF2B5EF4-FFF2-40B4-BE49-F238E27FC236}">
                <a16:creationId xmlns:a16="http://schemas.microsoft.com/office/drawing/2014/main" id="{DDD5D5B0-17CA-4139-9854-1AAC4BF646D3}"/>
              </a:ext>
            </a:extLst>
          </p:cNvPr>
          <p:cNvSpPr/>
          <p:nvPr/>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endParaRPr/>
          </a:p>
        </p:txBody>
      </p:sp>
      <p:sp>
        <p:nvSpPr>
          <p:cNvPr id="9" name="object 16">
            <a:extLst>
              <a:ext uri="{FF2B5EF4-FFF2-40B4-BE49-F238E27FC236}">
                <a16:creationId xmlns:a16="http://schemas.microsoft.com/office/drawing/2014/main" id="{467BDE7C-2E30-4FFC-8AE4-C74378D0211A}"/>
              </a:ext>
            </a:extLst>
          </p:cNvPr>
          <p:cNvSpPr/>
          <p:nvPr/>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10" name="object 17">
            <a:extLst>
              <a:ext uri="{FF2B5EF4-FFF2-40B4-BE49-F238E27FC236}">
                <a16:creationId xmlns:a16="http://schemas.microsoft.com/office/drawing/2014/main" id="{D7CBC121-9763-4BE7-B30F-98A9C3A69962}"/>
              </a:ext>
            </a:extLst>
          </p:cNvPr>
          <p:cNvSpPr/>
          <p:nvPr/>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1" name="object 18">
            <a:extLst>
              <a:ext uri="{FF2B5EF4-FFF2-40B4-BE49-F238E27FC236}">
                <a16:creationId xmlns:a16="http://schemas.microsoft.com/office/drawing/2014/main" id="{6EC78C8B-C656-4A82-8E74-6968C43CD600}"/>
              </a:ext>
            </a:extLst>
          </p:cNvPr>
          <p:cNvSpPr/>
          <p:nvPr/>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2" name="object 19">
            <a:extLst>
              <a:ext uri="{FF2B5EF4-FFF2-40B4-BE49-F238E27FC236}">
                <a16:creationId xmlns:a16="http://schemas.microsoft.com/office/drawing/2014/main" id="{FDF498A1-00FC-4274-8E31-17A3F30D26AA}"/>
              </a:ext>
            </a:extLst>
          </p:cNvPr>
          <p:cNvSpPr/>
          <p:nvPr/>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3" name="object 20">
            <a:extLst>
              <a:ext uri="{FF2B5EF4-FFF2-40B4-BE49-F238E27FC236}">
                <a16:creationId xmlns:a16="http://schemas.microsoft.com/office/drawing/2014/main" id="{3FCCB3F0-8DC9-47AC-92F8-F7CC7B890FB2}"/>
              </a:ext>
            </a:extLst>
          </p:cNvPr>
          <p:cNvSpPr/>
          <p:nvPr/>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endParaRPr/>
          </a:p>
        </p:txBody>
      </p:sp>
      <p:sp>
        <p:nvSpPr>
          <p:cNvPr id="14" name="object 21">
            <a:extLst>
              <a:ext uri="{FF2B5EF4-FFF2-40B4-BE49-F238E27FC236}">
                <a16:creationId xmlns:a16="http://schemas.microsoft.com/office/drawing/2014/main" id="{19E9EF25-6994-4124-BB25-1668FEEAA030}"/>
              </a:ext>
            </a:extLst>
          </p:cNvPr>
          <p:cNvSpPr/>
          <p:nvPr/>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endParaRPr/>
          </a:p>
        </p:txBody>
      </p:sp>
      <p:sp>
        <p:nvSpPr>
          <p:cNvPr id="15" name="object 22">
            <a:extLst>
              <a:ext uri="{FF2B5EF4-FFF2-40B4-BE49-F238E27FC236}">
                <a16:creationId xmlns:a16="http://schemas.microsoft.com/office/drawing/2014/main" id="{3DFCF5EC-C759-4BC9-976B-749A55B5CE83}"/>
              </a:ext>
            </a:extLst>
          </p:cNvPr>
          <p:cNvSpPr/>
          <p:nvPr/>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endParaRPr/>
          </a:p>
        </p:txBody>
      </p:sp>
      <p:sp>
        <p:nvSpPr>
          <p:cNvPr id="16" name="object 23">
            <a:extLst>
              <a:ext uri="{FF2B5EF4-FFF2-40B4-BE49-F238E27FC236}">
                <a16:creationId xmlns:a16="http://schemas.microsoft.com/office/drawing/2014/main" id="{A23855B9-7333-4415-AC9D-2A5AE7DA10DE}"/>
              </a:ext>
            </a:extLst>
          </p:cNvPr>
          <p:cNvSpPr/>
          <p:nvPr/>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endParaRPr/>
          </a:p>
        </p:txBody>
      </p:sp>
      <p:sp>
        <p:nvSpPr>
          <p:cNvPr id="17" name="object 24">
            <a:extLst>
              <a:ext uri="{FF2B5EF4-FFF2-40B4-BE49-F238E27FC236}">
                <a16:creationId xmlns:a16="http://schemas.microsoft.com/office/drawing/2014/main" id="{E832B23B-542D-440B-9707-9D2906BF1C92}"/>
              </a:ext>
            </a:extLst>
          </p:cNvPr>
          <p:cNvSpPr/>
          <p:nvPr/>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endParaRPr/>
          </a:p>
        </p:txBody>
      </p:sp>
      <p:sp>
        <p:nvSpPr>
          <p:cNvPr id="19" name="object 4">
            <a:extLst>
              <a:ext uri="{FF2B5EF4-FFF2-40B4-BE49-F238E27FC236}">
                <a16:creationId xmlns:a16="http://schemas.microsoft.com/office/drawing/2014/main" id="{2BDF57BC-14AD-45B8-A927-0180574745C9}"/>
              </a:ext>
            </a:extLst>
          </p:cNvPr>
          <p:cNvSpPr/>
          <p:nvPr/>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endParaRPr/>
          </a:p>
        </p:txBody>
      </p:sp>
      <p:sp>
        <p:nvSpPr>
          <p:cNvPr id="20" name="object 5">
            <a:extLst>
              <a:ext uri="{FF2B5EF4-FFF2-40B4-BE49-F238E27FC236}">
                <a16:creationId xmlns:a16="http://schemas.microsoft.com/office/drawing/2014/main" id="{0944E5DF-CF18-42B5-883C-D60075DC41F8}"/>
              </a:ext>
            </a:extLst>
          </p:cNvPr>
          <p:cNvSpPr/>
          <p:nvPr/>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endParaRPr/>
          </a:p>
        </p:txBody>
      </p:sp>
      <p:sp>
        <p:nvSpPr>
          <p:cNvPr id="21" name="object 6">
            <a:extLst>
              <a:ext uri="{FF2B5EF4-FFF2-40B4-BE49-F238E27FC236}">
                <a16:creationId xmlns:a16="http://schemas.microsoft.com/office/drawing/2014/main" id="{0FFA4639-A5D4-42C5-9F54-89E02BE0D4F8}"/>
              </a:ext>
            </a:extLst>
          </p:cNvPr>
          <p:cNvSpPr/>
          <p:nvPr/>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endParaRPr/>
          </a:p>
        </p:txBody>
      </p:sp>
      <p:sp>
        <p:nvSpPr>
          <p:cNvPr id="22" name="object 7">
            <a:extLst>
              <a:ext uri="{FF2B5EF4-FFF2-40B4-BE49-F238E27FC236}">
                <a16:creationId xmlns:a16="http://schemas.microsoft.com/office/drawing/2014/main" id="{C3F3A592-C18E-4F81-9B0B-FAD84C849F78}"/>
              </a:ext>
            </a:extLst>
          </p:cNvPr>
          <p:cNvSpPr/>
          <p:nvPr/>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endParaRPr/>
          </a:p>
        </p:txBody>
      </p:sp>
      <p:sp>
        <p:nvSpPr>
          <p:cNvPr id="23" name="object 8">
            <a:extLst>
              <a:ext uri="{FF2B5EF4-FFF2-40B4-BE49-F238E27FC236}">
                <a16:creationId xmlns:a16="http://schemas.microsoft.com/office/drawing/2014/main" id="{8038BBEA-E71F-4B94-B51A-30745837DA8E}"/>
              </a:ext>
            </a:extLst>
          </p:cNvPr>
          <p:cNvSpPr/>
          <p:nvPr/>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endParaRPr/>
          </a:p>
        </p:txBody>
      </p:sp>
      <p:sp>
        <p:nvSpPr>
          <p:cNvPr id="27" name="Marcador de texto 25">
            <a:extLst>
              <a:ext uri="{FF2B5EF4-FFF2-40B4-BE49-F238E27FC236}">
                <a16:creationId xmlns:a16="http://schemas.microsoft.com/office/drawing/2014/main" id="{30A12454-B9DC-4DDB-BB37-293B9A23741A}"/>
              </a:ext>
            </a:extLst>
          </p:cNvPr>
          <p:cNvSpPr>
            <a:spLocks noGrp="1"/>
          </p:cNvSpPr>
          <p:nvPr>
            <p:ph type="body" sz="quarter" idx="10" hasCustomPrompt="1"/>
          </p:nvPr>
        </p:nvSpPr>
        <p:spPr>
          <a:xfrm>
            <a:off x="11036010" y="5586594"/>
            <a:ext cx="4559300" cy="809837"/>
          </a:xfrm>
        </p:spPr>
        <p:txBody>
          <a:bodyPr/>
          <a:lstStyle>
            <a:lvl1pPr marL="0" indent="0">
              <a:buNone/>
              <a:defRPr lang="es-ES" sz="5150" b="0" kern="1200" spc="10" dirty="0" smtClean="0">
                <a:solidFill>
                  <a:schemeClr val="tx1"/>
                </a:solidFill>
                <a:latin typeface="GT America"/>
                <a:ea typeface="+mj-ea"/>
                <a:cs typeface="GT America"/>
              </a:defRPr>
            </a:lvl1pPr>
          </a:lstStyle>
          <a:p>
            <a:pPr lvl="0"/>
            <a:r>
              <a:rPr lang="es-ES" dirty="0"/>
              <a:t>Título</a:t>
            </a:r>
            <a:endParaRPr lang="es-CO" dirty="0"/>
          </a:p>
        </p:txBody>
      </p:sp>
      <p:sp>
        <p:nvSpPr>
          <p:cNvPr id="24" name="object 9">
            <a:extLst>
              <a:ext uri="{FF2B5EF4-FFF2-40B4-BE49-F238E27FC236}">
                <a16:creationId xmlns:a16="http://schemas.microsoft.com/office/drawing/2014/main" id="{17AC649C-F953-AF45-B24A-74DC73993AE2}"/>
              </a:ext>
            </a:extLst>
          </p:cNvPr>
          <p:cNvSpPr txBox="1"/>
          <p:nvPr userDrawn="1"/>
        </p:nvSpPr>
        <p:spPr>
          <a:xfrm>
            <a:off x="4165296" y="6804105"/>
            <a:ext cx="3521075" cy="1636345"/>
          </a:xfrm>
          <a:prstGeom prst="rect">
            <a:avLst/>
          </a:prstGeom>
        </p:spPr>
        <p:txBody>
          <a:bodyPr vert="horz" wrap="square" lIns="0" tIns="12700" rIns="0" bIns="0" rtlCol="0">
            <a:spAutoFit/>
          </a:bodyPr>
          <a:lstStyle/>
          <a:p>
            <a:pPr marL="12699">
              <a:spcBef>
                <a:spcPts val="100"/>
              </a:spcBef>
            </a:pPr>
            <a:r>
              <a:rPr sz="10550" b="1" dirty="0">
                <a:solidFill>
                  <a:srgbClr val="2BAAE1"/>
                </a:solidFill>
                <a:latin typeface="GT America Bold"/>
                <a:cs typeface="GT America Bold"/>
              </a:rPr>
              <a:t>MISO</a:t>
            </a:r>
            <a:endParaRPr sz="10550" dirty="0">
              <a:latin typeface="GT America Bold"/>
              <a:cs typeface="GT America Bold"/>
            </a:endParaRPr>
          </a:p>
        </p:txBody>
      </p:sp>
      <p:sp>
        <p:nvSpPr>
          <p:cNvPr id="25" name="object 10">
            <a:extLst>
              <a:ext uri="{FF2B5EF4-FFF2-40B4-BE49-F238E27FC236}">
                <a16:creationId xmlns:a16="http://schemas.microsoft.com/office/drawing/2014/main" id="{7F2733B0-6D43-154E-868C-C6BD44604690}"/>
              </a:ext>
            </a:extLst>
          </p:cNvPr>
          <p:cNvSpPr txBox="1"/>
          <p:nvPr userDrawn="1"/>
        </p:nvSpPr>
        <p:spPr>
          <a:xfrm>
            <a:off x="3366904" y="8288018"/>
            <a:ext cx="5118100" cy="407162"/>
          </a:xfrm>
          <a:prstGeom prst="rect">
            <a:avLst/>
          </a:prstGeom>
        </p:spPr>
        <p:txBody>
          <a:bodyPr vert="horz" wrap="square" lIns="0" tIns="14604" rIns="0" bIns="0" rtlCol="0">
            <a:spAutoFit/>
          </a:bodyPr>
          <a:lstStyle/>
          <a:p>
            <a:pPr marL="12699">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latin typeface="GT America Thin"/>
              <a:cs typeface="GT America Thin"/>
            </a:endParaRPr>
          </a:p>
        </p:txBody>
      </p:sp>
      <p:sp>
        <p:nvSpPr>
          <p:cNvPr id="26" name="object 11">
            <a:extLst>
              <a:ext uri="{FF2B5EF4-FFF2-40B4-BE49-F238E27FC236}">
                <a16:creationId xmlns:a16="http://schemas.microsoft.com/office/drawing/2014/main" id="{C9E2229B-D6C0-B04D-83FB-E9A816CBE956}"/>
              </a:ext>
            </a:extLst>
          </p:cNvPr>
          <p:cNvSpPr/>
          <p:nvPr userDrawn="1"/>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endParaRPr/>
          </a:p>
        </p:txBody>
      </p:sp>
      <p:sp>
        <p:nvSpPr>
          <p:cNvPr id="28" name="object 12">
            <a:extLst>
              <a:ext uri="{FF2B5EF4-FFF2-40B4-BE49-F238E27FC236}">
                <a16:creationId xmlns:a16="http://schemas.microsoft.com/office/drawing/2014/main" id="{7A2288C5-077D-1743-85E1-4ECEFBD1F431}"/>
              </a:ext>
            </a:extLst>
          </p:cNvPr>
          <p:cNvSpPr/>
          <p:nvPr userDrawn="1"/>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29" name="object 13">
            <a:extLst>
              <a:ext uri="{FF2B5EF4-FFF2-40B4-BE49-F238E27FC236}">
                <a16:creationId xmlns:a16="http://schemas.microsoft.com/office/drawing/2014/main" id="{835C88AC-A107-7042-A036-E51E76415B90}"/>
              </a:ext>
            </a:extLst>
          </p:cNvPr>
          <p:cNvSpPr/>
          <p:nvPr userDrawn="1"/>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endParaRPr/>
          </a:p>
        </p:txBody>
      </p:sp>
      <p:sp>
        <p:nvSpPr>
          <p:cNvPr id="30" name="object 14">
            <a:extLst>
              <a:ext uri="{FF2B5EF4-FFF2-40B4-BE49-F238E27FC236}">
                <a16:creationId xmlns:a16="http://schemas.microsoft.com/office/drawing/2014/main" id="{6A3AA805-12B7-E442-B945-30D7D0F5D4F9}"/>
              </a:ext>
            </a:extLst>
          </p:cNvPr>
          <p:cNvSpPr/>
          <p:nvPr userDrawn="1"/>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31" name="object 15">
            <a:extLst>
              <a:ext uri="{FF2B5EF4-FFF2-40B4-BE49-F238E27FC236}">
                <a16:creationId xmlns:a16="http://schemas.microsoft.com/office/drawing/2014/main" id="{0AA6B5E5-961E-2640-A80B-26975E30CD92}"/>
              </a:ext>
            </a:extLst>
          </p:cNvPr>
          <p:cNvSpPr/>
          <p:nvPr userDrawn="1"/>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endParaRPr/>
          </a:p>
        </p:txBody>
      </p:sp>
      <p:sp>
        <p:nvSpPr>
          <p:cNvPr id="32" name="object 16">
            <a:extLst>
              <a:ext uri="{FF2B5EF4-FFF2-40B4-BE49-F238E27FC236}">
                <a16:creationId xmlns:a16="http://schemas.microsoft.com/office/drawing/2014/main" id="{175672B5-4116-C241-91B0-35EC4C7558E3}"/>
              </a:ext>
            </a:extLst>
          </p:cNvPr>
          <p:cNvSpPr/>
          <p:nvPr userDrawn="1"/>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33" name="object 17">
            <a:extLst>
              <a:ext uri="{FF2B5EF4-FFF2-40B4-BE49-F238E27FC236}">
                <a16:creationId xmlns:a16="http://schemas.microsoft.com/office/drawing/2014/main" id="{F290B3F7-F827-5347-8F2F-2DE09B8AC4DA}"/>
              </a:ext>
            </a:extLst>
          </p:cNvPr>
          <p:cNvSpPr/>
          <p:nvPr userDrawn="1"/>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34" name="object 18">
            <a:extLst>
              <a:ext uri="{FF2B5EF4-FFF2-40B4-BE49-F238E27FC236}">
                <a16:creationId xmlns:a16="http://schemas.microsoft.com/office/drawing/2014/main" id="{AB7F6A5C-8D68-2A47-86F0-2A45FCBACAD9}"/>
              </a:ext>
            </a:extLst>
          </p:cNvPr>
          <p:cNvSpPr/>
          <p:nvPr userDrawn="1"/>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35" name="object 19">
            <a:extLst>
              <a:ext uri="{FF2B5EF4-FFF2-40B4-BE49-F238E27FC236}">
                <a16:creationId xmlns:a16="http://schemas.microsoft.com/office/drawing/2014/main" id="{0BEC6072-6810-9442-AD0C-8019A3AC643B}"/>
              </a:ext>
            </a:extLst>
          </p:cNvPr>
          <p:cNvSpPr/>
          <p:nvPr userDrawn="1"/>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36" name="object 20">
            <a:extLst>
              <a:ext uri="{FF2B5EF4-FFF2-40B4-BE49-F238E27FC236}">
                <a16:creationId xmlns:a16="http://schemas.microsoft.com/office/drawing/2014/main" id="{9B250FE4-36BF-F146-9400-1814D11DC010}"/>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endParaRPr/>
          </a:p>
        </p:txBody>
      </p:sp>
      <p:sp>
        <p:nvSpPr>
          <p:cNvPr id="37" name="object 21">
            <a:extLst>
              <a:ext uri="{FF2B5EF4-FFF2-40B4-BE49-F238E27FC236}">
                <a16:creationId xmlns:a16="http://schemas.microsoft.com/office/drawing/2014/main" id="{901CB690-F8A5-314D-AA60-61A529B056E5}"/>
              </a:ext>
            </a:extLst>
          </p:cNvPr>
          <p:cNvSpPr/>
          <p:nvPr userDrawn="1"/>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endParaRPr/>
          </a:p>
        </p:txBody>
      </p:sp>
      <p:sp>
        <p:nvSpPr>
          <p:cNvPr id="38" name="object 22">
            <a:extLst>
              <a:ext uri="{FF2B5EF4-FFF2-40B4-BE49-F238E27FC236}">
                <a16:creationId xmlns:a16="http://schemas.microsoft.com/office/drawing/2014/main" id="{670E0DBE-C1CD-EC4B-9631-D439DAADD578}"/>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endParaRPr/>
          </a:p>
        </p:txBody>
      </p:sp>
      <p:sp>
        <p:nvSpPr>
          <p:cNvPr id="39" name="object 23">
            <a:extLst>
              <a:ext uri="{FF2B5EF4-FFF2-40B4-BE49-F238E27FC236}">
                <a16:creationId xmlns:a16="http://schemas.microsoft.com/office/drawing/2014/main" id="{2DD5A65C-0AF7-3841-AB61-CB516969BA2C}"/>
              </a:ext>
            </a:extLst>
          </p:cNvPr>
          <p:cNvSpPr/>
          <p:nvPr userDrawn="1"/>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endParaRPr/>
          </a:p>
        </p:txBody>
      </p:sp>
      <p:sp>
        <p:nvSpPr>
          <p:cNvPr id="40" name="object 24">
            <a:extLst>
              <a:ext uri="{FF2B5EF4-FFF2-40B4-BE49-F238E27FC236}">
                <a16:creationId xmlns:a16="http://schemas.microsoft.com/office/drawing/2014/main" id="{CBF7C7F1-A62B-7946-8E02-45E004FA6408}"/>
              </a:ext>
            </a:extLst>
          </p:cNvPr>
          <p:cNvSpPr/>
          <p:nvPr userDrawn="1"/>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endParaRPr/>
          </a:p>
        </p:txBody>
      </p:sp>
      <p:sp>
        <p:nvSpPr>
          <p:cNvPr id="41" name="object 4">
            <a:extLst>
              <a:ext uri="{FF2B5EF4-FFF2-40B4-BE49-F238E27FC236}">
                <a16:creationId xmlns:a16="http://schemas.microsoft.com/office/drawing/2014/main" id="{EAC3854A-CBC3-A447-AAF1-52893408CDCA}"/>
              </a:ext>
            </a:extLst>
          </p:cNvPr>
          <p:cNvSpPr/>
          <p:nvPr userDrawn="1"/>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endParaRPr/>
          </a:p>
        </p:txBody>
      </p:sp>
      <p:sp>
        <p:nvSpPr>
          <p:cNvPr id="42" name="object 5">
            <a:extLst>
              <a:ext uri="{FF2B5EF4-FFF2-40B4-BE49-F238E27FC236}">
                <a16:creationId xmlns:a16="http://schemas.microsoft.com/office/drawing/2014/main" id="{3D614B4C-F3EE-D746-AE1D-3A2CC38E6723}"/>
              </a:ext>
            </a:extLst>
          </p:cNvPr>
          <p:cNvSpPr/>
          <p:nvPr userDrawn="1"/>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endParaRPr/>
          </a:p>
        </p:txBody>
      </p:sp>
      <p:sp>
        <p:nvSpPr>
          <p:cNvPr id="43" name="object 6">
            <a:extLst>
              <a:ext uri="{FF2B5EF4-FFF2-40B4-BE49-F238E27FC236}">
                <a16:creationId xmlns:a16="http://schemas.microsoft.com/office/drawing/2014/main" id="{266ED586-2D27-A34D-AE62-88FC460EF07F}"/>
              </a:ext>
            </a:extLst>
          </p:cNvPr>
          <p:cNvSpPr/>
          <p:nvPr userDrawn="1"/>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endParaRPr/>
          </a:p>
        </p:txBody>
      </p:sp>
      <p:sp>
        <p:nvSpPr>
          <p:cNvPr id="44" name="object 7">
            <a:extLst>
              <a:ext uri="{FF2B5EF4-FFF2-40B4-BE49-F238E27FC236}">
                <a16:creationId xmlns:a16="http://schemas.microsoft.com/office/drawing/2014/main" id="{FF569CA1-924D-C144-8D08-0C31DC9CB07D}"/>
              </a:ext>
            </a:extLst>
          </p:cNvPr>
          <p:cNvSpPr/>
          <p:nvPr userDrawn="1"/>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endParaRPr/>
          </a:p>
        </p:txBody>
      </p:sp>
      <p:sp>
        <p:nvSpPr>
          <p:cNvPr id="45" name="object 8">
            <a:extLst>
              <a:ext uri="{FF2B5EF4-FFF2-40B4-BE49-F238E27FC236}">
                <a16:creationId xmlns:a16="http://schemas.microsoft.com/office/drawing/2014/main" id="{4D484B88-E07B-074A-9430-B8CFAEEE19A3}"/>
              </a:ext>
            </a:extLst>
          </p:cNvPr>
          <p:cNvSpPr/>
          <p:nvPr userDrawn="1"/>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endParaRPr/>
          </a:p>
        </p:txBody>
      </p:sp>
    </p:spTree>
    <p:extLst>
      <p:ext uri="{BB962C8B-B14F-4D97-AF65-F5344CB8AC3E}">
        <p14:creationId xmlns:p14="http://schemas.microsoft.com/office/powerpoint/2010/main" val="2277711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ítulo centrado - fondo azul">
    <p:bg>
      <p:bgPr>
        <a:solidFill>
          <a:srgbClr val="342175"/>
        </a:solidFill>
        <a:effectLst/>
      </p:bgPr>
    </p:bg>
    <p:spTree>
      <p:nvGrpSpPr>
        <p:cNvPr id="1" name=""/>
        <p:cNvGrpSpPr/>
        <p:nvPr/>
      </p:nvGrpSpPr>
      <p:grpSpPr>
        <a:xfrm>
          <a:off x="0" y="0"/>
          <a:ext cx="0" cy="0"/>
          <a:chOff x="0" y="0"/>
          <a:chExt cx="0" cy="0"/>
        </a:xfrm>
      </p:grpSpPr>
      <p:sp>
        <p:nvSpPr>
          <p:cNvPr id="24" name="object 4">
            <a:extLst>
              <a:ext uri="{FF2B5EF4-FFF2-40B4-BE49-F238E27FC236}">
                <a16:creationId xmlns:a16="http://schemas.microsoft.com/office/drawing/2014/main" id="{0DD370BE-C9EE-4479-A519-B1F99E6EFD1F}"/>
              </a:ext>
            </a:extLst>
          </p:cNvPr>
          <p:cNvSpPr/>
          <p:nvPr/>
        </p:nvSpPr>
        <p:spPr>
          <a:xfrm>
            <a:off x="12359808" y="8120684"/>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endParaRPr/>
          </a:p>
        </p:txBody>
      </p:sp>
      <p:sp>
        <p:nvSpPr>
          <p:cNvPr id="25" name="object 5">
            <a:extLst>
              <a:ext uri="{FF2B5EF4-FFF2-40B4-BE49-F238E27FC236}">
                <a16:creationId xmlns:a16="http://schemas.microsoft.com/office/drawing/2014/main" id="{6CC36620-FBC7-46F9-AEB1-87EEE3612054}"/>
              </a:ext>
            </a:extLst>
          </p:cNvPr>
          <p:cNvSpPr/>
          <p:nvPr/>
        </p:nvSpPr>
        <p:spPr>
          <a:xfrm>
            <a:off x="10822744" y="8120684"/>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endParaRPr/>
          </a:p>
        </p:txBody>
      </p:sp>
      <p:sp>
        <p:nvSpPr>
          <p:cNvPr id="26" name="object 6">
            <a:extLst>
              <a:ext uri="{FF2B5EF4-FFF2-40B4-BE49-F238E27FC236}">
                <a16:creationId xmlns:a16="http://schemas.microsoft.com/office/drawing/2014/main" id="{0452F128-277B-4AAF-80AE-DD2857DAC8D6}"/>
              </a:ext>
            </a:extLst>
          </p:cNvPr>
          <p:cNvSpPr/>
          <p:nvPr/>
        </p:nvSpPr>
        <p:spPr>
          <a:xfrm>
            <a:off x="9285691" y="8120684"/>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endParaRPr/>
          </a:p>
        </p:txBody>
      </p:sp>
      <p:sp>
        <p:nvSpPr>
          <p:cNvPr id="28" name="object 7">
            <a:extLst>
              <a:ext uri="{FF2B5EF4-FFF2-40B4-BE49-F238E27FC236}">
                <a16:creationId xmlns:a16="http://schemas.microsoft.com/office/drawing/2014/main" id="{2E007DEF-227D-4942-8676-A19E00251D9B}"/>
              </a:ext>
            </a:extLst>
          </p:cNvPr>
          <p:cNvSpPr/>
          <p:nvPr/>
        </p:nvSpPr>
        <p:spPr>
          <a:xfrm>
            <a:off x="7748638" y="8120684"/>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endParaRPr/>
          </a:p>
        </p:txBody>
      </p:sp>
      <p:sp>
        <p:nvSpPr>
          <p:cNvPr id="29" name="object 8">
            <a:extLst>
              <a:ext uri="{FF2B5EF4-FFF2-40B4-BE49-F238E27FC236}">
                <a16:creationId xmlns:a16="http://schemas.microsoft.com/office/drawing/2014/main" id="{3C81411D-10DB-463E-B674-4FCF77AD68D8}"/>
              </a:ext>
            </a:extLst>
          </p:cNvPr>
          <p:cNvSpPr/>
          <p:nvPr/>
        </p:nvSpPr>
        <p:spPr>
          <a:xfrm>
            <a:off x="6211574" y="8120684"/>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endParaRPr/>
          </a:p>
        </p:txBody>
      </p:sp>
      <p:sp>
        <p:nvSpPr>
          <p:cNvPr id="31" name="object 10">
            <a:extLst>
              <a:ext uri="{FF2B5EF4-FFF2-40B4-BE49-F238E27FC236}">
                <a16:creationId xmlns:a16="http://schemas.microsoft.com/office/drawing/2014/main" id="{A2E5B1DD-0EF7-44BB-86B0-6BA14DE4789E}"/>
              </a:ext>
            </a:extLst>
          </p:cNvPr>
          <p:cNvSpPr txBox="1"/>
          <p:nvPr/>
        </p:nvSpPr>
        <p:spPr>
          <a:xfrm>
            <a:off x="9198864" y="5217637"/>
            <a:ext cx="5770880" cy="458459"/>
          </a:xfrm>
          <a:prstGeom prst="rect">
            <a:avLst/>
          </a:prstGeom>
        </p:spPr>
        <p:txBody>
          <a:bodyPr vert="horz" wrap="square" lIns="0" tIns="12065" rIns="0" bIns="0" rtlCol="0">
            <a:spAutoFit/>
          </a:bodyPr>
          <a:lstStyle/>
          <a:p>
            <a:pPr marL="12699">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latin typeface="GT America Thin"/>
              <a:cs typeface="GT America Thin"/>
            </a:endParaRPr>
          </a:p>
        </p:txBody>
      </p:sp>
      <p:sp>
        <p:nvSpPr>
          <p:cNvPr id="32" name="object 11">
            <a:extLst>
              <a:ext uri="{FF2B5EF4-FFF2-40B4-BE49-F238E27FC236}">
                <a16:creationId xmlns:a16="http://schemas.microsoft.com/office/drawing/2014/main" id="{0A3A1D4A-CC7C-4D38-B3AE-22AA71954620}"/>
              </a:ext>
            </a:extLst>
          </p:cNvPr>
          <p:cNvSpPr/>
          <p:nvPr/>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endParaRPr/>
          </a:p>
        </p:txBody>
      </p:sp>
      <p:sp>
        <p:nvSpPr>
          <p:cNvPr id="33" name="object 12">
            <a:extLst>
              <a:ext uri="{FF2B5EF4-FFF2-40B4-BE49-F238E27FC236}">
                <a16:creationId xmlns:a16="http://schemas.microsoft.com/office/drawing/2014/main" id="{6BD2CC71-EC38-4ED2-A627-60F38D2A4A79}"/>
              </a:ext>
            </a:extLst>
          </p:cNvPr>
          <p:cNvSpPr/>
          <p:nvPr/>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4" name="object 13">
            <a:extLst>
              <a:ext uri="{FF2B5EF4-FFF2-40B4-BE49-F238E27FC236}">
                <a16:creationId xmlns:a16="http://schemas.microsoft.com/office/drawing/2014/main" id="{408E8C0C-8320-48DF-B167-514A0DCFF1EA}"/>
              </a:ext>
            </a:extLst>
          </p:cNvPr>
          <p:cNvSpPr/>
          <p:nvPr/>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endParaRPr/>
          </a:p>
        </p:txBody>
      </p:sp>
      <p:sp>
        <p:nvSpPr>
          <p:cNvPr id="35" name="object 14">
            <a:extLst>
              <a:ext uri="{FF2B5EF4-FFF2-40B4-BE49-F238E27FC236}">
                <a16:creationId xmlns:a16="http://schemas.microsoft.com/office/drawing/2014/main" id="{01A28FDC-0707-488B-88D7-5E1543BC235D}"/>
              </a:ext>
            </a:extLst>
          </p:cNvPr>
          <p:cNvSpPr/>
          <p:nvPr/>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6" name="object 15">
            <a:extLst>
              <a:ext uri="{FF2B5EF4-FFF2-40B4-BE49-F238E27FC236}">
                <a16:creationId xmlns:a16="http://schemas.microsoft.com/office/drawing/2014/main" id="{2AF050C7-A4C7-40D7-AF5A-DB1A4D703682}"/>
              </a:ext>
            </a:extLst>
          </p:cNvPr>
          <p:cNvSpPr/>
          <p:nvPr/>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endParaRPr/>
          </a:p>
        </p:txBody>
      </p:sp>
      <p:sp>
        <p:nvSpPr>
          <p:cNvPr id="37" name="object 16">
            <a:extLst>
              <a:ext uri="{FF2B5EF4-FFF2-40B4-BE49-F238E27FC236}">
                <a16:creationId xmlns:a16="http://schemas.microsoft.com/office/drawing/2014/main" id="{79C55B6D-D8B7-448E-98B0-34E056151AF8}"/>
              </a:ext>
            </a:extLst>
          </p:cNvPr>
          <p:cNvSpPr/>
          <p:nvPr/>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8" name="object 17">
            <a:extLst>
              <a:ext uri="{FF2B5EF4-FFF2-40B4-BE49-F238E27FC236}">
                <a16:creationId xmlns:a16="http://schemas.microsoft.com/office/drawing/2014/main" id="{B3EF9D17-1762-486C-AA31-BD4B67CE69D1}"/>
              </a:ext>
            </a:extLst>
          </p:cNvPr>
          <p:cNvSpPr/>
          <p:nvPr/>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39" name="object 18">
            <a:extLst>
              <a:ext uri="{FF2B5EF4-FFF2-40B4-BE49-F238E27FC236}">
                <a16:creationId xmlns:a16="http://schemas.microsoft.com/office/drawing/2014/main" id="{D92A3342-C68B-4BFE-B0A5-DEE6FB897D2A}"/>
              </a:ext>
            </a:extLst>
          </p:cNvPr>
          <p:cNvSpPr/>
          <p:nvPr/>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40" name="object 19">
            <a:extLst>
              <a:ext uri="{FF2B5EF4-FFF2-40B4-BE49-F238E27FC236}">
                <a16:creationId xmlns:a16="http://schemas.microsoft.com/office/drawing/2014/main" id="{5AC17AF6-EA0E-40A4-B2C1-6B3A6CD97C05}"/>
              </a:ext>
            </a:extLst>
          </p:cNvPr>
          <p:cNvSpPr/>
          <p:nvPr/>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41" name="object 20">
            <a:extLst>
              <a:ext uri="{FF2B5EF4-FFF2-40B4-BE49-F238E27FC236}">
                <a16:creationId xmlns:a16="http://schemas.microsoft.com/office/drawing/2014/main" id="{952BA1FD-08CA-40F9-9B97-B7B811220606}"/>
              </a:ext>
            </a:extLst>
          </p:cNvPr>
          <p:cNvSpPr/>
          <p:nvPr/>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endParaRPr/>
          </a:p>
        </p:txBody>
      </p:sp>
      <p:sp>
        <p:nvSpPr>
          <p:cNvPr id="42" name="object 21">
            <a:extLst>
              <a:ext uri="{FF2B5EF4-FFF2-40B4-BE49-F238E27FC236}">
                <a16:creationId xmlns:a16="http://schemas.microsoft.com/office/drawing/2014/main" id="{2889C62D-BCBD-495E-93ED-2E0AC88065CF}"/>
              </a:ext>
            </a:extLst>
          </p:cNvPr>
          <p:cNvSpPr/>
          <p:nvPr/>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endParaRPr/>
          </a:p>
        </p:txBody>
      </p:sp>
      <p:sp>
        <p:nvSpPr>
          <p:cNvPr id="43" name="object 22">
            <a:extLst>
              <a:ext uri="{FF2B5EF4-FFF2-40B4-BE49-F238E27FC236}">
                <a16:creationId xmlns:a16="http://schemas.microsoft.com/office/drawing/2014/main" id="{4ECD9530-1E44-4F91-908D-CBD6257AD1BD}"/>
              </a:ext>
            </a:extLst>
          </p:cNvPr>
          <p:cNvSpPr/>
          <p:nvPr/>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44" name="object 23">
            <a:extLst>
              <a:ext uri="{FF2B5EF4-FFF2-40B4-BE49-F238E27FC236}">
                <a16:creationId xmlns:a16="http://schemas.microsoft.com/office/drawing/2014/main" id="{C6080D5A-7733-4C37-8A7F-7149ECA8D93E}"/>
              </a:ext>
            </a:extLst>
          </p:cNvPr>
          <p:cNvSpPr/>
          <p:nvPr/>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endParaRPr/>
          </a:p>
        </p:txBody>
      </p:sp>
      <p:sp>
        <p:nvSpPr>
          <p:cNvPr id="45" name="object 24">
            <a:extLst>
              <a:ext uri="{FF2B5EF4-FFF2-40B4-BE49-F238E27FC236}">
                <a16:creationId xmlns:a16="http://schemas.microsoft.com/office/drawing/2014/main" id="{A4F7D278-869B-40BE-82A5-35C2C1D1EC05}"/>
              </a:ext>
            </a:extLst>
          </p:cNvPr>
          <p:cNvSpPr/>
          <p:nvPr/>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endParaRPr/>
          </a:p>
        </p:txBody>
      </p:sp>
      <p:sp>
        <p:nvSpPr>
          <p:cNvPr id="47" name="object 9">
            <a:extLst>
              <a:ext uri="{FF2B5EF4-FFF2-40B4-BE49-F238E27FC236}">
                <a16:creationId xmlns:a16="http://schemas.microsoft.com/office/drawing/2014/main" id="{1F1A160C-6F38-4ADD-A8D9-49C1826DE6D7}"/>
              </a:ext>
            </a:extLst>
          </p:cNvPr>
          <p:cNvSpPr txBox="1">
            <a:spLocks/>
          </p:cNvSpPr>
          <p:nvPr/>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50" name="Marcador de texto 49">
            <a:extLst>
              <a:ext uri="{FF2B5EF4-FFF2-40B4-BE49-F238E27FC236}">
                <a16:creationId xmlns:a16="http://schemas.microsoft.com/office/drawing/2014/main" id="{596BCF93-6DE0-442F-AA83-FBFDAB95DFAB}"/>
              </a:ext>
            </a:extLst>
          </p:cNvPr>
          <p:cNvSpPr>
            <a:spLocks noGrp="1"/>
          </p:cNvSpPr>
          <p:nvPr>
            <p:ph type="body" sz="quarter" idx="10" hasCustomPrompt="1"/>
          </p:nvPr>
        </p:nvSpPr>
        <p:spPr>
          <a:xfrm>
            <a:off x="6991477" y="8482645"/>
            <a:ext cx="5303905" cy="943706"/>
          </a:xfrm>
        </p:spPr>
        <p:txBody>
          <a:bodyPr/>
          <a:lstStyle>
            <a:lvl1pPr marL="0" indent="0" algn="ctr">
              <a:buNone/>
              <a:defRPr lang="es-ES" sz="5150" kern="1200" spc="15" dirty="0" smtClean="0">
                <a:solidFill>
                  <a:srgbClr val="FFFFFF"/>
                </a:solidFill>
                <a:latin typeface="GT America"/>
                <a:ea typeface="+mn-ea"/>
                <a:cs typeface="GT America"/>
              </a:defRPr>
            </a:lvl1pPr>
          </a:lstStyle>
          <a:p>
            <a:pPr lvl="0"/>
            <a:r>
              <a:rPr lang="es-ES" dirty="0"/>
              <a:t>Título</a:t>
            </a:r>
          </a:p>
        </p:txBody>
      </p:sp>
      <p:sp>
        <p:nvSpPr>
          <p:cNvPr id="27" name="object 4">
            <a:extLst>
              <a:ext uri="{FF2B5EF4-FFF2-40B4-BE49-F238E27FC236}">
                <a16:creationId xmlns:a16="http://schemas.microsoft.com/office/drawing/2014/main" id="{A252CD70-906A-5E46-8AA4-C762E8ECD5A7}"/>
              </a:ext>
            </a:extLst>
          </p:cNvPr>
          <p:cNvSpPr/>
          <p:nvPr userDrawn="1"/>
        </p:nvSpPr>
        <p:spPr>
          <a:xfrm>
            <a:off x="12359808" y="8120684"/>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endParaRPr/>
          </a:p>
        </p:txBody>
      </p:sp>
      <p:sp>
        <p:nvSpPr>
          <p:cNvPr id="30" name="object 5">
            <a:extLst>
              <a:ext uri="{FF2B5EF4-FFF2-40B4-BE49-F238E27FC236}">
                <a16:creationId xmlns:a16="http://schemas.microsoft.com/office/drawing/2014/main" id="{2C07B2A4-8F50-5242-8938-A16E772EDBC7}"/>
              </a:ext>
            </a:extLst>
          </p:cNvPr>
          <p:cNvSpPr/>
          <p:nvPr userDrawn="1"/>
        </p:nvSpPr>
        <p:spPr>
          <a:xfrm>
            <a:off x="10822744" y="8120684"/>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endParaRPr/>
          </a:p>
        </p:txBody>
      </p:sp>
      <p:sp>
        <p:nvSpPr>
          <p:cNvPr id="46" name="object 6">
            <a:extLst>
              <a:ext uri="{FF2B5EF4-FFF2-40B4-BE49-F238E27FC236}">
                <a16:creationId xmlns:a16="http://schemas.microsoft.com/office/drawing/2014/main" id="{B61E0EE2-83A6-E545-8741-6BFFA1A4BF3C}"/>
              </a:ext>
            </a:extLst>
          </p:cNvPr>
          <p:cNvSpPr/>
          <p:nvPr userDrawn="1"/>
        </p:nvSpPr>
        <p:spPr>
          <a:xfrm>
            <a:off x="9285691" y="8120684"/>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endParaRPr/>
          </a:p>
        </p:txBody>
      </p:sp>
      <p:sp>
        <p:nvSpPr>
          <p:cNvPr id="48" name="object 7">
            <a:extLst>
              <a:ext uri="{FF2B5EF4-FFF2-40B4-BE49-F238E27FC236}">
                <a16:creationId xmlns:a16="http://schemas.microsoft.com/office/drawing/2014/main" id="{8E58896A-38B0-E14A-8997-A017554DE67A}"/>
              </a:ext>
            </a:extLst>
          </p:cNvPr>
          <p:cNvSpPr/>
          <p:nvPr userDrawn="1"/>
        </p:nvSpPr>
        <p:spPr>
          <a:xfrm>
            <a:off x="7748638" y="8120684"/>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endParaRPr/>
          </a:p>
        </p:txBody>
      </p:sp>
      <p:sp>
        <p:nvSpPr>
          <p:cNvPr id="49" name="object 8">
            <a:extLst>
              <a:ext uri="{FF2B5EF4-FFF2-40B4-BE49-F238E27FC236}">
                <a16:creationId xmlns:a16="http://schemas.microsoft.com/office/drawing/2014/main" id="{2EE54B99-A907-B945-8CCD-D2DB182FD1E1}"/>
              </a:ext>
            </a:extLst>
          </p:cNvPr>
          <p:cNvSpPr/>
          <p:nvPr userDrawn="1"/>
        </p:nvSpPr>
        <p:spPr>
          <a:xfrm>
            <a:off x="6211574" y="8120684"/>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endParaRPr/>
          </a:p>
        </p:txBody>
      </p:sp>
      <p:sp>
        <p:nvSpPr>
          <p:cNvPr id="51" name="object 10">
            <a:extLst>
              <a:ext uri="{FF2B5EF4-FFF2-40B4-BE49-F238E27FC236}">
                <a16:creationId xmlns:a16="http://schemas.microsoft.com/office/drawing/2014/main" id="{5A1D3919-490E-2C40-A029-3FF708F75DD6}"/>
              </a:ext>
            </a:extLst>
          </p:cNvPr>
          <p:cNvSpPr txBox="1"/>
          <p:nvPr userDrawn="1"/>
        </p:nvSpPr>
        <p:spPr>
          <a:xfrm>
            <a:off x="9198864" y="5217637"/>
            <a:ext cx="5770880" cy="458459"/>
          </a:xfrm>
          <a:prstGeom prst="rect">
            <a:avLst/>
          </a:prstGeom>
        </p:spPr>
        <p:txBody>
          <a:bodyPr vert="horz" wrap="square" lIns="0" tIns="12065" rIns="0" bIns="0" rtlCol="0">
            <a:spAutoFit/>
          </a:bodyPr>
          <a:lstStyle/>
          <a:p>
            <a:pPr marL="12699">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latin typeface="GT America Thin"/>
              <a:cs typeface="GT America Thin"/>
            </a:endParaRPr>
          </a:p>
        </p:txBody>
      </p:sp>
      <p:sp>
        <p:nvSpPr>
          <p:cNvPr id="52" name="object 11">
            <a:extLst>
              <a:ext uri="{FF2B5EF4-FFF2-40B4-BE49-F238E27FC236}">
                <a16:creationId xmlns:a16="http://schemas.microsoft.com/office/drawing/2014/main" id="{C38B9151-0E56-B342-9B48-B074865DF62E}"/>
              </a:ext>
            </a:extLst>
          </p:cNvPr>
          <p:cNvSpPr/>
          <p:nvPr userDrawn="1"/>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endParaRPr/>
          </a:p>
        </p:txBody>
      </p:sp>
      <p:sp>
        <p:nvSpPr>
          <p:cNvPr id="53" name="object 12">
            <a:extLst>
              <a:ext uri="{FF2B5EF4-FFF2-40B4-BE49-F238E27FC236}">
                <a16:creationId xmlns:a16="http://schemas.microsoft.com/office/drawing/2014/main" id="{672C652E-9210-D144-AAFE-3D0A1D99F969}"/>
              </a:ext>
            </a:extLst>
          </p:cNvPr>
          <p:cNvSpPr/>
          <p:nvPr userDrawn="1"/>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54" name="object 13">
            <a:extLst>
              <a:ext uri="{FF2B5EF4-FFF2-40B4-BE49-F238E27FC236}">
                <a16:creationId xmlns:a16="http://schemas.microsoft.com/office/drawing/2014/main" id="{ABA2F8DA-A9D9-9C4B-82DB-C907C5ABEA7B}"/>
              </a:ext>
            </a:extLst>
          </p:cNvPr>
          <p:cNvSpPr/>
          <p:nvPr userDrawn="1"/>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endParaRPr/>
          </a:p>
        </p:txBody>
      </p:sp>
      <p:sp>
        <p:nvSpPr>
          <p:cNvPr id="55" name="object 14">
            <a:extLst>
              <a:ext uri="{FF2B5EF4-FFF2-40B4-BE49-F238E27FC236}">
                <a16:creationId xmlns:a16="http://schemas.microsoft.com/office/drawing/2014/main" id="{C4CA5A63-BD19-6040-B2B3-5FE3F7997A72}"/>
              </a:ext>
            </a:extLst>
          </p:cNvPr>
          <p:cNvSpPr/>
          <p:nvPr userDrawn="1"/>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56" name="object 15">
            <a:extLst>
              <a:ext uri="{FF2B5EF4-FFF2-40B4-BE49-F238E27FC236}">
                <a16:creationId xmlns:a16="http://schemas.microsoft.com/office/drawing/2014/main" id="{855FB243-8412-BF4B-96EE-B3B181C4B5D8}"/>
              </a:ext>
            </a:extLst>
          </p:cNvPr>
          <p:cNvSpPr/>
          <p:nvPr userDrawn="1"/>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endParaRPr/>
          </a:p>
        </p:txBody>
      </p:sp>
      <p:sp>
        <p:nvSpPr>
          <p:cNvPr id="57" name="object 16">
            <a:extLst>
              <a:ext uri="{FF2B5EF4-FFF2-40B4-BE49-F238E27FC236}">
                <a16:creationId xmlns:a16="http://schemas.microsoft.com/office/drawing/2014/main" id="{7522AE22-522A-444E-A43A-95AF34460D88}"/>
              </a:ext>
            </a:extLst>
          </p:cNvPr>
          <p:cNvSpPr/>
          <p:nvPr userDrawn="1"/>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58" name="object 17">
            <a:extLst>
              <a:ext uri="{FF2B5EF4-FFF2-40B4-BE49-F238E27FC236}">
                <a16:creationId xmlns:a16="http://schemas.microsoft.com/office/drawing/2014/main" id="{4F1491BF-C22E-2D47-ABF7-3F83E5CCF596}"/>
              </a:ext>
            </a:extLst>
          </p:cNvPr>
          <p:cNvSpPr/>
          <p:nvPr userDrawn="1"/>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59" name="object 18">
            <a:extLst>
              <a:ext uri="{FF2B5EF4-FFF2-40B4-BE49-F238E27FC236}">
                <a16:creationId xmlns:a16="http://schemas.microsoft.com/office/drawing/2014/main" id="{773713B7-5530-C943-88DF-3F82542DF6B0}"/>
              </a:ext>
            </a:extLst>
          </p:cNvPr>
          <p:cNvSpPr/>
          <p:nvPr userDrawn="1"/>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60" name="object 19">
            <a:extLst>
              <a:ext uri="{FF2B5EF4-FFF2-40B4-BE49-F238E27FC236}">
                <a16:creationId xmlns:a16="http://schemas.microsoft.com/office/drawing/2014/main" id="{7588C906-0804-8946-9814-503C77F4FB76}"/>
              </a:ext>
            </a:extLst>
          </p:cNvPr>
          <p:cNvSpPr/>
          <p:nvPr userDrawn="1"/>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61" name="object 20">
            <a:extLst>
              <a:ext uri="{FF2B5EF4-FFF2-40B4-BE49-F238E27FC236}">
                <a16:creationId xmlns:a16="http://schemas.microsoft.com/office/drawing/2014/main" id="{1224459D-8A29-F14F-B974-76841C177968}"/>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endParaRPr/>
          </a:p>
        </p:txBody>
      </p:sp>
      <p:sp>
        <p:nvSpPr>
          <p:cNvPr id="62" name="object 21">
            <a:extLst>
              <a:ext uri="{FF2B5EF4-FFF2-40B4-BE49-F238E27FC236}">
                <a16:creationId xmlns:a16="http://schemas.microsoft.com/office/drawing/2014/main" id="{F01D0FC8-1000-BB43-A19F-DD9054C12E50}"/>
              </a:ext>
            </a:extLst>
          </p:cNvPr>
          <p:cNvSpPr/>
          <p:nvPr userDrawn="1"/>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endParaRPr/>
          </a:p>
        </p:txBody>
      </p:sp>
      <p:sp>
        <p:nvSpPr>
          <p:cNvPr id="63" name="object 22">
            <a:extLst>
              <a:ext uri="{FF2B5EF4-FFF2-40B4-BE49-F238E27FC236}">
                <a16:creationId xmlns:a16="http://schemas.microsoft.com/office/drawing/2014/main" id="{A91A5EC2-6CCA-214C-80ED-A630B9E2BEA6}"/>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64" name="object 23">
            <a:extLst>
              <a:ext uri="{FF2B5EF4-FFF2-40B4-BE49-F238E27FC236}">
                <a16:creationId xmlns:a16="http://schemas.microsoft.com/office/drawing/2014/main" id="{8BF7E66E-3587-D447-9356-2DEF2831F8F5}"/>
              </a:ext>
            </a:extLst>
          </p:cNvPr>
          <p:cNvSpPr/>
          <p:nvPr userDrawn="1"/>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endParaRPr/>
          </a:p>
        </p:txBody>
      </p:sp>
      <p:sp>
        <p:nvSpPr>
          <p:cNvPr id="65" name="object 24">
            <a:extLst>
              <a:ext uri="{FF2B5EF4-FFF2-40B4-BE49-F238E27FC236}">
                <a16:creationId xmlns:a16="http://schemas.microsoft.com/office/drawing/2014/main" id="{47D78474-8427-0E49-8D0F-92A10E3C673C}"/>
              </a:ext>
            </a:extLst>
          </p:cNvPr>
          <p:cNvSpPr/>
          <p:nvPr userDrawn="1"/>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endParaRPr/>
          </a:p>
        </p:txBody>
      </p:sp>
      <p:sp>
        <p:nvSpPr>
          <p:cNvPr id="66" name="object 9">
            <a:extLst>
              <a:ext uri="{FF2B5EF4-FFF2-40B4-BE49-F238E27FC236}">
                <a16:creationId xmlns:a16="http://schemas.microsoft.com/office/drawing/2014/main" id="{38AE06D4-D5D5-2545-B745-34D5E64A3E72}"/>
              </a:ext>
            </a:extLst>
          </p:cNvPr>
          <p:cNvSpPr txBox="1">
            <a:spLocks/>
          </p:cNvSpPr>
          <p:nvPr userDrawn="1"/>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Tree>
    <p:extLst>
      <p:ext uri="{BB962C8B-B14F-4D97-AF65-F5344CB8AC3E}">
        <p14:creationId xmlns:p14="http://schemas.microsoft.com/office/powerpoint/2010/main" val="7097856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ítulo centrado - fondo blanco">
    <p:bg>
      <p:bgPr>
        <a:solidFill>
          <a:schemeClr val="bg1"/>
        </a:solidFill>
        <a:effectLst/>
      </p:bgPr>
    </p:bg>
    <p:spTree>
      <p:nvGrpSpPr>
        <p:cNvPr id="1" name=""/>
        <p:cNvGrpSpPr/>
        <p:nvPr/>
      </p:nvGrpSpPr>
      <p:grpSpPr>
        <a:xfrm>
          <a:off x="0" y="0"/>
          <a:ext cx="0" cy="0"/>
          <a:chOff x="0" y="0"/>
          <a:chExt cx="0" cy="0"/>
        </a:xfrm>
      </p:grpSpPr>
      <p:sp>
        <p:nvSpPr>
          <p:cNvPr id="46" name="object 3">
            <a:extLst>
              <a:ext uri="{FF2B5EF4-FFF2-40B4-BE49-F238E27FC236}">
                <a16:creationId xmlns:a16="http://schemas.microsoft.com/office/drawing/2014/main" id="{F5B55B80-F91D-4AED-8DB3-AD2B94786812}"/>
              </a:ext>
            </a:extLst>
          </p:cNvPr>
          <p:cNvSpPr/>
          <p:nvPr/>
        </p:nvSpPr>
        <p:spPr>
          <a:xfrm>
            <a:off x="12299556" y="8144935"/>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7" name="object 4">
            <a:extLst>
              <a:ext uri="{FF2B5EF4-FFF2-40B4-BE49-F238E27FC236}">
                <a16:creationId xmlns:a16="http://schemas.microsoft.com/office/drawing/2014/main" id="{59F6F8F2-9549-4E60-9CC2-FCA0D7999E49}"/>
              </a:ext>
            </a:extLst>
          </p:cNvPr>
          <p:cNvSpPr/>
          <p:nvPr/>
        </p:nvSpPr>
        <p:spPr>
          <a:xfrm>
            <a:off x="10762492" y="8144935"/>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8" name="object 5">
            <a:extLst>
              <a:ext uri="{FF2B5EF4-FFF2-40B4-BE49-F238E27FC236}">
                <a16:creationId xmlns:a16="http://schemas.microsoft.com/office/drawing/2014/main" id="{7CA6ED11-484F-47E7-8F15-8D43EE89A2D2}"/>
              </a:ext>
            </a:extLst>
          </p:cNvPr>
          <p:cNvSpPr/>
          <p:nvPr/>
        </p:nvSpPr>
        <p:spPr>
          <a:xfrm>
            <a:off x="9225439" y="8144935"/>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9" name="object 6">
            <a:extLst>
              <a:ext uri="{FF2B5EF4-FFF2-40B4-BE49-F238E27FC236}">
                <a16:creationId xmlns:a16="http://schemas.microsoft.com/office/drawing/2014/main" id="{E7B6A472-EDE0-47E0-BE33-079F327A4D31}"/>
              </a:ext>
            </a:extLst>
          </p:cNvPr>
          <p:cNvSpPr/>
          <p:nvPr/>
        </p:nvSpPr>
        <p:spPr>
          <a:xfrm>
            <a:off x="7688386" y="8144935"/>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0" name="object 7">
            <a:extLst>
              <a:ext uri="{FF2B5EF4-FFF2-40B4-BE49-F238E27FC236}">
                <a16:creationId xmlns:a16="http://schemas.microsoft.com/office/drawing/2014/main" id="{3A42E184-9AEC-423D-B7B0-1E473B027D44}"/>
              </a:ext>
            </a:extLst>
          </p:cNvPr>
          <p:cNvSpPr/>
          <p:nvPr/>
        </p:nvSpPr>
        <p:spPr>
          <a:xfrm>
            <a:off x="6151322" y="8144935"/>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1" name="object 8">
            <a:extLst>
              <a:ext uri="{FF2B5EF4-FFF2-40B4-BE49-F238E27FC236}">
                <a16:creationId xmlns:a16="http://schemas.microsoft.com/office/drawing/2014/main" id="{31A0B6AC-E5D1-40F2-A5A8-4DB89C1505CF}"/>
              </a:ext>
            </a:extLst>
          </p:cNvPr>
          <p:cNvSpPr txBox="1">
            <a:spLocks/>
          </p:cNvSpPr>
          <p:nvPr/>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52" name="object 9">
            <a:extLst>
              <a:ext uri="{FF2B5EF4-FFF2-40B4-BE49-F238E27FC236}">
                <a16:creationId xmlns:a16="http://schemas.microsoft.com/office/drawing/2014/main" id="{D6CCEB1C-722F-4E1F-835C-D869AD140A72}"/>
              </a:ext>
            </a:extLst>
          </p:cNvPr>
          <p:cNvSpPr txBox="1"/>
          <p:nvPr/>
        </p:nvSpPr>
        <p:spPr>
          <a:xfrm>
            <a:off x="9198864" y="5217637"/>
            <a:ext cx="5770880" cy="458459"/>
          </a:xfrm>
          <a:prstGeom prst="rect">
            <a:avLst/>
          </a:prstGeom>
        </p:spPr>
        <p:txBody>
          <a:bodyPr vert="horz" wrap="square" lIns="0" tIns="12065" rIns="0" bIns="0" rtlCol="0">
            <a:spAutoFit/>
          </a:bodyPr>
          <a:lstStyle/>
          <a:p>
            <a:pPr marL="12699" defTabSz="914400">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solidFill>
                <a:prstClr val="black"/>
              </a:solidFill>
              <a:latin typeface="GT America Thin"/>
              <a:cs typeface="GT America Thin"/>
            </a:endParaRPr>
          </a:p>
        </p:txBody>
      </p:sp>
      <p:sp>
        <p:nvSpPr>
          <p:cNvPr id="53" name="object 10">
            <a:extLst>
              <a:ext uri="{FF2B5EF4-FFF2-40B4-BE49-F238E27FC236}">
                <a16:creationId xmlns:a16="http://schemas.microsoft.com/office/drawing/2014/main" id="{24199D36-AC00-4B12-93A2-C2ED45FF17B6}"/>
              </a:ext>
            </a:extLst>
          </p:cNvPr>
          <p:cNvSpPr/>
          <p:nvPr/>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4" name="object 11">
            <a:extLst>
              <a:ext uri="{FF2B5EF4-FFF2-40B4-BE49-F238E27FC236}">
                <a16:creationId xmlns:a16="http://schemas.microsoft.com/office/drawing/2014/main" id="{C302700F-D539-411D-AF71-147A008F7345}"/>
              </a:ext>
            </a:extLst>
          </p:cNvPr>
          <p:cNvSpPr/>
          <p:nvPr/>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5" name="object 12">
            <a:extLst>
              <a:ext uri="{FF2B5EF4-FFF2-40B4-BE49-F238E27FC236}">
                <a16:creationId xmlns:a16="http://schemas.microsoft.com/office/drawing/2014/main" id="{1FF09462-3BA9-4C7E-A3D9-36C7C79AE645}"/>
              </a:ext>
            </a:extLst>
          </p:cNvPr>
          <p:cNvSpPr/>
          <p:nvPr/>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6" name="object 13">
            <a:extLst>
              <a:ext uri="{FF2B5EF4-FFF2-40B4-BE49-F238E27FC236}">
                <a16:creationId xmlns:a16="http://schemas.microsoft.com/office/drawing/2014/main" id="{FEBBB93D-5A1C-44E0-9331-6016EB29B6FF}"/>
              </a:ext>
            </a:extLst>
          </p:cNvPr>
          <p:cNvSpPr/>
          <p:nvPr/>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7" name="object 14">
            <a:extLst>
              <a:ext uri="{FF2B5EF4-FFF2-40B4-BE49-F238E27FC236}">
                <a16:creationId xmlns:a16="http://schemas.microsoft.com/office/drawing/2014/main" id="{5F137981-A4CD-45F0-9AA1-CCBBE8306D68}"/>
              </a:ext>
            </a:extLst>
          </p:cNvPr>
          <p:cNvSpPr/>
          <p:nvPr/>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8" name="object 15">
            <a:extLst>
              <a:ext uri="{FF2B5EF4-FFF2-40B4-BE49-F238E27FC236}">
                <a16:creationId xmlns:a16="http://schemas.microsoft.com/office/drawing/2014/main" id="{A7BCFF4A-3A87-43D7-A7D9-A6FA64AC0F08}"/>
              </a:ext>
            </a:extLst>
          </p:cNvPr>
          <p:cNvSpPr/>
          <p:nvPr/>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9" name="object 16">
            <a:extLst>
              <a:ext uri="{FF2B5EF4-FFF2-40B4-BE49-F238E27FC236}">
                <a16:creationId xmlns:a16="http://schemas.microsoft.com/office/drawing/2014/main" id="{8D292F96-8782-462C-8A07-10584846A2CD}"/>
              </a:ext>
            </a:extLst>
          </p:cNvPr>
          <p:cNvSpPr/>
          <p:nvPr/>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0" name="object 17">
            <a:extLst>
              <a:ext uri="{FF2B5EF4-FFF2-40B4-BE49-F238E27FC236}">
                <a16:creationId xmlns:a16="http://schemas.microsoft.com/office/drawing/2014/main" id="{169F8950-E386-406E-B72C-4E8679C02625}"/>
              </a:ext>
            </a:extLst>
          </p:cNvPr>
          <p:cNvSpPr/>
          <p:nvPr/>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1" name="object 18">
            <a:extLst>
              <a:ext uri="{FF2B5EF4-FFF2-40B4-BE49-F238E27FC236}">
                <a16:creationId xmlns:a16="http://schemas.microsoft.com/office/drawing/2014/main" id="{BF9E2035-8220-48E9-9883-E2035E9401BB}"/>
              </a:ext>
            </a:extLst>
          </p:cNvPr>
          <p:cNvSpPr/>
          <p:nvPr/>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2" name="object 19">
            <a:extLst>
              <a:ext uri="{FF2B5EF4-FFF2-40B4-BE49-F238E27FC236}">
                <a16:creationId xmlns:a16="http://schemas.microsoft.com/office/drawing/2014/main" id="{F0B9024F-172F-42A7-9B5B-70C49921FBBE}"/>
              </a:ext>
            </a:extLst>
          </p:cNvPr>
          <p:cNvSpPr/>
          <p:nvPr/>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3" name="object 20">
            <a:extLst>
              <a:ext uri="{FF2B5EF4-FFF2-40B4-BE49-F238E27FC236}">
                <a16:creationId xmlns:a16="http://schemas.microsoft.com/office/drawing/2014/main" id="{2D956D51-E3CB-437E-B8E1-31644542C558}"/>
              </a:ext>
            </a:extLst>
          </p:cNvPr>
          <p:cNvSpPr/>
          <p:nvPr/>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4" name="object 21">
            <a:extLst>
              <a:ext uri="{FF2B5EF4-FFF2-40B4-BE49-F238E27FC236}">
                <a16:creationId xmlns:a16="http://schemas.microsoft.com/office/drawing/2014/main" id="{72F22BD7-43A4-46CE-9309-1913B8229B96}"/>
              </a:ext>
            </a:extLst>
          </p:cNvPr>
          <p:cNvSpPr/>
          <p:nvPr/>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5" name="object 22">
            <a:extLst>
              <a:ext uri="{FF2B5EF4-FFF2-40B4-BE49-F238E27FC236}">
                <a16:creationId xmlns:a16="http://schemas.microsoft.com/office/drawing/2014/main" id="{3EFDB32E-A823-4F47-857F-C041BABD66FA}"/>
              </a:ext>
            </a:extLst>
          </p:cNvPr>
          <p:cNvSpPr/>
          <p:nvPr/>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6" name="object 23">
            <a:extLst>
              <a:ext uri="{FF2B5EF4-FFF2-40B4-BE49-F238E27FC236}">
                <a16:creationId xmlns:a16="http://schemas.microsoft.com/office/drawing/2014/main" id="{4435C06B-E9EF-48FD-AAAA-505B41BA5254}"/>
              </a:ext>
            </a:extLst>
          </p:cNvPr>
          <p:cNvSpPr/>
          <p:nvPr/>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7" name="Marcador de texto 49">
            <a:extLst>
              <a:ext uri="{FF2B5EF4-FFF2-40B4-BE49-F238E27FC236}">
                <a16:creationId xmlns:a16="http://schemas.microsoft.com/office/drawing/2014/main" id="{3F5E93B8-6609-4939-9667-85EA33BDAECF}"/>
              </a:ext>
            </a:extLst>
          </p:cNvPr>
          <p:cNvSpPr>
            <a:spLocks noGrp="1"/>
          </p:cNvSpPr>
          <p:nvPr>
            <p:ph type="body" sz="quarter" idx="10" hasCustomPrompt="1"/>
          </p:nvPr>
        </p:nvSpPr>
        <p:spPr>
          <a:xfrm>
            <a:off x="6991477" y="8683496"/>
            <a:ext cx="5303905" cy="943706"/>
          </a:xfrm>
        </p:spPr>
        <p:txBody>
          <a:bodyPr/>
          <a:lstStyle>
            <a:lvl1pPr marL="0" indent="0" algn="ctr">
              <a:buNone/>
              <a:defRPr lang="es-ES" sz="5150" kern="1200" spc="15" dirty="0" smtClean="0">
                <a:solidFill>
                  <a:schemeClr val="tx1"/>
                </a:solidFill>
                <a:latin typeface="GT America"/>
                <a:ea typeface="+mn-ea"/>
                <a:cs typeface="GT America"/>
              </a:defRPr>
            </a:lvl1pPr>
          </a:lstStyle>
          <a:p>
            <a:pPr lvl="0"/>
            <a:r>
              <a:rPr lang="es-ES" dirty="0"/>
              <a:t>Título</a:t>
            </a:r>
          </a:p>
        </p:txBody>
      </p:sp>
      <p:sp>
        <p:nvSpPr>
          <p:cNvPr id="24" name="object 3">
            <a:extLst>
              <a:ext uri="{FF2B5EF4-FFF2-40B4-BE49-F238E27FC236}">
                <a16:creationId xmlns:a16="http://schemas.microsoft.com/office/drawing/2014/main" id="{8F7949E4-9FE3-E843-BC24-AAD406A12A3A}"/>
              </a:ext>
            </a:extLst>
          </p:cNvPr>
          <p:cNvSpPr/>
          <p:nvPr userDrawn="1"/>
        </p:nvSpPr>
        <p:spPr>
          <a:xfrm>
            <a:off x="12299556" y="8144935"/>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5" name="object 4">
            <a:extLst>
              <a:ext uri="{FF2B5EF4-FFF2-40B4-BE49-F238E27FC236}">
                <a16:creationId xmlns:a16="http://schemas.microsoft.com/office/drawing/2014/main" id="{7885FFCA-4F47-7A49-9EDB-82031A050E2B}"/>
              </a:ext>
            </a:extLst>
          </p:cNvPr>
          <p:cNvSpPr/>
          <p:nvPr userDrawn="1"/>
        </p:nvSpPr>
        <p:spPr>
          <a:xfrm>
            <a:off x="10762492" y="8144935"/>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6" name="object 5">
            <a:extLst>
              <a:ext uri="{FF2B5EF4-FFF2-40B4-BE49-F238E27FC236}">
                <a16:creationId xmlns:a16="http://schemas.microsoft.com/office/drawing/2014/main" id="{17D4FA60-4B8F-7A4F-BCDE-08E917C474D0}"/>
              </a:ext>
            </a:extLst>
          </p:cNvPr>
          <p:cNvSpPr/>
          <p:nvPr userDrawn="1"/>
        </p:nvSpPr>
        <p:spPr>
          <a:xfrm>
            <a:off x="9225439" y="8144935"/>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7" name="object 6">
            <a:extLst>
              <a:ext uri="{FF2B5EF4-FFF2-40B4-BE49-F238E27FC236}">
                <a16:creationId xmlns:a16="http://schemas.microsoft.com/office/drawing/2014/main" id="{3ADE5F61-DFCC-FE4A-84D5-6F52D4EBFDC2}"/>
              </a:ext>
            </a:extLst>
          </p:cNvPr>
          <p:cNvSpPr/>
          <p:nvPr userDrawn="1"/>
        </p:nvSpPr>
        <p:spPr>
          <a:xfrm>
            <a:off x="7688386" y="8144935"/>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8" name="object 7">
            <a:extLst>
              <a:ext uri="{FF2B5EF4-FFF2-40B4-BE49-F238E27FC236}">
                <a16:creationId xmlns:a16="http://schemas.microsoft.com/office/drawing/2014/main" id="{9F344F8C-FD67-554F-957F-A8034BC6349B}"/>
              </a:ext>
            </a:extLst>
          </p:cNvPr>
          <p:cNvSpPr/>
          <p:nvPr userDrawn="1"/>
        </p:nvSpPr>
        <p:spPr>
          <a:xfrm>
            <a:off x="6151322" y="8144935"/>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9" name="object 8">
            <a:extLst>
              <a:ext uri="{FF2B5EF4-FFF2-40B4-BE49-F238E27FC236}">
                <a16:creationId xmlns:a16="http://schemas.microsoft.com/office/drawing/2014/main" id="{572E963D-A50F-274E-8712-28616CC44718}"/>
              </a:ext>
            </a:extLst>
          </p:cNvPr>
          <p:cNvSpPr txBox="1">
            <a:spLocks/>
          </p:cNvSpPr>
          <p:nvPr userDrawn="1"/>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30" name="object 9">
            <a:extLst>
              <a:ext uri="{FF2B5EF4-FFF2-40B4-BE49-F238E27FC236}">
                <a16:creationId xmlns:a16="http://schemas.microsoft.com/office/drawing/2014/main" id="{9C544DA1-C647-B144-920D-6A3B50281502}"/>
              </a:ext>
            </a:extLst>
          </p:cNvPr>
          <p:cNvSpPr txBox="1"/>
          <p:nvPr userDrawn="1"/>
        </p:nvSpPr>
        <p:spPr>
          <a:xfrm>
            <a:off x="9198864" y="5217637"/>
            <a:ext cx="5770880" cy="458459"/>
          </a:xfrm>
          <a:prstGeom prst="rect">
            <a:avLst/>
          </a:prstGeom>
        </p:spPr>
        <p:txBody>
          <a:bodyPr vert="horz" wrap="square" lIns="0" tIns="12065" rIns="0" bIns="0" rtlCol="0">
            <a:spAutoFit/>
          </a:bodyPr>
          <a:lstStyle/>
          <a:p>
            <a:pPr marL="12699" defTabSz="914400">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solidFill>
                <a:prstClr val="black"/>
              </a:solidFill>
              <a:latin typeface="GT America Thin"/>
              <a:cs typeface="GT America Thin"/>
            </a:endParaRPr>
          </a:p>
        </p:txBody>
      </p:sp>
      <p:sp>
        <p:nvSpPr>
          <p:cNvPr id="31" name="object 10">
            <a:extLst>
              <a:ext uri="{FF2B5EF4-FFF2-40B4-BE49-F238E27FC236}">
                <a16:creationId xmlns:a16="http://schemas.microsoft.com/office/drawing/2014/main" id="{9510FC97-6053-1C46-9F93-DA4CF953D51F}"/>
              </a:ext>
            </a:extLst>
          </p:cNvPr>
          <p:cNvSpPr/>
          <p:nvPr userDrawn="1"/>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2" name="object 11">
            <a:extLst>
              <a:ext uri="{FF2B5EF4-FFF2-40B4-BE49-F238E27FC236}">
                <a16:creationId xmlns:a16="http://schemas.microsoft.com/office/drawing/2014/main" id="{D2883D3C-4A97-B24B-AFBF-8AF1F55D5855}"/>
              </a:ext>
            </a:extLst>
          </p:cNvPr>
          <p:cNvSpPr/>
          <p:nvPr userDrawn="1"/>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3" name="object 12">
            <a:extLst>
              <a:ext uri="{FF2B5EF4-FFF2-40B4-BE49-F238E27FC236}">
                <a16:creationId xmlns:a16="http://schemas.microsoft.com/office/drawing/2014/main" id="{34C5B976-3C81-3545-A6D3-43D4219CF555}"/>
              </a:ext>
            </a:extLst>
          </p:cNvPr>
          <p:cNvSpPr/>
          <p:nvPr userDrawn="1"/>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4" name="object 13">
            <a:extLst>
              <a:ext uri="{FF2B5EF4-FFF2-40B4-BE49-F238E27FC236}">
                <a16:creationId xmlns:a16="http://schemas.microsoft.com/office/drawing/2014/main" id="{FFF3CF60-E9F7-6A4F-ACF0-8B8BCFEE1915}"/>
              </a:ext>
            </a:extLst>
          </p:cNvPr>
          <p:cNvSpPr/>
          <p:nvPr userDrawn="1"/>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5" name="object 14">
            <a:extLst>
              <a:ext uri="{FF2B5EF4-FFF2-40B4-BE49-F238E27FC236}">
                <a16:creationId xmlns:a16="http://schemas.microsoft.com/office/drawing/2014/main" id="{D35FEBC2-2834-634B-808D-1F61D282191D}"/>
              </a:ext>
            </a:extLst>
          </p:cNvPr>
          <p:cNvSpPr/>
          <p:nvPr userDrawn="1"/>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6" name="object 15">
            <a:extLst>
              <a:ext uri="{FF2B5EF4-FFF2-40B4-BE49-F238E27FC236}">
                <a16:creationId xmlns:a16="http://schemas.microsoft.com/office/drawing/2014/main" id="{B956163E-C304-FB4B-9A84-047354E7D5CC}"/>
              </a:ext>
            </a:extLst>
          </p:cNvPr>
          <p:cNvSpPr/>
          <p:nvPr userDrawn="1"/>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7" name="object 16">
            <a:extLst>
              <a:ext uri="{FF2B5EF4-FFF2-40B4-BE49-F238E27FC236}">
                <a16:creationId xmlns:a16="http://schemas.microsoft.com/office/drawing/2014/main" id="{FE9D06D4-5794-F14C-860B-C7C8CC2997DA}"/>
              </a:ext>
            </a:extLst>
          </p:cNvPr>
          <p:cNvSpPr/>
          <p:nvPr userDrawn="1"/>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8" name="object 17">
            <a:extLst>
              <a:ext uri="{FF2B5EF4-FFF2-40B4-BE49-F238E27FC236}">
                <a16:creationId xmlns:a16="http://schemas.microsoft.com/office/drawing/2014/main" id="{ACCD3DFD-36CD-B844-8F6E-4576F9324EFC}"/>
              </a:ext>
            </a:extLst>
          </p:cNvPr>
          <p:cNvSpPr/>
          <p:nvPr userDrawn="1"/>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9" name="object 18">
            <a:extLst>
              <a:ext uri="{FF2B5EF4-FFF2-40B4-BE49-F238E27FC236}">
                <a16:creationId xmlns:a16="http://schemas.microsoft.com/office/drawing/2014/main" id="{4FB37C75-3E4B-F742-BF10-C3561C91185D}"/>
              </a:ext>
            </a:extLst>
          </p:cNvPr>
          <p:cNvSpPr/>
          <p:nvPr userDrawn="1"/>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0" name="object 19">
            <a:extLst>
              <a:ext uri="{FF2B5EF4-FFF2-40B4-BE49-F238E27FC236}">
                <a16:creationId xmlns:a16="http://schemas.microsoft.com/office/drawing/2014/main" id="{4D9F86F6-916E-0649-94DA-F96453FC3D65}"/>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1" name="object 20">
            <a:extLst>
              <a:ext uri="{FF2B5EF4-FFF2-40B4-BE49-F238E27FC236}">
                <a16:creationId xmlns:a16="http://schemas.microsoft.com/office/drawing/2014/main" id="{DFE5203F-2403-1C47-A7C6-AB202AED1F61}"/>
              </a:ext>
            </a:extLst>
          </p:cNvPr>
          <p:cNvSpPr/>
          <p:nvPr userDrawn="1"/>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2" name="object 21">
            <a:extLst>
              <a:ext uri="{FF2B5EF4-FFF2-40B4-BE49-F238E27FC236}">
                <a16:creationId xmlns:a16="http://schemas.microsoft.com/office/drawing/2014/main" id="{54EDD20F-6F2E-1D42-A947-D5400E7E5ED9}"/>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3" name="object 22">
            <a:extLst>
              <a:ext uri="{FF2B5EF4-FFF2-40B4-BE49-F238E27FC236}">
                <a16:creationId xmlns:a16="http://schemas.microsoft.com/office/drawing/2014/main" id="{EAF0179D-DDDA-6148-B7B0-67F99D5AF01C}"/>
              </a:ext>
            </a:extLst>
          </p:cNvPr>
          <p:cNvSpPr/>
          <p:nvPr userDrawn="1"/>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4" name="object 23">
            <a:extLst>
              <a:ext uri="{FF2B5EF4-FFF2-40B4-BE49-F238E27FC236}">
                <a16:creationId xmlns:a16="http://schemas.microsoft.com/office/drawing/2014/main" id="{940DCEB7-206E-3047-ABDD-2AF10B3B8C6B}"/>
              </a:ext>
            </a:extLst>
          </p:cNvPr>
          <p:cNvSpPr/>
          <p:nvPr userDrawn="1"/>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42685665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ítulo y contenido">
    <p:spTree>
      <p:nvGrpSpPr>
        <p:cNvPr id="1" name=""/>
        <p:cNvGrpSpPr/>
        <p:nvPr/>
      </p:nvGrpSpPr>
      <p:grpSpPr>
        <a:xfrm>
          <a:off x="0" y="0"/>
          <a:ext cx="0" cy="0"/>
          <a:chOff x="0" y="0"/>
          <a:chExt cx="0" cy="0"/>
        </a:xfrm>
      </p:grpSpPr>
      <p:sp>
        <p:nvSpPr>
          <p:cNvPr id="13" name="Marcador de texto 10">
            <a:extLst>
              <a:ext uri="{FF2B5EF4-FFF2-40B4-BE49-F238E27FC236}">
                <a16:creationId xmlns:a16="http://schemas.microsoft.com/office/drawing/2014/main" id="{B52D28F9-F37F-4DF5-A2D1-AA68FCF34B41}"/>
              </a:ext>
            </a:extLst>
          </p:cNvPr>
          <p:cNvSpPr>
            <a:spLocks noGrp="1"/>
          </p:cNvSpPr>
          <p:nvPr>
            <p:ph type="body" sz="quarter" idx="10" hasCustomPrompt="1"/>
          </p:nvPr>
        </p:nvSpPr>
        <p:spPr>
          <a:xfrm>
            <a:off x="893445" y="2608154"/>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14" name="Marcador de texto 10">
            <a:extLst>
              <a:ext uri="{FF2B5EF4-FFF2-40B4-BE49-F238E27FC236}">
                <a16:creationId xmlns:a16="http://schemas.microsoft.com/office/drawing/2014/main" id="{57789202-1793-4245-AFD0-7A37AFAF345E}"/>
              </a:ext>
            </a:extLst>
          </p:cNvPr>
          <p:cNvSpPr>
            <a:spLocks noGrp="1"/>
          </p:cNvSpPr>
          <p:nvPr>
            <p:ph type="body" sz="quarter" idx="11" hasCustomPrompt="1"/>
          </p:nvPr>
        </p:nvSpPr>
        <p:spPr>
          <a:xfrm>
            <a:off x="893445" y="3791885"/>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8" name="Marcador de texto 17">
            <a:extLst>
              <a:ext uri="{FF2B5EF4-FFF2-40B4-BE49-F238E27FC236}">
                <a16:creationId xmlns:a16="http://schemas.microsoft.com/office/drawing/2014/main" id="{B1648929-BBD8-40CA-8CD6-942223EF4E87}"/>
              </a:ext>
            </a:extLst>
          </p:cNvPr>
          <p:cNvSpPr>
            <a:spLocks noGrp="1"/>
          </p:cNvSpPr>
          <p:nvPr>
            <p:ph type="body" sz="quarter" idx="12" hasCustomPrompt="1"/>
          </p:nvPr>
        </p:nvSpPr>
        <p:spPr>
          <a:xfrm>
            <a:off x="7804943" y="2608154"/>
            <a:ext cx="11405712" cy="8442138"/>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15470189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Imagen y contenido">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7216753" y="249966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7216753" y="368339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1" name="Marcador de posición de imagen 10">
            <a:extLst>
              <a:ext uri="{FF2B5EF4-FFF2-40B4-BE49-F238E27FC236}">
                <a16:creationId xmlns:a16="http://schemas.microsoft.com/office/drawing/2014/main" id="{19777898-8777-4729-86D3-6D903457F0BF}"/>
              </a:ext>
            </a:extLst>
          </p:cNvPr>
          <p:cNvSpPr>
            <a:spLocks noGrp="1"/>
          </p:cNvSpPr>
          <p:nvPr>
            <p:ph type="pic" sz="quarter" idx="12"/>
          </p:nvPr>
        </p:nvSpPr>
        <p:spPr>
          <a:xfrm>
            <a:off x="1054100" y="2500313"/>
            <a:ext cx="5408693" cy="8596312"/>
          </a:xfrm>
        </p:spPr>
        <p:txBody>
          <a:bodyPr/>
          <a:lstStyle/>
          <a:p>
            <a:r>
              <a:rPr lang="es-ES"/>
              <a:t>Haga clic en el icono para agregar una imagen</a:t>
            </a:r>
            <a:endParaRPr lang="es-CO"/>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7216753" y="531261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33701190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rofesor a la izquierda">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7216753" y="249966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7216753" y="368339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7216753" y="531261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10874773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rofesor a la derecha">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893445" y="240667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893445" y="359040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893445" y="521962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9136606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ítulo derecha - fondo azul">
    <p:bg>
      <p:bgPr>
        <a:solidFill>
          <a:srgbClr val="342175"/>
        </a:solidFill>
        <a:effectLst/>
      </p:bgPr>
    </p:bg>
    <p:spTree>
      <p:nvGrpSpPr>
        <p:cNvPr id="1" name=""/>
        <p:cNvGrpSpPr/>
        <p:nvPr/>
      </p:nvGrpSpPr>
      <p:grpSpPr>
        <a:xfrm>
          <a:off x="0" y="0"/>
          <a:ext cx="0" cy="0"/>
          <a:chOff x="0" y="0"/>
          <a:chExt cx="0" cy="0"/>
        </a:xfrm>
      </p:grpSpPr>
      <p:sp>
        <p:nvSpPr>
          <p:cNvPr id="50" name="Marcador de texto 49">
            <a:extLst>
              <a:ext uri="{FF2B5EF4-FFF2-40B4-BE49-F238E27FC236}">
                <a16:creationId xmlns:a16="http://schemas.microsoft.com/office/drawing/2014/main" id="{596BCF93-6DE0-442F-AA83-FBFDAB95DFAB}"/>
              </a:ext>
            </a:extLst>
          </p:cNvPr>
          <p:cNvSpPr>
            <a:spLocks noGrp="1"/>
          </p:cNvSpPr>
          <p:nvPr>
            <p:ph type="body" sz="quarter" idx="10" hasCustomPrompt="1"/>
          </p:nvPr>
        </p:nvSpPr>
        <p:spPr>
          <a:xfrm>
            <a:off x="11415994" y="5373094"/>
            <a:ext cx="5303905" cy="943706"/>
          </a:xfrm>
        </p:spPr>
        <p:txBody>
          <a:bodyPr/>
          <a:lstStyle>
            <a:lvl1pPr marL="0" indent="0" algn="ctr">
              <a:buNone/>
              <a:defRPr lang="es-ES" sz="5150" kern="1200" spc="15" dirty="0" smtClean="0">
                <a:solidFill>
                  <a:srgbClr val="FFFFFF"/>
                </a:solidFill>
                <a:latin typeface="GT America"/>
                <a:ea typeface="+mn-ea"/>
                <a:cs typeface="GT America"/>
              </a:defRPr>
            </a:lvl1pPr>
          </a:lstStyle>
          <a:p>
            <a:pPr lvl="0"/>
            <a:r>
              <a:rPr lang="es-ES" dirty="0"/>
              <a:t>Título</a:t>
            </a:r>
          </a:p>
        </p:txBody>
      </p:sp>
      <p:sp>
        <p:nvSpPr>
          <p:cNvPr id="67" name="object 4">
            <a:extLst>
              <a:ext uri="{FF2B5EF4-FFF2-40B4-BE49-F238E27FC236}">
                <a16:creationId xmlns:a16="http://schemas.microsoft.com/office/drawing/2014/main" id="{C12A065A-7C27-40A8-AA7E-3555F4C887AB}"/>
              </a:ext>
            </a:extLst>
          </p:cNvPr>
          <p:cNvSpPr/>
          <p:nvPr userDrawn="1"/>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8" name="object 5">
            <a:extLst>
              <a:ext uri="{FF2B5EF4-FFF2-40B4-BE49-F238E27FC236}">
                <a16:creationId xmlns:a16="http://schemas.microsoft.com/office/drawing/2014/main" id="{427FDD6C-7AC9-4896-BBA6-16154F68F579}"/>
              </a:ext>
            </a:extLst>
          </p:cNvPr>
          <p:cNvSpPr/>
          <p:nvPr userDrawn="1"/>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9" name="object 6">
            <a:extLst>
              <a:ext uri="{FF2B5EF4-FFF2-40B4-BE49-F238E27FC236}">
                <a16:creationId xmlns:a16="http://schemas.microsoft.com/office/drawing/2014/main" id="{953A2053-6469-4CA1-BFF3-27FB46B80B50}"/>
              </a:ext>
            </a:extLst>
          </p:cNvPr>
          <p:cNvSpPr/>
          <p:nvPr userDrawn="1"/>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0" name="object 7">
            <a:extLst>
              <a:ext uri="{FF2B5EF4-FFF2-40B4-BE49-F238E27FC236}">
                <a16:creationId xmlns:a16="http://schemas.microsoft.com/office/drawing/2014/main" id="{5BEE9C81-C824-44C2-8B82-5B785F68440F}"/>
              </a:ext>
            </a:extLst>
          </p:cNvPr>
          <p:cNvSpPr/>
          <p:nvPr userDrawn="1"/>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1" name="object 8">
            <a:extLst>
              <a:ext uri="{FF2B5EF4-FFF2-40B4-BE49-F238E27FC236}">
                <a16:creationId xmlns:a16="http://schemas.microsoft.com/office/drawing/2014/main" id="{C68F89CB-FCB1-4F38-A174-FEA6B5B54169}"/>
              </a:ext>
            </a:extLst>
          </p:cNvPr>
          <p:cNvSpPr/>
          <p:nvPr userDrawn="1"/>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2" name="object 9">
            <a:extLst>
              <a:ext uri="{FF2B5EF4-FFF2-40B4-BE49-F238E27FC236}">
                <a16:creationId xmlns:a16="http://schemas.microsoft.com/office/drawing/2014/main" id="{E962C8AB-58E7-481F-88A2-A4EDFB35497E}"/>
              </a:ext>
            </a:extLst>
          </p:cNvPr>
          <p:cNvSpPr txBox="1"/>
          <p:nvPr userDrawn="1"/>
        </p:nvSpPr>
        <p:spPr>
          <a:xfrm>
            <a:off x="4165296" y="6804105"/>
            <a:ext cx="3521075" cy="1636345"/>
          </a:xfrm>
          <a:prstGeom prst="rect">
            <a:avLst/>
          </a:prstGeom>
        </p:spPr>
        <p:txBody>
          <a:bodyPr vert="horz" wrap="square" lIns="0" tIns="12700" rIns="0" bIns="0" rtlCol="0">
            <a:spAutoFit/>
          </a:bodyPr>
          <a:lstStyle/>
          <a:p>
            <a:pPr marL="12699" defTabSz="914400">
              <a:spcBef>
                <a:spcPts val="100"/>
              </a:spcBef>
            </a:pPr>
            <a:r>
              <a:rPr sz="10550" b="1" dirty="0">
                <a:solidFill>
                  <a:srgbClr val="2BAAE1"/>
                </a:solidFill>
                <a:latin typeface="GT America Bold"/>
                <a:cs typeface="GT America Bold"/>
              </a:rPr>
              <a:t>MISO</a:t>
            </a:r>
            <a:endParaRPr sz="10550" dirty="0">
              <a:solidFill>
                <a:prstClr val="black"/>
              </a:solidFill>
              <a:latin typeface="GT America Bold"/>
              <a:cs typeface="GT America Bold"/>
            </a:endParaRPr>
          </a:p>
        </p:txBody>
      </p:sp>
      <p:sp>
        <p:nvSpPr>
          <p:cNvPr id="73" name="object 10">
            <a:extLst>
              <a:ext uri="{FF2B5EF4-FFF2-40B4-BE49-F238E27FC236}">
                <a16:creationId xmlns:a16="http://schemas.microsoft.com/office/drawing/2014/main" id="{8DE9B7B0-98C0-47A1-BDBD-CA6F24CB6F8F}"/>
              </a:ext>
            </a:extLst>
          </p:cNvPr>
          <p:cNvSpPr txBox="1"/>
          <p:nvPr userDrawn="1"/>
        </p:nvSpPr>
        <p:spPr>
          <a:xfrm>
            <a:off x="3366904" y="8288018"/>
            <a:ext cx="5118100" cy="407162"/>
          </a:xfrm>
          <a:prstGeom prst="rect">
            <a:avLst/>
          </a:prstGeom>
        </p:spPr>
        <p:txBody>
          <a:bodyPr vert="horz" wrap="square" lIns="0" tIns="14604" rIns="0" bIns="0" rtlCol="0">
            <a:spAutoFit/>
          </a:bodyPr>
          <a:lstStyle/>
          <a:p>
            <a:pPr marL="12699" defTabSz="914400">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solidFill>
                <a:prstClr val="black"/>
              </a:solidFill>
              <a:latin typeface="GT America Thin"/>
              <a:cs typeface="GT America Thin"/>
            </a:endParaRPr>
          </a:p>
        </p:txBody>
      </p:sp>
      <p:sp>
        <p:nvSpPr>
          <p:cNvPr id="74" name="object 11">
            <a:extLst>
              <a:ext uri="{FF2B5EF4-FFF2-40B4-BE49-F238E27FC236}">
                <a16:creationId xmlns:a16="http://schemas.microsoft.com/office/drawing/2014/main" id="{4F88753D-903E-4624-AA78-314F78FABC53}"/>
              </a:ext>
            </a:extLst>
          </p:cNvPr>
          <p:cNvSpPr/>
          <p:nvPr userDrawn="1"/>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5" name="object 12">
            <a:extLst>
              <a:ext uri="{FF2B5EF4-FFF2-40B4-BE49-F238E27FC236}">
                <a16:creationId xmlns:a16="http://schemas.microsoft.com/office/drawing/2014/main" id="{6AA3D325-B7F5-4BE1-9791-ED288C3BA581}"/>
              </a:ext>
            </a:extLst>
          </p:cNvPr>
          <p:cNvSpPr/>
          <p:nvPr userDrawn="1"/>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6" name="object 13">
            <a:extLst>
              <a:ext uri="{FF2B5EF4-FFF2-40B4-BE49-F238E27FC236}">
                <a16:creationId xmlns:a16="http://schemas.microsoft.com/office/drawing/2014/main" id="{FCF593A5-0849-4543-B4C9-D07E405D43E5}"/>
              </a:ext>
            </a:extLst>
          </p:cNvPr>
          <p:cNvSpPr/>
          <p:nvPr userDrawn="1"/>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7" name="object 14">
            <a:extLst>
              <a:ext uri="{FF2B5EF4-FFF2-40B4-BE49-F238E27FC236}">
                <a16:creationId xmlns:a16="http://schemas.microsoft.com/office/drawing/2014/main" id="{2D7AF1DB-637A-43AF-80E5-F31A52C66D8A}"/>
              </a:ext>
            </a:extLst>
          </p:cNvPr>
          <p:cNvSpPr/>
          <p:nvPr userDrawn="1"/>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8" name="object 15">
            <a:extLst>
              <a:ext uri="{FF2B5EF4-FFF2-40B4-BE49-F238E27FC236}">
                <a16:creationId xmlns:a16="http://schemas.microsoft.com/office/drawing/2014/main" id="{F96D07C3-3AB7-4EE5-A223-FDAAD894D70B}"/>
              </a:ext>
            </a:extLst>
          </p:cNvPr>
          <p:cNvSpPr/>
          <p:nvPr userDrawn="1"/>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9" name="object 16">
            <a:extLst>
              <a:ext uri="{FF2B5EF4-FFF2-40B4-BE49-F238E27FC236}">
                <a16:creationId xmlns:a16="http://schemas.microsoft.com/office/drawing/2014/main" id="{8A90BB90-3DA0-47C0-9E58-65AB628A8A0E}"/>
              </a:ext>
            </a:extLst>
          </p:cNvPr>
          <p:cNvSpPr/>
          <p:nvPr userDrawn="1"/>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0" name="object 17">
            <a:extLst>
              <a:ext uri="{FF2B5EF4-FFF2-40B4-BE49-F238E27FC236}">
                <a16:creationId xmlns:a16="http://schemas.microsoft.com/office/drawing/2014/main" id="{1C621E47-F80E-4EC7-8C3E-EA4AC2C499EC}"/>
              </a:ext>
            </a:extLst>
          </p:cNvPr>
          <p:cNvSpPr/>
          <p:nvPr userDrawn="1"/>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1" name="object 18">
            <a:extLst>
              <a:ext uri="{FF2B5EF4-FFF2-40B4-BE49-F238E27FC236}">
                <a16:creationId xmlns:a16="http://schemas.microsoft.com/office/drawing/2014/main" id="{1A14C7C0-7FA5-496A-97FA-8736A24D89E7}"/>
              </a:ext>
            </a:extLst>
          </p:cNvPr>
          <p:cNvSpPr/>
          <p:nvPr userDrawn="1"/>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2" name="object 19">
            <a:extLst>
              <a:ext uri="{FF2B5EF4-FFF2-40B4-BE49-F238E27FC236}">
                <a16:creationId xmlns:a16="http://schemas.microsoft.com/office/drawing/2014/main" id="{0DBA6063-A179-4CB3-B25D-55A98691DA17}"/>
              </a:ext>
            </a:extLst>
          </p:cNvPr>
          <p:cNvSpPr/>
          <p:nvPr userDrawn="1"/>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3" name="object 20">
            <a:extLst>
              <a:ext uri="{FF2B5EF4-FFF2-40B4-BE49-F238E27FC236}">
                <a16:creationId xmlns:a16="http://schemas.microsoft.com/office/drawing/2014/main" id="{A6CF6F57-A992-4DA6-93D6-14847FF13203}"/>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4" name="object 21">
            <a:extLst>
              <a:ext uri="{FF2B5EF4-FFF2-40B4-BE49-F238E27FC236}">
                <a16:creationId xmlns:a16="http://schemas.microsoft.com/office/drawing/2014/main" id="{9C37B140-257B-4ED0-9375-88DF6F1A8647}"/>
              </a:ext>
            </a:extLst>
          </p:cNvPr>
          <p:cNvSpPr/>
          <p:nvPr userDrawn="1"/>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5" name="object 22">
            <a:extLst>
              <a:ext uri="{FF2B5EF4-FFF2-40B4-BE49-F238E27FC236}">
                <a16:creationId xmlns:a16="http://schemas.microsoft.com/office/drawing/2014/main" id="{CACE08B5-1F52-425F-861D-DC6F5D131080}"/>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6" name="object 23">
            <a:extLst>
              <a:ext uri="{FF2B5EF4-FFF2-40B4-BE49-F238E27FC236}">
                <a16:creationId xmlns:a16="http://schemas.microsoft.com/office/drawing/2014/main" id="{B3C5A46B-E89D-4FF7-8B2E-53C4DBEBF1AB}"/>
              </a:ext>
            </a:extLst>
          </p:cNvPr>
          <p:cNvSpPr/>
          <p:nvPr userDrawn="1"/>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7" name="object 24">
            <a:extLst>
              <a:ext uri="{FF2B5EF4-FFF2-40B4-BE49-F238E27FC236}">
                <a16:creationId xmlns:a16="http://schemas.microsoft.com/office/drawing/2014/main" id="{F9F24890-B240-4B38-B677-5C1F04091C77}"/>
              </a:ext>
            </a:extLst>
          </p:cNvPr>
          <p:cNvSpPr/>
          <p:nvPr userDrawn="1"/>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42537770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ítulo a la derecha - fondo blanco">
    <p:bg>
      <p:bgPr>
        <a:solidFill>
          <a:schemeClr val="bg1"/>
        </a:solidFill>
        <a:effectLst/>
      </p:bgPr>
    </p:bg>
    <p:spTree>
      <p:nvGrpSpPr>
        <p:cNvPr id="1" name=""/>
        <p:cNvGrpSpPr/>
        <p:nvPr/>
      </p:nvGrpSpPr>
      <p:grpSpPr>
        <a:xfrm>
          <a:off x="0" y="0"/>
          <a:ext cx="0" cy="0"/>
          <a:chOff x="0" y="0"/>
          <a:chExt cx="0" cy="0"/>
        </a:xfrm>
      </p:grpSpPr>
      <p:sp>
        <p:nvSpPr>
          <p:cNvPr id="2" name="object 9">
            <a:extLst>
              <a:ext uri="{FF2B5EF4-FFF2-40B4-BE49-F238E27FC236}">
                <a16:creationId xmlns:a16="http://schemas.microsoft.com/office/drawing/2014/main" id="{379144B4-8526-4FBA-9FE7-4C4F4A861EA9}"/>
              </a:ext>
            </a:extLst>
          </p:cNvPr>
          <p:cNvSpPr txBox="1"/>
          <p:nvPr userDrawn="1"/>
        </p:nvSpPr>
        <p:spPr>
          <a:xfrm>
            <a:off x="4165296" y="6804105"/>
            <a:ext cx="3521075" cy="1636345"/>
          </a:xfrm>
          <a:prstGeom prst="rect">
            <a:avLst/>
          </a:prstGeom>
        </p:spPr>
        <p:txBody>
          <a:bodyPr vert="horz" wrap="square" lIns="0" tIns="12700" rIns="0" bIns="0" rtlCol="0">
            <a:spAutoFit/>
          </a:bodyPr>
          <a:lstStyle/>
          <a:p>
            <a:pPr marL="12699">
              <a:spcBef>
                <a:spcPts val="100"/>
              </a:spcBef>
            </a:pPr>
            <a:r>
              <a:rPr sz="10550" b="1" dirty="0">
                <a:solidFill>
                  <a:srgbClr val="2BAAE1"/>
                </a:solidFill>
                <a:latin typeface="GT America Bold"/>
                <a:cs typeface="GT America Bold"/>
              </a:rPr>
              <a:t>MISO</a:t>
            </a:r>
            <a:endParaRPr sz="10550" dirty="0">
              <a:latin typeface="GT America Bold"/>
              <a:cs typeface="GT America Bold"/>
            </a:endParaRPr>
          </a:p>
        </p:txBody>
      </p:sp>
      <p:sp>
        <p:nvSpPr>
          <p:cNvPr id="3" name="object 10">
            <a:extLst>
              <a:ext uri="{FF2B5EF4-FFF2-40B4-BE49-F238E27FC236}">
                <a16:creationId xmlns:a16="http://schemas.microsoft.com/office/drawing/2014/main" id="{EB89E1CA-2EF2-4970-A4CA-508B7FF81810}"/>
              </a:ext>
            </a:extLst>
          </p:cNvPr>
          <p:cNvSpPr txBox="1"/>
          <p:nvPr userDrawn="1"/>
        </p:nvSpPr>
        <p:spPr>
          <a:xfrm>
            <a:off x="3366904" y="8288018"/>
            <a:ext cx="5118100" cy="407162"/>
          </a:xfrm>
          <a:prstGeom prst="rect">
            <a:avLst/>
          </a:prstGeom>
        </p:spPr>
        <p:txBody>
          <a:bodyPr vert="horz" wrap="square" lIns="0" tIns="14604" rIns="0" bIns="0" rtlCol="0">
            <a:spAutoFit/>
          </a:bodyPr>
          <a:lstStyle/>
          <a:p>
            <a:pPr marL="12699">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latin typeface="GT America Thin"/>
              <a:cs typeface="GT America Thin"/>
            </a:endParaRPr>
          </a:p>
        </p:txBody>
      </p:sp>
      <p:sp>
        <p:nvSpPr>
          <p:cNvPr id="4" name="object 11">
            <a:extLst>
              <a:ext uri="{FF2B5EF4-FFF2-40B4-BE49-F238E27FC236}">
                <a16:creationId xmlns:a16="http://schemas.microsoft.com/office/drawing/2014/main" id="{7680B916-344D-4856-BB05-B38F82BDBDE6}"/>
              </a:ext>
            </a:extLst>
          </p:cNvPr>
          <p:cNvSpPr/>
          <p:nvPr userDrawn="1"/>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endParaRPr/>
          </a:p>
        </p:txBody>
      </p:sp>
      <p:sp>
        <p:nvSpPr>
          <p:cNvPr id="5" name="object 12">
            <a:extLst>
              <a:ext uri="{FF2B5EF4-FFF2-40B4-BE49-F238E27FC236}">
                <a16:creationId xmlns:a16="http://schemas.microsoft.com/office/drawing/2014/main" id="{7322C8ED-85BA-44B9-9A28-941F57348002}"/>
              </a:ext>
            </a:extLst>
          </p:cNvPr>
          <p:cNvSpPr/>
          <p:nvPr userDrawn="1"/>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6" name="object 13">
            <a:extLst>
              <a:ext uri="{FF2B5EF4-FFF2-40B4-BE49-F238E27FC236}">
                <a16:creationId xmlns:a16="http://schemas.microsoft.com/office/drawing/2014/main" id="{28757609-A84E-4F08-9160-3C3FC1E213C7}"/>
              </a:ext>
            </a:extLst>
          </p:cNvPr>
          <p:cNvSpPr/>
          <p:nvPr userDrawn="1"/>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endParaRPr/>
          </a:p>
        </p:txBody>
      </p:sp>
      <p:sp>
        <p:nvSpPr>
          <p:cNvPr id="7" name="object 14">
            <a:extLst>
              <a:ext uri="{FF2B5EF4-FFF2-40B4-BE49-F238E27FC236}">
                <a16:creationId xmlns:a16="http://schemas.microsoft.com/office/drawing/2014/main" id="{C5E80038-1A8D-4109-8E13-5B526754A336}"/>
              </a:ext>
            </a:extLst>
          </p:cNvPr>
          <p:cNvSpPr/>
          <p:nvPr userDrawn="1"/>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8" name="object 15">
            <a:extLst>
              <a:ext uri="{FF2B5EF4-FFF2-40B4-BE49-F238E27FC236}">
                <a16:creationId xmlns:a16="http://schemas.microsoft.com/office/drawing/2014/main" id="{DDD5D5B0-17CA-4139-9854-1AAC4BF646D3}"/>
              </a:ext>
            </a:extLst>
          </p:cNvPr>
          <p:cNvSpPr/>
          <p:nvPr userDrawn="1"/>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endParaRPr/>
          </a:p>
        </p:txBody>
      </p:sp>
      <p:sp>
        <p:nvSpPr>
          <p:cNvPr id="9" name="object 16">
            <a:extLst>
              <a:ext uri="{FF2B5EF4-FFF2-40B4-BE49-F238E27FC236}">
                <a16:creationId xmlns:a16="http://schemas.microsoft.com/office/drawing/2014/main" id="{467BDE7C-2E30-4FFC-8AE4-C74378D0211A}"/>
              </a:ext>
            </a:extLst>
          </p:cNvPr>
          <p:cNvSpPr/>
          <p:nvPr userDrawn="1"/>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10" name="object 17">
            <a:extLst>
              <a:ext uri="{FF2B5EF4-FFF2-40B4-BE49-F238E27FC236}">
                <a16:creationId xmlns:a16="http://schemas.microsoft.com/office/drawing/2014/main" id="{D7CBC121-9763-4BE7-B30F-98A9C3A69962}"/>
              </a:ext>
            </a:extLst>
          </p:cNvPr>
          <p:cNvSpPr/>
          <p:nvPr userDrawn="1"/>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1" name="object 18">
            <a:extLst>
              <a:ext uri="{FF2B5EF4-FFF2-40B4-BE49-F238E27FC236}">
                <a16:creationId xmlns:a16="http://schemas.microsoft.com/office/drawing/2014/main" id="{6EC78C8B-C656-4A82-8E74-6968C43CD600}"/>
              </a:ext>
            </a:extLst>
          </p:cNvPr>
          <p:cNvSpPr/>
          <p:nvPr userDrawn="1"/>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2" name="object 19">
            <a:extLst>
              <a:ext uri="{FF2B5EF4-FFF2-40B4-BE49-F238E27FC236}">
                <a16:creationId xmlns:a16="http://schemas.microsoft.com/office/drawing/2014/main" id="{FDF498A1-00FC-4274-8E31-17A3F30D26AA}"/>
              </a:ext>
            </a:extLst>
          </p:cNvPr>
          <p:cNvSpPr/>
          <p:nvPr userDrawn="1"/>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3" name="object 20">
            <a:extLst>
              <a:ext uri="{FF2B5EF4-FFF2-40B4-BE49-F238E27FC236}">
                <a16:creationId xmlns:a16="http://schemas.microsoft.com/office/drawing/2014/main" id="{3FCCB3F0-8DC9-47AC-92F8-F7CC7B890FB2}"/>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endParaRPr/>
          </a:p>
        </p:txBody>
      </p:sp>
      <p:sp>
        <p:nvSpPr>
          <p:cNvPr id="14" name="object 21">
            <a:extLst>
              <a:ext uri="{FF2B5EF4-FFF2-40B4-BE49-F238E27FC236}">
                <a16:creationId xmlns:a16="http://schemas.microsoft.com/office/drawing/2014/main" id="{19E9EF25-6994-4124-BB25-1668FEEAA030}"/>
              </a:ext>
            </a:extLst>
          </p:cNvPr>
          <p:cNvSpPr/>
          <p:nvPr userDrawn="1"/>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endParaRPr/>
          </a:p>
        </p:txBody>
      </p:sp>
      <p:sp>
        <p:nvSpPr>
          <p:cNvPr id="15" name="object 22">
            <a:extLst>
              <a:ext uri="{FF2B5EF4-FFF2-40B4-BE49-F238E27FC236}">
                <a16:creationId xmlns:a16="http://schemas.microsoft.com/office/drawing/2014/main" id="{3DFCF5EC-C759-4BC9-976B-749A55B5CE83}"/>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endParaRPr/>
          </a:p>
        </p:txBody>
      </p:sp>
      <p:sp>
        <p:nvSpPr>
          <p:cNvPr id="16" name="object 23">
            <a:extLst>
              <a:ext uri="{FF2B5EF4-FFF2-40B4-BE49-F238E27FC236}">
                <a16:creationId xmlns:a16="http://schemas.microsoft.com/office/drawing/2014/main" id="{A23855B9-7333-4415-AC9D-2A5AE7DA10DE}"/>
              </a:ext>
            </a:extLst>
          </p:cNvPr>
          <p:cNvSpPr/>
          <p:nvPr userDrawn="1"/>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endParaRPr/>
          </a:p>
        </p:txBody>
      </p:sp>
      <p:sp>
        <p:nvSpPr>
          <p:cNvPr id="17" name="object 24">
            <a:extLst>
              <a:ext uri="{FF2B5EF4-FFF2-40B4-BE49-F238E27FC236}">
                <a16:creationId xmlns:a16="http://schemas.microsoft.com/office/drawing/2014/main" id="{E832B23B-542D-440B-9707-9D2906BF1C92}"/>
              </a:ext>
            </a:extLst>
          </p:cNvPr>
          <p:cNvSpPr/>
          <p:nvPr userDrawn="1"/>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endParaRPr/>
          </a:p>
        </p:txBody>
      </p:sp>
      <p:sp>
        <p:nvSpPr>
          <p:cNvPr id="19" name="object 4">
            <a:extLst>
              <a:ext uri="{FF2B5EF4-FFF2-40B4-BE49-F238E27FC236}">
                <a16:creationId xmlns:a16="http://schemas.microsoft.com/office/drawing/2014/main" id="{2BDF57BC-14AD-45B8-A927-0180574745C9}"/>
              </a:ext>
            </a:extLst>
          </p:cNvPr>
          <p:cNvSpPr/>
          <p:nvPr userDrawn="1"/>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endParaRPr/>
          </a:p>
        </p:txBody>
      </p:sp>
      <p:sp>
        <p:nvSpPr>
          <p:cNvPr id="20" name="object 5">
            <a:extLst>
              <a:ext uri="{FF2B5EF4-FFF2-40B4-BE49-F238E27FC236}">
                <a16:creationId xmlns:a16="http://schemas.microsoft.com/office/drawing/2014/main" id="{0944E5DF-CF18-42B5-883C-D60075DC41F8}"/>
              </a:ext>
            </a:extLst>
          </p:cNvPr>
          <p:cNvSpPr/>
          <p:nvPr userDrawn="1"/>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endParaRPr/>
          </a:p>
        </p:txBody>
      </p:sp>
      <p:sp>
        <p:nvSpPr>
          <p:cNvPr id="21" name="object 6">
            <a:extLst>
              <a:ext uri="{FF2B5EF4-FFF2-40B4-BE49-F238E27FC236}">
                <a16:creationId xmlns:a16="http://schemas.microsoft.com/office/drawing/2014/main" id="{0FFA4639-A5D4-42C5-9F54-89E02BE0D4F8}"/>
              </a:ext>
            </a:extLst>
          </p:cNvPr>
          <p:cNvSpPr/>
          <p:nvPr userDrawn="1"/>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endParaRPr/>
          </a:p>
        </p:txBody>
      </p:sp>
      <p:sp>
        <p:nvSpPr>
          <p:cNvPr id="22" name="object 7">
            <a:extLst>
              <a:ext uri="{FF2B5EF4-FFF2-40B4-BE49-F238E27FC236}">
                <a16:creationId xmlns:a16="http://schemas.microsoft.com/office/drawing/2014/main" id="{C3F3A592-C18E-4F81-9B0B-FAD84C849F78}"/>
              </a:ext>
            </a:extLst>
          </p:cNvPr>
          <p:cNvSpPr/>
          <p:nvPr userDrawn="1"/>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endParaRPr/>
          </a:p>
        </p:txBody>
      </p:sp>
      <p:sp>
        <p:nvSpPr>
          <p:cNvPr id="23" name="object 8">
            <a:extLst>
              <a:ext uri="{FF2B5EF4-FFF2-40B4-BE49-F238E27FC236}">
                <a16:creationId xmlns:a16="http://schemas.microsoft.com/office/drawing/2014/main" id="{8038BBEA-E71F-4B94-B51A-30745837DA8E}"/>
              </a:ext>
            </a:extLst>
          </p:cNvPr>
          <p:cNvSpPr/>
          <p:nvPr userDrawn="1"/>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endParaRPr/>
          </a:p>
        </p:txBody>
      </p:sp>
      <p:sp>
        <p:nvSpPr>
          <p:cNvPr id="27" name="Marcador de texto 25">
            <a:extLst>
              <a:ext uri="{FF2B5EF4-FFF2-40B4-BE49-F238E27FC236}">
                <a16:creationId xmlns:a16="http://schemas.microsoft.com/office/drawing/2014/main" id="{30A12454-B9DC-4DDB-BB37-293B9A23741A}"/>
              </a:ext>
            </a:extLst>
          </p:cNvPr>
          <p:cNvSpPr>
            <a:spLocks noGrp="1"/>
          </p:cNvSpPr>
          <p:nvPr>
            <p:ph type="body" sz="quarter" idx="10" hasCustomPrompt="1"/>
          </p:nvPr>
        </p:nvSpPr>
        <p:spPr>
          <a:xfrm>
            <a:off x="11036010" y="5586594"/>
            <a:ext cx="4559300" cy="809837"/>
          </a:xfrm>
        </p:spPr>
        <p:txBody>
          <a:bodyPr/>
          <a:lstStyle>
            <a:lvl1pPr marL="0" indent="0">
              <a:buNone/>
              <a:defRPr lang="es-ES" sz="5150" b="0" kern="1200" spc="10" dirty="0" smtClean="0">
                <a:solidFill>
                  <a:schemeClr val="tx1"/>
                </a:solidFill>
                <a:latin typeface="GT America"/>
                <a:ea typeface="+mj-ea"/>
                <a:cs typeface="GT America"/>
              </a:defRPr>
            </a:lvl1pPr>
          </a:lstStyle>
          <a:p>
            <a:pPr lvl="0"/>
            <a:r>
              <a:rPr lang="es-ES" dirty="0"/>
              <a:t>Título</a:t>
            </a:r>
            <a:endParaRPr lang="es-CO" dirty="0"/>
          </a:p>
        </p:txBody>
      </p:sp>
    </p:spTree>
    <p:extLst>
      <p:ext uri="{BB962C8B-B14F-4D97-AF65-F5344CB8AC3E}">
        <p14:creationId xmlns:p14="http://schemas.microsoft.com/office/powerpoint/2010/main" val="10334422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ítulo centrado - fondo azul">
    <p:bg>
      <p:bgPr>
        <a:solidFill>
          <a:srgbClr val="342175"/>
        </a:solidFill>
        <a:effectLst/>
      </p:bgPr>
    </p:bg>
    <p:spTree>
      <p:nvGrpSpPr>
        <p:cNvPr id="1" name=""/>
        <p:cNvGrpSpPr/>
        <p:nvPr/>
      </p:nvGrpSpPr>
      <p:grpSpPr>
        <a:xfrm>
          <a:off x="0" y="0"/>
          <a:ext cx="0" cy="0"/>
          <a:chOff x="0" y="0"/>
          <a:chExt cx="0" cy="0"/>
        </a:xfrm>
      </p:grpSpPr>
      <p:sp>
        <p:nvSpPr>
          <p:cNvPr id="24" name="object 4">
            <a:extLst>
              <a:ext uri="{FF2B5EF4-FFF2-40B4-BE49-F238E27FC236}">
                <a16:creationId xmlns:a16="http://schemas.microsoft.com/office/drawing/2014/main" id="{0DD370BE-C9EE-4479-A519-B1F99E6EFD1F}"/>
              </a:ext>
            </a:extLst>
          </p:cNvPr>
          <p:cNvSpPr/>
          <p:nvPr userDrawn="1"/>
        </p:nvSpPr>
        <p:spPr>
          <a:xfrm>
            <a:off x="12359808" y="8120684"/>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endParaRPr/>
          </a:p>
        </p:txBody>
      </p:sp>
      <p:sp>
        <p:nvSpPr>
          <p:cNvPr id="25" name="object 5">
            <a:extLst>
              <a:ext uri="{FF2B5EF4-FFF2-40B4-BE49-F238E27FC236}">
                <a16:creationId xmlns:a16="http://schemas.microsoft.com/office/drawing/2014/main" id="{6CC36620-FBC7-46F9-AEB1-87EEE3612054}"/>
              </a:ext>
            </a:extLst>
          </p:cNvPr>
          <p:cNvSpPr/>
          <p:nvPr userDrawn="1"/>
        </p:nvSpPr>
        <p:spPr>
          <a:xfrm>
            <a:off x="10822744" y="8120684"/>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endParaRPr/>
          </a:p>
        </p:txBody>
      </p:sp>
      <p:sp>
        <p:nvSpPr>
          <p:cNvPr id="26" name="object 6">
            <a:extLst>
              <a:ext uri="{FF2B5EF4-FFF2-40B4-BE49-F238E27FC236}">
                <a16:creationId xmlns:a16="http://schemas.microsoft.com/office/drawing/2014/main" id="{0452F128-277B-4AAF-80AE-DD2857DAC8D6}"/>
              </a:ext>
            </a:extLst>
          </p:cNvPr>
          <p:cNvSpPr/>
          <p:nvPr userDrawn="1"/>
        </p:nvSpPr>
        <p:spPr>
          <a:xfrm>
            <a:off x="9285691" y="8120684"/>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endParaRPr/>
          </a:p>
        </p:txBody>
      </p:sp>
      <p:sp>
        <p:nvSpPr>
          <p:cNvPr id="28" name="object 7">
            <a:extLst>
              <a:ext uri="{FF2B5EF4-FFF2-40B4-BE49-F238E27FC236}">
                <a16:creationId xmlns:a16="http://schemas.microsoft.com/office/drawing/2014/main" id="{2E007DEF-227D-4942-8676-A19E00251D9B}"/>
              </a:ext>
            </a:extLst>
          </p:cNvPr>
          <p:cNvSpPr/>
          <p:nvPr userDrawn="1"/>
        </p:nvSpPr>
        <p:spPr>
          <a:xfrm>
            <a:off x="7748638" y="8120684"/>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endParaRPr/>
          </a:p>
        </p:txBody>
      </p:sp>
      <p:sp>
        <p:nvSpPr>
          <p:cNvPr id="29" name="object 8">
            <a:extLst>
              <a:ext uri="{FF2B5EF4-FFF2-40B4-BE49-F238E27FC236}">
                <a16:creationId xmlns:a16="http://schemas.microsoft.com/office/drawing/2014/main" id="{3C81411D-10DB-463E-B674-4FCF77AD68D8}"/>
              </a:ext>
            </a:extLst>
          </p:cNvPr>
          <p:cNvSpPr/>
          <p:nvPr userDrawn="1"/>
        </p:nvSpPr>
        <p:spPr>
          <a:xfrm>
            <a:off x="6211574" y="8120684"/>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endParaRPr/>
          </a:p>
        </p:txBody>
      </p:sp>
      <p:sp>
        <p:nvSpPr>
          <p:cNvPr id="31" name="object 10">
            <a:extLst>
              <a:ext uri="{FF2B5EF4-FFF2-40B4-BE49-F238E27FC236}">
                <a16:creationId xmlns:a16="http://schemas.microsoft.com/office/drawing/2014/main" id="{A2E5B1DD-0EF7-44BB-86B0-6BA14DE4789E}"/>
              </a:ext>
            </a:extLst>
          </p:cNvPr>
          <p:cNvSpPr txBox="1"/>
          <p:nvPr userDrawn="1"/>
        </p:nvSpPr>
        <p:spPr>
          <a:xfrm>
            <a:off x="9198864" y="5217637"/>
            <a:ext cx="5770880" cy="458459"/>
          </a:xfrm>
          <a:prstGeom prst="rect">
            <a:avLst/>
          </a:prstGeom>
        </p:spPr>
        <p:txBody>
          <a:bodyPr vert="horz" wrap="square" lIns="0" tIns="12065" rIns="0" bIns="0" rtlCol="0">
            <a:spAutoFit/>
          </a:bodyPr>
          <a:lstStyle/>
          <a:p>
            <a:pPr marL="12699">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latin typeface="GT America Thin"/>
              <a:cs typeface="GT America Thin"/>
            </a:endParaRPr>
          </a:p>
        </p:txBody>
      </p:sp>
      <p:sp>
        <p:nvSpPr>
          <p:cNvPr id="32" name="object 11">
            <a:extLst>
              <a:ext uri="{FF2B5EF4-FFF2-40B4-BE49-F238E27FC236}">
                <a16:creationId xmlns:a16="http://schemas.microsoft.com/office/drawing/2014/main" id="{0A3A1D4A-CC7C-4D38-B3AE-22AA71954620}"/>
              </a:ext>
            </a:extLst>
          </p:cNvPr>
          <p:cNvSpPr/>
          <p:nvPr userDrawn="1"/>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endParaRPr/>
          </a:p>
        </p:txBody>
      </p:sp>
      <p:sp>
        <p:nvSpPr>
          <p:cNvPr id="33" name="object 12">
            <a:extLst>
              <a:ext uri="{FF2B5EF4-FFF2-40B4-BE49-F238E27FC236}">
                <a16:creationId xmlns:a16="http://schemas.microsoft.com/office/drawing/2014/main" id="{6BD2CC71-EC38-4ED2-A627-60F38D2A4A79}"/>
              </a:ext>
            </a:extLst>
          </p:cNvPr>
          <p:cNvSpPr/>
          <p:nvPr userDrawn="1"/>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4" name="object 13">
            <a:extLst>
              <a:ext uri="{FF2B5EF4-FFF2-40B4-BE49-F238E27FC236}">
                <a16:creationId xmlns:a16="http://schemas.microsoft.com/office/drawing/2014/main" id="{408E8C0C-8320-48DF-B167-514A0DCFF1EA}"/>
              </a:ext>
            </a:extLst>
          </p:cNvPr>
          <p:cNvSpPr/>
          <p:nvPr userDrawn="1"/>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endParaRPr/>
          </a:p>
        </p:txBody>
      </p:sp>
      <p:sp>
        <p:nvSpPr>
          <p:cNvPr id="35" name="object 14">
            <a:extLst>
              <a:ext uri="{FF2B5EF4-FFF2-40B4-BE49-F238E27FC236}">
                <a16:creationId xmlns:a16="http://schemas.microsoft.com/office/drawing/2014/main" id="{01A28FDC-0707-488B-88D7-5E1543BC235D}"/>
              </a:ext>
            </a:extLst>
          </p:cNvPr>
          <p:cNvSpPr/>
          <p:nvPr userDrawn="1"/>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6" name="object 15">
            <a:extLst>
              <a:ext uri="{FF2B5EF4-FFF2-40B4-BE49-F238E27FC236}">
                <a16:creationId xmlns:a16="http://schemas.microsoft.com/office/drawing/2014/main" id="{2AF050C7-A4C7-40D7-AF5A-DB1A4D703682}"/>
              </a:ext>
            </a:extLst>
          </p:cNvPr>
          <p:cNvSpPr/>
          <p:nvPr userDrawn="1"/>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endParaRPr/>
          </a:p>
        </p:txBody>
      </p:sp>
      <p:sp>
        <p:nvSpPr>
          <p:cNvPr id="37" name="object 16">
            <a:extLst>
              <a:ext uri="{FF2B5EF4-FFF2-40B4-BE49-F238E27FC236}">
                <a16:creationId xmlns:a16="http://schemas.microsoft.com/office/drawing/2014/main" id="{79C55B6D-D8B7-448E-98B0-34E056151AF8}"/>
              </a:ext>
            </a:extLst>
          </p:cNvPr>
          <p:cNvSpPr/>
          <p:nvPr userDrawn="1"/>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8" name="object 17">
            <a:extLst>
              <a:ext uri="{FF2B5EF4-FFF2-40B4-BE49-F238E27FC236}">
                <a16:creationId xmlns:a16="http://schemas.microsoft.com/office/drawing/2014/main" id="{B3EF9D17-1762-486C-AA31-BD4B67CE69D1}"/>
              </a:ext>
            </a:extLst>
          </p:cNvPr>
          <p:cNvSpPr/>
          <p:nvPr userDrawn="1"/>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39" name="object 18">
            <a:extLst>
              <a:ext uri="{FF2B5EF4-FFF2-40B4-BE49-F238E27FC236}">
                <a16:creationId xmlns:a16="http://schemas.microsoft.com/office/drawing/2014/main" id="{D92A3342-C68B-4BFE-B0A5-DEE6FB897D2A}"/>
              </a:ext>
            </a:extLst>
          </p:cNvPr>
          <p:cNvSpPr/>
          <p:nvPr userDrawn="1"/>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40" name="object 19">
            <a:extLst>
              <a:ext uri="{FF2B5EF4-FFF2-40B4-BE49-F238E27FC236}">
                <a16:creationId xmlns:a16="http://schemas.microsoft.com/office/drawing/2014/main" id="{5AC17AF6-EA0E-40A4-B2C1-6B3A6CD97C05}"/>
              </a:ext>
            </a:extLst>
          </p:cNvPr>
          <p:cNvSpPr/>
          <p:nvPr userDrawn="1"/>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41" name="object 20">
            <a:extLst>
              <a:ext uri="{FF2B5EF4-FFF2-40B4-BE49-F238E27FC236}">
                <a16:creationId xmlns:a16="http://schemas.microsoft.com/office/drawing/2014/main" id="{952BA1FD-08CA-40F9-9B97-B7B811220606}"/>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endParaRPr/>
          </a:p>
        </p:txBody>
      </p:sp>
      <p:sp>
        <p:nvSpPr>
          <p:cNvPr id="42" name="object 21">
            <a:extLst>
              <a:ext uri="{FF2B5EF4-FFF2-40B4-BE49-F238E27FC236}">
                <a16:creationId xmlns:a16="http://schemas.microsoft.com/office/drawing/2014/main" id="{2889C62D-BCBD-495E-93ED-2E0AC88065CF}"/>
              </a:ext>
            </a:extLst>
          </p:cNvPr>
          <p:cNvSpPr/>
          <p:nvPr userDrawn="1"/>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endParaRPr/>
          </a:p>
        </p:txBody>
      </p:sp>
      <p:sp>
        <p:nvSpPr>
          <p:cNvPr id="43" name="object 22">
            <a:extLst>
              <a:ext uri="{FF2B5EF4-FFF2-40B4-BE49-F238E27FC236}">
                <a16:creationId xmlns:a16="http://schemas.microsoft.com/office/drawing/2014/main" id="{4ECD9530-1E44-4F91-908D-CBD6257AD1BD}"/>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44" name="object 23">
            <a:extLst>
              <a:ext uri="{FF2B5EF4-FFF2-40B4-BE49-F238E27FC236}">
                <a16:creationId xmlns:a16="http://schemas.microsoft.com/office/drawing/2014/main" id="{C6080D5A-7733-4C37-8A7F-7149ECA8D93E}"/>
              </a:ext>
            </a:extLst>
          </p:cNvPr>
          <p:cNvSpPr/>
          <p:nvPr userDrawn="1"/>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endParaRPr/>
          </a:p>
        </p:txBody>
      </p:sp>
      <p:sp>
        <p:nvSpPr>
          <p:cNvPr id="45" name="object 24">
            <a:extLst>
              <a:ext uri="{FF2B5EF4-FFF2-40B4-BE49-F238E27FC236}">
                <a16:creationId xmlns:a16="http://schemas.microsoft.com/office/drawing/2014/main" id="{A4F7D278-869B-40BE-82A5-35C2C1D1EC05}"/>
              </a:ext>
            </a:extLst>
          </p:cNvPr>
          <p:cNvSpPr/>
          <p:nvPr userDrawn="1"/>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endParaRPr/>
          </a:p>
        </p:txBody>
      </p:sp>
      <p:sp>
        <p:nvSpPr>
          <p:cNvPr id="47" name="object 9">
            <a:extLst>
              <a:ext uri="{FF2B5EF4-FFF2-40B4-BE49-F238E27FC236}">
                <a16:creationId xmlns:a16="http://schemas.microsoft.com/office/drawing/2014/main" id="{1F1A160C-6F38-4ADD-A8D9-49C1826DE6D7}"/>
              </a:ext>
            </a:extLst>
          </p:cNvPr>
          <p:cNvSpPr txBox="1">
            <a:spLocks/>
          </p:cNvSpPr>
          <p:nvPr userDrawn="1"/>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50" name="Marcador de texto 49">
            <a:extLst>
              <a:ext uri="{FF2B5EF4-FFF2-40B4-BE49-F238E27FC236}">
                <a16:creationId xmlns:a16="http://schemas.microsoft.com/office/drawing/2014/main" id="{596BCF93-6DE0-442F-AA83-FBFDAB95DFAB}"/>
              </a:ext>
            </a:extLst>
          </p:cNvPr>
          <p:cNvSpPr>
            <a:spLocks noGrp="1"/>
          </p:cNvSpPr>
          <p:nvPr>
            <p:ph type="body" sz="quarter" idx="10" hasCustomPrompt="1"/>
          </p:nvPr>
        </p:nvSpPr>
        <p:spPr>
          <a:xfrm>
            <a:off x="6991477" y="8482645"/>
            <a:ext cx="5303905" cy="943706"/>
          </a:xfrm>
        </p:spPr>
        <p:txBody>
          <a:bodyPr/>
          <a:lstStyle>
            <a:lvl1pPr marL="0" indent="0" algn="ctr">
              <a:buNone/>
              <a:defRPr lang="es-ES" sz="5150" kern="1200" spc="15" dirty="0" smtClean="0">
                <a:solidFill>
                  <a:srgbClr val="FFFFFF"/>
                </a:solidFill>
                <a:latin typeface="GT America"/>
                <a:ea typeface="+mn-ea"/>
                <a:cs typeface="GT America"/>
              </a:defRPr>
            </a:lvl1pPr>
          </a:lstStyle>
          <a:p>
            <a:pPr lvl="0"/>
            <a:r>
              <a:rPr lang="es-ES" dirty="0"/>
              <a:t>Título</a:t>
            </a:r>
          </a:p>
        </p:txBody>
      </p:sp>
    </p:spTree>
    <p:extLst>
      <p:ext uri="{BB962C8B-B14F-4D97-AF65-F5344CB8AC3E}">
        <p14:creationId xmlns:p14="http://schemas.microsoft.com/office/powerpoint/2010/main" val="31938216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ítulo centrado - fondo blanco">
    <p:bg>
      <p:bgPr>
        <a:solidFill>
          <a:schemeClr val="bg1"/>
        </a:solidFill>
        <a:effectLst/>
      </p:bgPr>
    </p:bg>
    <p:spTree>
      <p:nvGrpSpPr>
        <p:cNvPr id="1" name=""/>
        <p:cNvGrpSpPr/>
        <p:nvPr/>
      </p:nvGrpSpPr>
      <p:grpSpPr>
        <a:xfrm>
          <a:off x="0" y="0"/>
          <a:ext cx="0" cy="0"/>
          <a:chOff x="0" y="0"/>
          <a:chExt cx="0" cy="0"/>
        </a:xfrm>
      </p:grpSpPr>
      <p:sp>
        <p:nvSpPr>
          <p:cNvPr id="46" name="object 3">
            <a:extLst>
              <a:ext uri="{FF2B5EF4-FFF2-40B4-BE49-F238E27FC236}">
                <a16:creationId xmlns:a16="http://schemas.microsoft.com/office/drawing/2014/main" id="{F5B55B80-F91D-4AED-8DB3-AD2B94786812}"/>
              </a:ext>
            </a:extLst>
          </p:cNvPr>
          <p:cNvSpPr/>
          <p:nvPr userDrawn="1"/>
        </p:nvSpPr>
        <p:spPr>
          <a:xfrm>
            <a:off x="12299556" y="8144935"/>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7" name="object 4">
            <a:extLst>
              <a:ext uri="{FF2B5EF4-FFF2-40B4-BE49-F238E27FC236}">
                <a16:creationId xmlns:a16="http://schemas.microsoft.com/office/drawing/2014/main" id="{59F6F8F2-9549-4E60-9CC2-FCA0D7999E49}"/>
              </a:ext>
            </a:extLst>
          </p:cNvPr>
          <p:cNvSpPr/>
          <p:nvPr userDrawn="1"/>
        </p:nvSpPr>
        <p:spPr>
          <a:xfrm>
            <a:off x="10762492" y="8144935"/>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8" name="object 5">
            <a:extLst>
              <a:ext uri="{FF2B5EF4-FFF2-40B4-BE49-F238E27FC236}">
                <a16:creationId xmlns:a16="http://schemas.microsoft.com/office/drawing/2014/main" id="{7CA6ED11-484F-47E7-8F15-8D43EE89A2D2}"/>
              </a:ext>
            </a:extLst>
          </p:cNvPr>
          <p:cNvSpPr/>
          <p:nvPr userDrawn="1"/>
        </p:nvSpPr>
        <p:spPr>
          <a:xfrm>
            <a:off x="9225439" y="8144935"/>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9" name="object 6">
            <a:extLst>
              <a:ext uri="{FF2B5EF4-FFF2-40B4-BE49-F238E27FC236}">
                <a16:creationId xmlns:a16="http://schemas.microsoft.com/office/drawing/2014/main" id="{E7B6A472-EDE0-47E0-BE33-079F327A4D31}"/>
              </a:ext>
            </a:extLst>
          </p:cNvPr>
          <p:cNvSpPr/>
          <p:nvPr userDrawn="1"/>
        </p:nvSpPr>
        <p:spPr>
          <a:xfrm>
            <a:off x="7688386" y="8144935"/>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0" name="object 7">
            <a:extLst>
              <a:ext uri="{FF2B5EF4-FFF2-40B4-BE49-F238E27FC236}">
                <a16:creationId xmlns:a16="http://schemas.microsoft.com/office/drawing/2014/main" id="{3A42E184-9AEC-423D-B7B0-1E473B027D44}"/>
              </a:ext>
            </a:extLst>
          </p:cNvPr>
          <p:cNvSpPr/>
          <p:nvPr userDrawn="1"/>
        </p:nvSpPr>
        <p:spPr>
          <a:xfrm>
            <a:off x="6151322" y="8144935"/>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1" name="object 8">
            <a:extLst>
              <a:ext uri="{FF2B5EF4-FFF2-40B4-BE49-F238E27FC236}">
                <a16:creationId xmlns:a16="http://schemas.microsoft.com/office/drawing/2014/main" id="{31A0B6AC-E5D1-40F2-A5A8-4DB89C1505CF}"/>
              </a:ext>
            </a:extLst>
          </p:cNvPr>
          <p:cNvSpPr txBox="1">
            <a:spLocks/>
          </p:cNvSpPr>
          <p:nvPr userDrawn="1"/>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52" name="object 9">
            <a:extLst>
              <a:ext uri="{FF2B5EF4-FFF2-40B4-BE49-F238E27FC236}">
                <a16:creationId xmlns:a16="http://schemas.microsoft.com/office/drawing/2014/main" id="{D6CCEB1C-722F-4E1F-835C-D869AD140A72}"/>
              </a:ext>
            </a:extLst>
          </p:cNvPr>
          <p:cNvSpPr txBox="1"/>
          <p:nvPr userDrawn="1"/>
        </p:nvSpPr>
        <p:spPr>
          <a:xfrm>
            <a:off x="9198864" y="5217637"/>
            <a:ext cx="5770880" cy="458459"/>
          </a:xfrm>
          <a:prstGeom prst="rect">
            <a:avLst/>
          </a:prstGeom>
        </p:spPr>
        <p:txBody>
          <a:bodyPr vert="horz" wrap="square" lIns="0" tIns="12065" rIns="0" bIns="0" rtlCol="0">
            <a:spAutoFit/>
          </a:bodyPr>
          <a:lstStyle/>
          <a:p>
            <a:pPr marL="12699" defTabSz="914400">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solidFill>
                <a:prstClr val="black"/>
              </a:solidFill>
              <a:latin typeface="GT America Thin"/>
              <a:cs typeface="GT America Thin"/>
            </a:endParaRPr>
          </a:p>
        </p:txBody>
      </p:sp>
      <p:sp>
        <p:nvSpPr>
          <p:cNvPr id="53" name="object 10">
            <a:extLst>
              <a:ext uri="{FF2B5EF4-FFF2-40B4-BE49-F238E27FC236}">
                <a16:creationId xmlns:a16="http://schemas.microsoft.com/office/drawing/2014/main" id="{24199D36-AC00-4B12-93A2-C2ED45FF17B6}"/>
              </a:ext>
            </a:extLst>
          </p:cNvPr>
          <p:cNvSpPr/>
          <p:nvPr userDrawn="1"/>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4" name="object 11">
            <a:extLst>
              <a:ext uri="{FF2B5EF4-FFF2-40B4-BE49-F238E27FC236}">
                <a16:creationId xmlns:a16="http://schemas.microsoft.com/office/drawing/2014/main" id="{C302700F-D539-411D-AF71-147A008F7345}"/>
              </a:ext>
            </a:extLst>
          </p:cNvPr>
          <p:cNvSpPr/>
          <p:nvPr userDrawn="1"/>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5" name="object 12">
            <a:extLst>
              <a:ext uri="{FF2B5EF4-FFF2-40B4-BE49-F238E27FC236}">
                <a16:creationId xmlns:a16="http://schemas.microsoft.com/office/drawing/2014/main" id="{1FF09462-3BA9-4C7E-A3D9-36C7C79AE645}"/>
              </a:ext>
            </a:extLst>
          </p:cNvPr>
          <p:cNvSpPr/>
          <p:nvPr userDrawn="1"/>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6" name="object 13">
            <a:extLst>
              <a:ext uri="{FF2B5EF4-FFF2-40B4-BE49-F238E27FC236}">
                <a16:creationId xmlns:a16="http://schemas.microsoft.com/office/drawing/2014/main" id="{FEBBB93D-5A1C-44E0-9331-6016EB29B6FF}"/>
              </a:ext>
            </a:extLst>
          </p:cNvPr>
          <p:cNvSpPr/>
          <p:nvPr userDrawn="1"/>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7" name="object 14">
            <a:extLst>
              <a:ext uri="{FF2B5EF4-FFF2-40B4-BE49-F238E27FC236}">
                <a16:creationId xmlns:a16="http://schemas.microsoft.com/office/drawing/2014/main" id="{5F137981-A4CD-45F0-9AA1-CCBBE8306D68}"/>
              </a:ext>
            </a:extLst>
          </p:cNvPr>
          <p:cNvSpPr/>
          <p:nvPr userDrawn="1"/>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8" name="object 15">
            <a:extLst>
              <a:ext uri="{FF2B5EF4-FFF2-40B4-BE49-F238E27FC236}">
                <a16:creationId xmlns:a16="http://schemas.microsoft.com/office/drawing/2014/main" id="{A7BCFF4A-3A87-43D7-A7D9-A6FA64AC0F08}"/>
              </a:ext>
            </a:extLst>
          </p:cNvPr>
          <p:cNvSpPr/>
          <p:nvPr userDrawn="1"/>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9" name="object 16">
            <a:extLst>
              <a:ext uri="{FF2B5EF4-FFF2-40B4-BE49-F238E27FC236}">
                <a16:creationId xmlns:a16="http://schemas.microsoft.com/office/drawing/2014/main" id="{8D292F96-8782-462C-8A07-10584846A2CD}"/>
              </a:ext>
            </a:extLst>
          </p:cNvPr>
          <p:cNvSpPr/>
          <p:nvPr userDrawn="1"/>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0" name="object 17">
            <a:extLst>
              <a:ext uri="{FF2B5EF4-FFF2-40B4-BE49-F238E27FC236}">
                <a16:creationId xmlns:a16="http://schemas.microsoft.com/office/drawing/2014/main" id="{169F8950-E386-406E-B72C-4E8679C02625}"/>
              </a:ext>
            </a:extLst>
          </p:cNvPr>
          <p:cNvSpPr/>
          <p:nvPr userDrawn="1"/>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1" name="object 18">
            <a:extLst>
              <a:ext uri="{FF2B5EF4-FFF2-40B4-BE49-F238E27FC236}">
                <a16:creationId xmlns:a16="http://schemas.microsoft.com/office/drawing/2014/main" id="{BF9E2035-8220-48E9-9883-E2035E9401BB}"/>
              </a:ext>
            </a:extLst>
          </p:cNvPr>
          <p:cNvSpPr/>
          <p:nvPr userDrawn="1"/>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2" name="object 19">
            <a:extLst>
              <a:ext uri="{FF2B5EF4-FFF2-40B4-BE49-F238E27FC236}">
                <a16:creationId xmlns:a16="http://schemas.microsoft.com/office/drawing/2014/main" id="{F0B9024F-172F-42A7-9B5B-70C49921FBBE}"/>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3" name="object 20">
            <a:extLst>
              <a:ext uri="{FF2B5EF4-FFF2-40B4-BE49-F238E27FC236}">
                <a16:creationId xmlns:a16="http://schemas.microsoft.com/office/drawing/2014/main" id="{2D956D51-E3CB-437E-B8E1-31644542C558}"/>
              </a:ext>
            </a:extLst>
          </p:cNvPr>
          <p:cNvSpPr/>
          <p:nvPr userDrawn="1"/>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4" name="object 21">
            <a:extLst>
              <a:ext uri="{FF2B5EF4-FFF2-40B4-BE49-F238E27FC236}">
                <a16:creationId xmlns:a16="http://schemas.microsoft.com/office/drawing/2014/main" id="{72F22BD7-43A4-46CE-9309-1913B8229B96}"/>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5" name="object 22">
            <a:extLst>
              <a:ext uri="{FF2B5EF4-FFF2-40B4-BE49-F238E27FC236}">
                <a16:creationId xmlns:a16="http://schemas.microsoft.com/office/drawing/2014/main" id="{3EFDB32E-A823-4F47-857F-C041BABD66FA}"/>
              </a:ext>
            </a:extLst>
          </p:cNvPr>
          <p:cNvSpPr/>
          <p:nvPr userDrawn="1"/>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6" name="object 23">
            <a:extLst>
              <a:ext uri="{FF2B5EF4-FFF2-40B4-BE49-F238E27FC236}">
                <a16:creationId xmlns:a16="http://schemas.microsoft.com/office/drawing/2014/main" id="{4435C06B-E9EF-48FD-AAAA-505B41BA5254}"/>
              </a:ext>
            </a:extLst>
          </p:cNvPr>
          <p:cNvSpPr/>
          <p:nvPr userDrawn="1"/>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7" name="Marcador de texto 49">
            <a:extLst>
              <a:ext uri="{FF2B5EF4-FFF2-40B4-BE49-F238E27FC236}">
                <a16:creationId xmlns:a16="http://schemas.microsoft.com/office/drawing/2014/main" id="{3F5E93B8-6609-4939-9667-85EA33BDAECF}"/>
              </a:ext>
            </a:extLst>
          </p:cNvPr>
          <p:cNvSpPr>
            <a:spLocks noGrp="1"/>
          </p:cNvSpPr>
          <p:nvPr>
            <p:ph type="body" sz="quarter" idx="10" hasCustomPrompt="1"/>
          </p:nvPr>
        </p:nvSpPr>
        <p:spPr>
          <a:xfrm>
            <a:off x="6991477" y="8683496"/>
            <a:ext cx="5303905" cy="943706"/>
          </a:xfrm>
        </p:spPr>
        <p:txBody>
          <a:bodyPr/>
          <a:lstStyle>
            <a:lvl1pPr marL="0" indent="0" algn="ctr">
              <a:buNone/>
              <a:defRPr lang="es-ES" sz="5150" kern="1200" spc="15" dirty="0" smtClean="0">
                <a:solidFill>
                  <a:schemeClr val="tx1"/>
                </a:solidFill>
                <a:latin typeface="GT America"/>
                <a:ea typeface="+mn-ea"/>
                <a:cs typeface="GT America"/>
              </a:defRPr>
            </a:lvl1pPr>
          </a:lstStyle>
          <a:p>
            <a:pPr lvl="0"/>
            <a:r>
              <a:rPr lang="es-ES" dirty="0"/>
              <a:t>Título</a:t>
            </a:r>
          </a:p>
        </p:txBody>
      </p:sp>
    </p:spTree>
    <p:extLst>
      <p:ext uri="{BB962C8B-B14F-4D97-AF65-F5344CB8AC3E}">
        <p14:creationId xmlns:p14="http://schemas.microsoft.com/office/powerpoint/2010/main" val="13301145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ítulo y contenido">
    <p:spTree>
      <p:nvGrpSpPr>
        <p:cNvPr id="1" name=""/>
        <p:cNvGrpSpPr/>
        <p:nvPr/>
      </p:nvGrpSpPr>
      <p:grpSpPr>
        <a:xfrm>
          <a:off x="0" y="0"/>
          <a:ext cx="0" cy="0"/>
          <a:chOff x="0" y="0"/>
          <a:chExt cx="0" cy="0"/>
        </a:xfrm>
      </p:grpSpPr>
      <p:sp>
        <p:nvSpPr>
          <p:cNvPr id="13" name="Marcador de texto 10">
            <a:extLst>
              <a:ext uri="{FF2B5EF4-FFF2-40B4-BE49-F238E27FC236}">
                <a16:creationId xmlns:a16="http://schemas.microsoft.com/office/drawing/2014/main" id="{B52D28F9-F37F-4DF5-A2D1-AA68FCF34B41}"/>
              </a:ext>
            </a:extLst>
          </p:cNvPr>
          <p:cNvSpPr>
            <a:spLocks noGrp="1"/>
          </p:cNvSpPr>
          <p:nvPr>
            <p:ph type="body" sz="quarter" idx="10" hasCustomPrompt="1"/>
          </p:nvPr>
        </p:nvSpPr>
        <p:spPr>
          <a:xfrm>
            <a:off x="893445" y="2608154"/>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14" name="Marcador de texto 10">
            <a:extLst>
              <a:ext uri="{FF2B5EF4-FFF2-40B4-BE49-F238E27FC236}">
                <a16:creationId xmlns:a16="http://schemas.microsoft.com/office/drawing/2014/main" id="{57789202-1793-4245-AFD0-7A37AFAF345E}"/>
              </a:ext>
            </a:extLst>
          </p:cNvPr>
          <p:cNvSpPr>
            <a:spLocks noGrp="1"/>
          </p:cNvSpPr>
          <p:nvPr>
            <p:ph type="body" sz="quarter" idx="11" hasCustomPrompt="1"/>
          </p:nvPr>
        </p:nvSpPr>
        <p:spPr>
          <a:xfrm>
            <a:off x="893445" y="3791885"/>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8" name="Marcador de texto 17">
            <a:extLst>
              <a:ext uri="{FF2B5EF4-FFF2-40B4-BE49-F238E27FC236}">
                <a16:creationId xmlns:a16="http://schemas.microsoft.com/office/drawing/2014/main" id="{B1648929-BBD8-40CA-8CD6-942223EF4E87}"/>
              </a:ext>
            </a:extLst>
          </p:cNvPr>
          <p:cNvSpPr>
            <a:spLocks noGrp="1"/>
          </p:cNvSpPr>
          <p:nvPr>
            <p:ph type="body" sz="quarter" idx="12" hasCustomPrompt="1"/>
          </p:nvPr>
        </p:nvSpPr>
        <p:spPr>
          <a:xfrm>
            <a:off x="7804943" y="2608154"/>
            <a:ext cx="11405712" cy="8442138"/>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12466025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Imagen y contenido">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7216753" y="249966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7216753" y="368339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1" name="Marcador de posición de imagen 10">
            <a:extLst>
              <a:ext uri="{FF2B5EF4-FFF2-40B4-BE49-F238E27FC236}">
                <a16:creationId xmlns:a16="http://schemas.microsoft.com/office/drawing/2014/main" id="{19777898-8777-4729-86D3-6D903457F0BF}"/>
              </a:ext>
            </a:extLst>
          </p:cNvPr>
          <p:cNvSpPr>
            <a:spLocks noGrp="1"/>
          </p:cNvSpPr>
          <p:nvPr>
            <p:ph type="pic" sz="quarter" idx="12"/>
          </p:nvPr>
        </p:nvSpPr>
        <p:spPr>
          <a:xfrm>
            <a:off x="1054100" y="2500313"/>
            <a:ext cx="5408693" cy="8596312"/>
          </a:xfrm>
        </p:spPr>
        <p:txBody>
          <a:bodyPr/>
          <a:lstStyle/>
          <a:p>
            <a:r>
              <a:rPr lang="es-ES"/>
              <a:t>Haga clic en el icono para agregar una imagen</a:t>
            </a:r>
            <a:endParaRPr lang="es-CO"/>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7216753" y="531261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29956608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Profesor a la izquierda">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7216753" y="249966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7216753" y="368339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7216753" y="531261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38643645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Profesor a la derecha">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893445" y="240667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893445" y="359040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893445" y="521962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36816873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95877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82157" y="631194"/>
            <a:ext cx="17339786" cy="2291506"/>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82157" y="3155965"/>
            <a:ext cx="17339786" cy="752217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382157" y="10988247"/>
            <a:ext cx="4523423" cy="631193"/>
          </a:xfrm>
          <a:prstGeom prst="rect">
            <a:avLst/>
          </a:prstGeom>
        </p:spPr>
        <p:txBody>
          <a:bodyPr vert="horz" lIns="91440" tIns="45720" rIns="91440" bIns="45720" rtlCol="0" anchor="ctr"/>
          <a:lstStyle>
            <a:lvl1pPr algn="l">
              <a:defRPr sz="1979">
                <a:solidFill>
                  <a:schemeClr val="tx1">
                    <a:tint val="75000"/>
                  </a:schemeClr>
                </a:solidFill>
              </a:defRPr>
            </a:lvl1pPr>
          </a:lstStyle>
          <a:p>
            <a:fld id="{CC469C3E-277C-4E1F-A249-5B730364B4FA}" type="datetimeFigureOut">
              <a:rPr lang="es-CO" smtClean="0"/>
              <a:t>16/08/25</a:t>
            </a:fld>
            <a:endParaRPr lang="es-CO"/>
          </a:p>
        </p:txBody>
      </p:sp>
      <p:sp>
        <p:nvSpPr>
          <p:cNvPr id="5" name="Footer Placeholder 4"/>
          <p:cNvSpPr>
            <a:spLocks noGrp="1"/>
          </p:cNvSpPr>
          <p:nvPr>
            <p:ph type="ftr" sz="quarter" idx="3"/>
          </p:nvPr>
        </p:nvSpPr>
        <p:spPr>
          <a:xfrm>
            <a:off x="6659483" y="10988247"/>
            <a:ext cx="6785134" cy="631193"/>
          </a:xfrm>
          <a:prstGeom prst="rect">
            <a:avLst/>
          </a:prstGeom>
        </p:spPr>
        <p:txBody>
          <a:bodyPr vert="horz" lIns="91440" tIns="45720" rIns="91440" bIns="45720" rtlCol="0" anchor="ctr"/>
          <a:lstStyle>
            <a:lvl1pPr algn="ctr">
              <a:defRPr sz="1979">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14198520" y="10988247"/>
            <a:ext cx="4523423" cy="631193"/>
          </a:xfrm>
          <a:prstGeom prst="rect">
            <a:avLst/>
          </a:prstGeom>
        </p:spPr>
        <p:txBody>
          <a:bodyPr vert="horz" lIns="91440" tIns="45720" rIns="91440" bIns="45720" rtlCol="0" anchor="ctr"/>
          <a:lstStyle>
            <a:lvl1pPr algn="r">
              <a:defRPr sz="1979">
                <a:solidFill>
                  <a:schemeClr val="tx1">
                    <a:tint val="75000"/>
                  </a:schemeClr>
                </a:solidFill>
              </a:defRPr>
            </a:lvl1pPr>
          </a:lstStyle>
          <a:p>
            <a:fld id="{0489EC60-5D13-492C-8D6B-471F73FDA5E8}" type="slidenum">
              <a:rPr lang="es-CO" smtClean="0"/>
              <a:t>‹#›</a:t>
            </a:fld>
            <a:endParaRPr lang="es-CO"/>
          </a:p>
        </p:txBody>
      </p:sp>
    </p:spTree>
    <p:extLst>
      <p:ext uri="{BB962C8B-B14F-4D97-AF65-F5344CB8AC3E}">
        <p14:creationId xmlns:p14="http://schemas.microsoft.com/office/powerpoint/2010/main" val="167195889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693" r:id="rId20"/>
    <p:sldLayoutId id="2147483686" r:id="rId21"/>
    <p:sldLayoutId id="2147483687" r:id="rId22"/>
    <p:sldLayoutId id="2147483689" r:id="rId23"/>
    <p:sldLayoutId id="2147483688" r:id="rId24"/>
    <p:sldLayoutId id="2147483690" r:id="rId25"/>
    <p:sldLayoutId id="2147483691" r:id="rId26"/>
    <p:sldLayoutId id="2147483692" r:id="rId27"/>
    <p:sldLayoutId id="2147483714" r:id="rId28"/>
  </p:sldLayoutIdLst>
  <p:txStyles>
    <p:titleStyle>
      <a:lvl1pPr algn="l" defTabSz="1507846" rtl="0" eaLnBrk="1" latinLnBrk="0" hangingPunct="1">
        <a:lnSpc>
          <a:spcPct val="90000"/>
        </a:lnSpc>
        <a:spcBef>
          <a:spcPct val="0"/>
        </a:spcBef>
        <a:buNone/>
        <a:defRPr sz="7256" kern="1200">
          <a:solidFill>
            <a:schemeClr val="tx1"/>
          </a:solidFill>
          <a:latin typeface="+mj-lt"/>
          <a:ea typeface="+mj-ea"/>
          <a:cs typeface="+mj-cs"/>
        </a:defRPr>
      </a:lvl1pPr>
    </p:titleStyle>
    <p:bodyStyle>
      <a:lvl1pPr marL="376961" indent="-376961" algn="l" defTabSz="1507846" rtl="0" eaLnBrk="1" latinLnBrk="0" hangingPunct="1">
        <a:lnSpc>
          <a:spcPct val="90000"/>
        </a:lnSpc>
        <a:spcBef>
          <a:spcPts val="1649"/>
        </a:spcBef>
        <a:buFont typeface="Arial" panose="020B0604020202020204" pitchFamily="34" charset="0"/>
        <a:buChar char="•"/>
        <a:defRPr sz="4617" kern="1200">
          <a:solidFill>
            <a:schemeClr val="tx1"/>
          </a:solidFill>
          <a:latin typeface="+mn-lt"/>
          <a:ea typeface="+mn-ea"/>
          <a:cs typeface="+mn-cs"/>
        </a:defRPr>
      </a:lvl1pPr>
      <a:lvl2pPr marL="1130884" indent="-376961" algn="l" defTabSz="1507846" rtl="0" eaLnBrk="1" latinLnBrk="0" hangingPunct="1">
        <a:lnSpc>
          <a:spcPct val="90000"/>
        </a:lnSpc>
        <a:spcBef>
          <a:spcPts val="824"/>
        </a:spcBef>
        <a:buFont typeface="Arial" panose="020B0604020202020204" pitchFamily="34" charset="0"/>
        <a:buChar char="•"/>
        <a:defRPr sz="3958" kern="1200">
          <a:solidFill>
            <a:schemeClr val="tx1"/>
          </a:solidFill>
          <a:latin typeface="+mn-lt"/>
          <a:ea typeface="+mn-ea"/>
          <a:cs typeface="+mn-cs"/>
        </a:defRPr>
      </a:lvl2pPr>
      <a:lvl3pPr marL="1884807" indent="-376961" algn="l" defTabSz="1507846" rtl="0" eaLnBrk="1" latinLnBrk="0" hangingPunct="1">
        <a:lnSpc>
          <a:spcPct val="90000"/>
        </a:lnSpc>
        <a:spcBef>
          <a:spcPts val="824"/>
        </a:spcBef>
        <a:buFont typeface="Arial" panose="020B0604020202020204" pitchFamily="34" charset="0"/>
        <a:buChar char="•"/>
        <a:defRPr sz="3298" kern="1200">
          <a:solidFill>
            <a:schemeClr val="tx1"/>
          </a:solidFill>
          <a:latin typeface="+mn-lt"/>
          <a:ea typeface="+mn-ea"/>
          <a:cs typeface="+mn-cs"/>
        </a:defRPr>
      </a:lvl3pPr>
      <a:lvl4pPr marL="2638730"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4pPr>
      <a:lvl5pPr marL="3392653"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5pPr>
      <a:lvl6pPr marL="4146575"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6pPr>
      <a:lvl7pPr marL="4900498"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7pPr>
      <a:lvl8pPr marL="5654421"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8pPr>
      <a:lvl9pPr marL="6408344"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9pPr>
    </p:bodyStyle>
    <p:otherStyle>
      <a:defPPr>
        <a:defRPr lang="en-US"/>
      </a:defPPr>
      <a:lvl1pPr marL="0" algn="l" defTabSz="1507846" rtl="0" eaLnBrk="1" latinLnBrk="0" hangingPunct="1">
        <a:defRPr sz="2968" kern="1200">
          <a:solidFill>
            <a:schemeClr val="tx1"/>
          </a:solidFill>
          <a:latin typeface="+mn-lt"/>
          <a:ea typeface="+mn-ea"/>
          <a:cs typeface="+mn-cs"/>
        </a:defRPr>
      </a:lvl1pPr>
      <a:lvl2pPr marL="753923" algn="l" defTabSz="1507846" rtl="0" eaLnBrk="1" latinLnBrk="0" hangingPunct="1">
        <a:defRPr sz="2968" kern="1200">
          <a:solidFill>
            <a:schemeClr val="tx1"/>
          </a:solidFill>
          <a:latin typeface="+mn-lt"/>
          <a:ea typeface="+mn-ea"/>
          <a:cs typeface="+mn-cs"/>
        </a:defRPr>
      </a:lvl2pPr>
      <a:lvl3pPr marL="1507846" algn="l" defTabSz="1507846" rtl="0" eaLnBrk="1" latinLnBrk="0" hangingPunct="1">
        <a:defRPr sz="2968" kern="1200">
          <a:solidFill>
            <a:schemeClr val="tx1"/>
          </a:solidFill>
          <a:latin typeface="+mn-lt"/>
          <a:ea typeface="+mn-ea"/>
          <a:cs typeface="+mn-cs"/>
        </a:defRPr>
      </a:lvl3pPr>
      <a:lvl4pPr marL="2261768" algn="l" defTabSz="1507846" rtl="0" eaLnBrk="1" latinLnBrk="0" hangingPunct="1">
        <a:defRPr sz="2968" kern="1200">
          <a:solidFill>
            <a:schemeClr val="tx1"/>
          </a:solidFill>
          <a:latin typeface="+mn-lt"/>
          <a:ea typeface="+mn-ea"/>
          <a:cs typeface="+mn-cs"/>
        </a:defRPr>
      </a:lvl4pPr>
      <a:lvl5pPr marL="3015691" algn="l" defTabSz="1507846" rtl="0" eaLnBrk="1" latinLnBrk="0" hangingPunct="1">
        <a:defRPr sz="2968" kern="1200">
          <a:solidFill>
            <a:schemeClr val="tx1"/>
          </a:solidFill>
          <a:latin typeface="+mn-lt"/>
          <a:ea typeface="+mn-ea"/>
          <a:cs typeface="+mn-cs"/>
        </a:defRPr>
      </a:lvl5pPr>
      <a:lvl6pPr marL="3769614" algn="l" defTabSz="1507846" rtl="0" eaLnBrk="1" latinLnBrk="0" hangingPunct="1">
        <a:defRPr sz="2968" kern="1200">
          <a:solidFill>
            <a:schemeClr val="tx1"/>
          </a:solidFill>
          <a:latin typeface="+mn-lt"/>
          <a:ea typeface="+mn-ea"/>
          <a:cs typeface="+mn-cs"/>
        </a:defRPr>
      </a:lvl6pPr>
      <a:lvl7pPr marL="4523537" algn="l" defTabSz="1507846" rtl="0" eaLnBrk="1" latinLnBrk="0" hangingPunct="1">
        <a:defRPr sz="2968" kern="1200">
          <a:solidFill>
            <a:schemeClr val="tx1"/>
          </a:solidFill>
          <a:latin typeface="+mn-lt"/>
          <a:ea typeface="+mn-ea"/>
          <a:cs typeface="+mn-cs"/>
        </a:defRPr>
      </a:lvl7pPr>
      <a:lvl8pPr marL="5277460" algn="l" defTabSz="1507846" rtl="0" eaLnBrk="1" latinLnBrk="0" hangingPunct="1">
        <a:defRPr sz="2968" kern="1200">
          <a:solidFill>
            <a:schemeClr val="tx1"/>
          </a:solidFill>
          <a:latin typeface="+mn-lt"/>
          <a:ea typeface="+mn-ea"/>
          <a:cs typeface="+mn-cs"/>
        </a:defRPr>
      </a:lvl8pPr>
      <a:lvl9pPr marL="6031382" algn="l" defTabSz="1507846" rtl="0" eaLnBrk="1" latinLnBrk="0" hangingPunct="1">
        <a:defRPr sz="296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5E50992-41E3-B944-B348-48647978B886}"/>
              </a:ext>
            </a:extLst>
          </p:cNvPr>
          <p:cNvSpPr>
            <a:spLocks noGrp="1"/>
          </p:cNvSpPr>
          <p:nvPr>
            <p:ph type="body" sz="quarter" idx="10"/>
          </p:nvPr>
        </p:nvSpPr>
        <p:spPr>
          <a:xfrm>
            <a:off x="10861289" y="3854844"/>
            <a:ext cx="8207296" cy="1284526"/>
          </a:xfrm>
        </p:spPr>
        <p:txBody>
          <a:bodyPr vert="horz" lIns="91440" tIns="45720" rIns="91440" bIns="45720" rtlCol="0" anchor="t">
            <a:normAutofit fontScale="92500" lnSpcReduction="10000"/>
          </a:bodyPr>
          <a:lstStyle/>
          <a:p>
            <a:r>
              <a:rPr lang="es-CO" sz="4000"/>
              <a:t>Cuaderno</a:t>
            </a:r>
            <a:r>
              <a:rPr lang="es-CO" sz="4000" dirty="0"/>
              <a:t> de Trabajo 2B</a:t>
            </a:r>
          </a:p>
          <a:p>
            <a:r>
              <a:rPr lang="es-CO" sz="4000" dirty="0"/>
              <a:t>Requisitos de Calidad con Prioridad</a:t>
            </a:r>
          </a:p>
        </p:txBody>
      </p:sp>
      <p:sp>
        <p:nvSpPr>
          <p:cNvPr id="3" name="Marcador de texto 1">
            <a:extLst>
              <a:ext uri="{FF2B5EF4-FFF2-40B4-BE49-F238E27FC236}">
                <a16:creationId xmlns:a16="http://schemas.microsoft.com/office/drawing/2014/main" id="{2D598DFA-329B-2E42-B0CD-A299535D3FF7}"/>
              </a:ext>
            </a:extLst>
          </p:cNvPr>
          <p:cNvSpPr txBox="1">
            <a:spLocks/>
          </p:cNvSpPr>
          <p:nvPr/>
        </p:nvSpPr>
        <p:spPr>
          <a:xfrm>
            <a:off x="10250974" y="6716080"/>
            <a:ext cx="9853126" cy="1696400"/>
          </a:xfrm>
          <a:prstGeom prst="rect">
            <a:avLst/>
          </a:prstGeom>
        </p:spPr>
        <p:txBody>
          <a:bodyPr vert="horz" lIns="91440" tIns="45720" rIns="91440" bIns="45720" rtlCol="0">
            <a:normAutofit/>
          </a:bodyPr>
          <a:lstStyle>
            <a:lvl1pPr marL="0" indent="0" algn="ctr" defTabSz="1507846" rtl="0" eaLnBrk="1" latinLnBrk="0" hangingPunct="1">
              <a:lnSpc>
                <a:spcPct val="90000"/>
              </a:lnSpc>
              <a:spcBef>
                <a:spcPts val="1649"/>
              </a:spcBef>
              <a:buFont typeface="Arial" panose="020B0604020202020204" pitchFamily="34" charset="0"/>
              <a:buNone/>
              <a:defRPr lang="es-ES" sz="5150" kern="1200" spc="15" dirty="0" smtClean="0">
                <a:solidFill>
                  <a:srgbClr val="FFFFFF"/>
                </a:solidFill>
                <a:latin typeface="GT America"/>
                <a:ea typeface="+mn-ea"/>
                <a:cs typeface="GT America"/>
              </a:defRPr>
            </a:lvl1pPr>
            <a:lvl2pPr marL="1130884" indent="-376961" algn="l" defTabSz="1507846" rtl="0" eaLnBrk="1" latinLnBrk="0" hangingPunct="1">
              <a:lnSpc>
                <a:spcPct val="90000"/>
              </a:lnSpc>
              <a:spcBef>
                <a:spcPts val="824"/>
              </a:spcBef>
              <a:buFont typeface="Arial" panose="020B0604020202020204" pitchFamily="34" charset="0"/>
              <a:buChar char="•"/>
              <a:defRPr sz="3958" kern="1200">
                <a:solidFill>
                  <a:schemeClr val="tx1"/>
                </a:solidFill>
                <a:latin typeface="+mn-lt"/>
                <a:ea typeface="+mn-ea"/>
                <a:cs typeface="+mn-cs"/>
              </a:defRPr>
            </a:lvl2pPr>
            <a:lvl3pPr marL="1884807" indent="-376961" algn="l" defTabSz="1507846" rtl="0" eaLnBrk="1" latinLnBrk="0" hangingPunct="1">
              <a:lnSpc>
                <a:spcPct val="90000"/>
              </a:lnSpc>
              <a:spcBef>
                <a:spcPts val="824"/>
              </a:spcBef>
              <a:buFont typeface="Arial" panose="020B0604020202020204" pitchFamily="34" charset="0"/>
              <a:buChar char="•"/>
              <a:defRPr sz="3298" kern="1200">
                <a:solidFill>
                  <a:schemeClr val="tx1"/>
                </a:solidFill>
                <a:latin typeface="+mn-lt"/>
                <a:ea typeface="+mn-ea"/>
                <a:cs typeface="+mn-cs"/>
              </a:defRPr>
            </a:lvl3pPr>
            <a:lvl4pPr marL="2638730"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4pPr>
            <a:lvl5pPr marL="3392653"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5pPr>
            <a:lvl6pPr marL="4146575"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6pPr>
            <a:lvl7pPr marL="4900498"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7pPr>
            <a:lvl8pPr marL="5654421"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8pPr>
            <a:lvl9pPr marL="6408344"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9pPr>
          </a:lstStyle>
          <a:p>
            <a:r>
              <a:rPr lang="es-CO" sz="3600" dirty="0"/>
              <a:t>Principios de diseño y arquitectura de software</a:t>
            </a:r>
          </a:p>
          <a:p>
            <a:r>
              <a:rPr lang="es-CO" sz="3600" dirty="0"/>
              <a:t>Módulo 2</a:t>
            </a:r>
          </a:p>
        </p:txBody>
      </p:sp>
    </p:spTree>
    <p:extLst>
      <p:ext uri="{BB962C8B-B14F-4D97-AF65-F5344CB8AC3E}">
        <p14:creationId xmlns:p14="http://schemas.microsoft.com/office/powerpoint/2010/main" val="2908288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riangle 36">
            <a:extLst>
              <a:ext uri="{FF2B5EF4-FFF2-40B4-BE49-F238E27FC236}">
                <a16:creationId xmlns:a16="http://schemas.microsoft.com/office/drawing/2014/main" id="{3FCA2B96-8A3D-E242-A5E3-D4E41B6FDAA1}"/>
              </a:ext>
            </a:extLst>
          </p:cNvPr>
          <p:cNvSpPr/>
          <p:nvPr/>
        </p:nvSpPr>
        <p:spPr>
          <a:xfrm>
            <a:off x="3398809" y="0"/>
            <a:ext cx="16705292" cy="11855450"/>
          </a:xfrm>
          <a:prstGeom prst="triangle">
            <a:avLst>
              <a:gd name="adj" fmla="val 99615"/>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O" dirty="0"/>
          </a:p>
        </p:txBody>
      </p:sp>
      <p:sp>
        <p:nvSpPr>
          <p:cNvPr id="51" name="TextBox 50">
            <a:extLst>
              <a:ext uri="{FF2B5EF4-FFF2-40B4-BE49-F238E27FC236}">
                <a16:creationId xmlns:a16="http://schemas.microsoft.com/office/drawing/2014/main" id="{23082241-1E6D-2F45-A434-4397FC7D8E66}"/>
              </a:ext>
            </a:extLst>
          </p:cNvPr>
          <p:cNvSpPr txBox="1"/>
          <p:nvPr/>
        </p:nvSpPr>
        <p:spPr>
          <a:xfrm>
            <a:off x="8275723" y="8708318"/>
            <a:ext cx="11213548" cy="1754326"/>
          </a:xfrm>
          <a:prstGeom prst="rect">
            <a:avLst/>
          </a:prstGeom>
          <a:noFill/>
        </p:spPr>
        <p:txBody>
          <a:bodyPr wrap="square" rtlCol="0">
            <a:spAutoFit/>
          </a:bodyPr>
          <a:lstStyle/>
          <a:p>
            <a:r>
              <a:rPr lang="en-CO" sz="3600" dirty="0">
                <a:solidFill>
                  <a:schemeClr val="bg1"/>
                </a:solidFill>
              </a:rPr>
              <a:t>Objetivo:</a:t>
            </a:r>
          </a:p>
          <a:p>
            <a:endParaRPr lang="en-CO" sz="3600" dirty="0">
              <a:solidFill>
                <a:schemeClr val="bg1"/>
              </a:solidFill>
            </a:endParaRPr>
          </a:p>
          <a:p>
            <a:r>
              <a:rPr lang="en-CO" sz="3600" dirty="0">
                <a:solidFill>
                  <a:schemeClr val="bg1"/>
                </a:solidFill>
              </a:rPr>
              <a:t>Dar prioridad a los requisitos de calidad</a:t>
            </a:r>
          </a:p>
        </p:txBody>
      </p:sp>
      <p:sp>
        <p:nvSpPr>
          <p:cNvPr id="13" name="TextBox 12">
            <a:extLst>
              <a:ext uri="{FF2B5EF4-FFF2-40B4-BE49-F238E27FC236}">
                <a16:creationId xmlns:a16="http://schemas.microsoft.com/office/drawing/2014/main" id="{BBBCF646-4805-9749-93FF-6DCB67979D08}"/>
              </a:ext>
            </a:extLst>
          </p:cNvPr>
          <p:cNvSpPr txBox="1"/>
          <p:nvPr/>
        </p:nvSpPr>
        <p:spPr>
          <a:xfrm>
            <a:off x="2379757" y="3338496"/>
            <a:ext cx="7885492" cy="1938992"/>
          </a:xfrm>
          <a:prstGeom prst="rect">
            <a:avLst/>
          </a:prstGeom>
          <a:noFill/>
        </p:spPr>
        <p:txBody>
          <a:bodyPr wrap="none" rtlCol="0">
            <a:spAutoFit/>
          </a:bodyPr>
          <a:lstStyle/>
          <a:p>
            <a:pPr algn="ctr"/>
            <a:r>
              <a:rPr lang="en-CO" sz="6000" dirty="0">
                <a:solidFill>
                  <a:schemeClr val="accent1">
                    <a:lumMod val="75000"/>
                    <a:lumOff val="25000"/>
                  </a:schemeClr>
                </a:solidFill>
              </a:rPr>
              <a:t>Requisitos de Calidad </a:t>
            </a:r>
          </a:p>
          <a:p>
            <a:pPr algn="ctr"/>
            <a:r>
              <a:rPr lang="en-CO" sz="6000" dirty="0">
                <a:solidFill>
                  <a:schemeClr val="accent1">
                    <a:lumMod val="75000"/>
                    <a:lumOff val="25000"/>
                  </a:schemeClr>
                </a:solidFill>
              </a:rPr>
              <a:t>con Prioridad</a:t>
            </a:r>
          </a:p>
        </p:txBody>
      </p:sp>
    </p:spTree>
    <p:extLst>
      <p:ext uri="{BB962C8B-B14F-4D97-AF65-F5344CB8AC3E}">
        <p14:creationId xmlns:p14="http://schemas.microsoft.com/office/powerpoint/2010/main" val="1173090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Pentagon 35">
            <a:extLst>
              <a:ext uri="{FF2B5EF4-FFF2-40B4-BE49-F238E27FC236}">
                <a16:creationId xmlns:a16="http://schemas.microsoft.com/office/drawing/2014/main" id="{846DF9A9-623E-B94B-ABFB-55F40F134C51}"/>
              </a:ext>
            </a:extLst>
          </p:cNvPr>
          <p:cNvSpPr/>
          <p:nvPr/>
        </p:nvSpPr>
        <p:spPr>
          <a:xfrm>
            <a:off x="968334" y="819883"/>
            <a:ext cx="15855351" cy="1293286"/>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4400" dirty="0"/>
              <a:t>Instrucciones</a:t>
            </a:r>
          </a:p>
        </p:txBody>
      </p:sp>
      <p:sp>
        <p:nvSpPr>
          <p:cNvPr id="4" name="TextBox 3">
            <a:extLst>
              <a:ext uri="{FF2B5EF4-FFF2-40B4-BE49-F238E27FC236}">
                <a16:creationId xmlns:a16="http://schemas.microsoft.com/office/drawing/2014/main" id="{1D306D19-67FB-F64C-8F91-4A22F32D7DCB}"/>
              </a:ext>
            </a:extLst>
          </p:cNvPr>
          <p:cNvSpPr txBox="1"/>
          <p:nvPr/>
        </p:nvSpPr>
        <p:spPr>
          <a:xfrm>
            <a:off x="1499016" y="3078299"/>
            <a:ext cx="14270636" cy="4044312"/>
          </a:xfrm>
          <a:prstGeom prst="rect">
            <a:avLst/>
          </a:prstGeom>
          <a:noFill/>
        </p:spPr>
        <p:txBody>
          <a:bodyPr wrap="square" rtlCol="0">
            <a:spAutoFit/>
          </a:bodyPr>
          <a:lstStyle/>
          <a:p>
            <a:pPr marL="514350" indent="-514350">
              <a:lnSpc>
                <a:spcPct val="150000"/>
              </a:lnSpc>
              <a:spcBef>
                <a:spcPts val="600"/>
              </a:spcBef>
              <a:buAutoNum type="arabicPeriod"/>
            </a:pPr>
            <a:r>
              <a:rPr lang="en-CO" sz="2800" dirty="0">
                <a:solidFill>
                  <a:schemeClr val="accent1"/>
                </a:solidFill>
              </a:rPr>
              <a:t>Si es necesario, l</a:t>
            </a:r>
            <a:r>
              <a:rPr lang="en-US" sz="2800" dirty="0">
                <a:solidFill>
                  <a:schemeClr val="accent1"/>
                </a:solidFill>
              </a:rPr>
              <a:t>e</a:t>
            </a:r>
            <a:r>
              <a:rPr lang="en-CO" sz="2800" dirty="0">
                <a:solidFill>
                  <a:schemeClr val="accent1"/>
                </a:solidFill>
              </a:rPr>
              <a:t>a de nuevo el enunciado del proyecto del curso</a:t>
            </a:r>
            <a:r>
              <a:rPr lang="es-CO" sz="2800" dirty="0">
                <a:solidFill>
                  <a:schemeClr val="accent1"/>
                </a:solidFill>
              </a:rPr>
              <a:t>.</a:t>
            </a:r>
            <a:endParaRPr lang="en-CO" sz="2800" dirty="0">
              <a:solidFill>
                <a:schemeClr val="accent1"/>
              </a:solidFill>
            </a:endParaRPr>
          </a:p>
          <a:p>
            <a:pPr marL="514350" indent="-514350">
              <a:lnSpc>
                <a:spcPct val="150000"/>
              </a:lnSpc>
              <a:spcBef>
                <a:spcPts val="600"/>
              </a:spcBef>
              <a:buAutoNum type="arabicPeriod"/>
            </a:pPr>
            <a:r>
              <a:rPr lang="en-CO" sz="2800" dirty="0">
                <a:solidFill>
                  <a:schemeClr val="accent1"/>
                </a:solidFill>
              </a:rPr>
              <a:t>A partir de los requisitos de calidad especificados en la hoja de trabajo 2A, construya un árbol de utilidad, en el que las hojas tienen los identificadores de los escenarios de calidad</a:t>
            </a:r>
            <a:r>
              <a:rPr lang="es-CO" sz="2800" dirty="0">
                <a:solidFill>
                  <a:schemeClr val="accent1"/>
                </a:solidFill>
              </a:rPr>
              <a:t>.</a:t>
            </a:r>
            <a:endParaRPr lang="en-CO" sz="2800" dirty="0">
              <a:solidFill>
                <a:schemeClr val="accent1"/>
              </a:solidFill>
            </a:endParaRPr>
          </a:p>
          <a:p>
            <a:pPr marL="514350" indent="-514350">
              <a:lnSpc>
                <a:spcPct val="150000"/>
              </a:lnSpc>
              <a:spcBef>
                <a:spcPts val="600"/>
              </a:spcBef>
              <a:buAutoNum type="arabicPeriod"/>
            </a:pPr>
            <a:r>
              <a:rPr lang="en-CO" sz="2800" dirty="0">
                <a:solidFill>
                  <a:schemeClr val="accent1"/>
                </a:solidFill>
              </a:rPr>
              <a:t>Asigne prioridades a cada escenario de calidad siguiendo el formato A:Alto, M:Medio, B:Bajo.</a:t>
            </a:r>
          </a:p>
        </p:txBody>
      </p:sp>
    </p:spTree>
    <p:extLst>
      <p:ext uri="{BB962C8B-B14F-4D97-AF65-F5344CB8AC3E}">
        <p14:creationId xmlns:p14="http://schemas.microsoft.com/office/powerpoint/2010/main" val="4219939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Pentagon 35">
            <a:extLst>
              <a:ext uri="{FF2B5EF4-FFF2-40B4-BE49-F238E27FC236}">
                <a16:creationId xmlns:a16="http://schemas.microsoft.com/office/drawing/2014/main" id="{846DF9A9-623E-B94B-ABFB-55F40F134C51}"/>
              </a:ext>
            </a:extLst>
          </p:cNvPr>
          <p:cNvSpPr/>
          <p:nvPr/>
        </p:nvSpPr>
        <p:spPr>
          <a:xfrm>
            <a:off x="2124375" y="121514"/>
            <a:ext cx="14865178" cy="1507300"/>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O"/>
          </a:p>
        </p:txBody>
      </p:sp>
      <p:sp>
        <p:nvSpPr>
          <p:cNvPr id="8" name="TextBox 7">
            <a:extLst>
              <a:ext uri="{FF2B5EF4-FFF2-40B4-BE49-F238E27FC236}">
                <a16:creationId xmlns:a16="http://schemas.microsoft.com/office/drawing/2014/main" id="{7EA44347-F273-E343-A5CA-3C20D2A109FB}"/>
              </a:ext>
            </a:extLst>
          </p:cNvPr>
          <p:cNvSpPr txBox="1"/>
          <p:nvPr/>
        </p:nvSpPr>
        <p:spPr>
          <a:xfrm>
            <a:off x="3843580" y="517585"/>
            <a:ext cx="9715940" cy="769441"/>
          </a:xfrm>
          <a:prstGeom prst="rect">
            <a:avLst/>
          </a:prstGeom>
          <a:noFill/>
        </p:spPr>
        <p:txBody>
          <a:bodyPr wrap="square" rtlCol="0">
            <a:spAutoFit/>
          </a:bodyPr>
          <a:lstStyle/>
          <a:p>
            <a:r>
              <a:rPr lang="en-CO" sz="4400" b="1" dirty="0">
                <a:solidFill>
                  <a:schemeClr val="bg1"/>
                </a:solidFill>
                <a:latin typeface="Microsoft Sans Serif" panose="020B0604020202020204" pitchFamily="34" charset="0"/>
                <a:cs typeface="Microsoft Sans Serif" panose="020B0604020202020204" pitchFamily="34" charset="0"/>
              </a:rPr>
              <a:t>Requisitos de Calidad con Prioridad</a:t>
            </a:r>
          </a:p>
        </p:txBody>
      </p:sp>
      <p:pic>
        <p:nvPicPr>
          <p:cNvPr id="43" name="Picture 42" descr="A picture containing clock&#10;&#10;Description automatically generated">
            <a:extLst>
              <a:ext uri="{FF2B5EF4-FFF2-40B4-BE49-F238E27FC236}">
                <a16:creationId xmlns:a16="http://schemas.microsoft.com/office/drawing/2014/main" id="{08993EA5-4301-964F-9A92-263EFB993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
        <p:nvSpPr>
          <p:cNvPr id="13" name="Snip and Round Single Corner Rectangle 12">
            <a:extLst>
              <a:ext uri="{FF2B5EF4-FFF2-40B4-BE49-F238E27FC236}">
                <a16:creationId xmlns:a16="http://schemas.microsoft.com/office/drawing/2014/main" id="{DA5A7CF1-CA28-CF4C-8A9F-536A087FC233}"/>
              </a:ext>
            </a:extLst>
          </p:cNvPr>
          <p:cNvSpPr/>
          <p:nvPr/>
        </p:nvSpPr>
        <p:spPr>
          <a:xfrm>
            <a:off x="1526393" y="5482698"/>
            <a:ext cx="2774815" cy="1149015"/>
          </a:xfrm>
          <a:prstGeom prst="snip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Latencia</a:t>
            </a:r>
          </a:p>
        </p:txBody>
      </p:sp>
      <p:sp>
        <p:nvSpPr>
          <p:cNvPr id="14" name="Snip and Round Single Corner Rectangle 13">
            <a:extLst>
              <a:ext uri="{FF2B5EF4-FFF2-40B4-BE49-F238E27FC236}">
                <a16:creationId xmlns:a16="http://schemas.microsoft.com/office/drawing/2014/main" id="{91CBBCB5-B7B4-C343-8733-6A0806761358}"/>
              </a:ext>
            </a:extLst>
          </p:cNvPr>
          <p:cNvSpPr/>
          <p:nvPr/>
        </p:nvSpPr>
        <p:spPr>
          <a:xfrm>
            <a:off x="8211464" y="3143234"/>
            <a:ext cx="2445489" cy="767822"/>
          </a:xfrm>
          <a:prstGeom prst="snip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Utilidad</a:t>
            </a:r>
          </a:p>
        </p:txBody>
      </p:sp>
      <p:cxnSp>
        <p:nvCxnSpPr>
          <p:cNvPr id="16" name="Elbow Connector 15">
            <a:extLst>
              <a:ext uri="{FF2B5EF4-FFF2-40B4-BE49-F238E27FC236}">
                <a16:creationId xmlns:a16="http://schemas.microsoft.com/office/drawing/2014/main" id="{FD68958D-FB85-3B49-A25A-B53C08F63AB8}"/>
              </a:ext>
            </a:extLst>
          </p:cNvPr>
          <p:cNvCxnSpPr>
            <a:cxnSpLocks/>
            <a:stCxn id="14" idx="1"/>
            <a:endCxn id="13" idx="3"/>
          </p:cNvCxnSpPr>
          <p:nvPr/>
        </p:nvCxnSpPr>
        <p:spPr>
          <a:xfrm rot="5400000">
            <a:off x="5388184" y="1436673"/>
            <a:ext cx="1571642" cy="6520408"/>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6">
            <a:extLst>
              <a:ext uri="{FF2B5EF4-FFF2-40B4-BE49-F238E27FC236}">
                <a16:creationId xmlns:a16="http://schemas.microsoft.com/office/drawing/2014/main" id="{8D2BAC08-86C6-DA49-89F9-43C375B7FE1D}"/>
              </a:ext>
            </a:extLst>
          </p:cNvPr>
          <p:cNvCxnSpPr>
            <a:cxnSpLocks/>
            <a:stCxn id="14" idx="1"/>
            <a:endCxn id="40" idx="3"/>
          </p:cNvCxnSpPr>
          <p:nvPr/>
        </p:nvCxnSpPr>
        <p:spPr>
          <a:xfrm rot="16200000" flipH="1">
            <a:off x="11597439" y="1747826"/>
            <a:ext cx="1571642" cy="5898102"/>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792F1383-D039-CD42-9541-DB7DBD64152A}"/>
              </a:ext>
            </a:extLst>
          </p:cNvPr>
          <p:cNvCxnSpPr>
            <a:cxnSpLocks/>
            <a:stCxn id="40" idx="1"/>
            <a:endCxn id="35" idx="3"/>
          </p:cNvCxnSpPr>
          <p:nvPr/>
        </p:nvCxnSpPr>
        <p:spPr>
          <a:xfrm rot="5400000">
            <a:off x="13424341" y="6786101"/>
            <a:ext cx="2062358" cy="1753583"/>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a:extLst>
              <a:ext uri="{FF2B5EF4-FFF2-40B4-BE49-F238E27FC236}">
                <a16:creationId xmlns:a16="http://schemas.microsoft.com/office/drawing/2014/main" id="{B1855870-6B1C-8F41-B743-3AA01375BC31}"/>
              </a:ext>
            </a:extLst>
          </p:cNvPr>
          <p:cNvCxnSpPr>
            <a:cxnSpLocks/>
            <a:stCxn id="40" idx="1"/>
            <a:endCxn id="55" idx="3"/>
          </p:cNvCxnSpPr>
          <p:nvPr/>
        </p:nvCxnSpPr>
        <p:spPr>
          <a:xfrm rot="16200000" flipH="1">
            <a:off x="15137452" y="6826571"/>
            <a:ext cx="2062358" cy="1672641"/>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4" name="Snip and Round Single Corner Rectangle 33">
            <a:extLst>
              <a:ext uri="{FF2B5EF4-FFF2-40B4-BE49-F238E27FC236}">
                <a16:creationId xmlns:a16="http://schemas.microsoft.com/office/drawing/2014/main" id="{0558858B-6299-C548-AA17-FAE44E69D037}"/>
              </a:ext>
            </a:extLst>
          </p:cNvPr>
          <p:cNvSpPr/>
          <p:nvPr/>
        </p:nvSpPr>
        <p:spPr>
          <a:xfrm>
            <a:off x="6668857" y="8711291"/>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EC003</a:t>
            </a:r>
          </a:p>
        </p:txBody>
      </p:sp>
      <p:sp>
        <p:nvSpPr>
          <p:cNvPr id="35" name="Snip and Round Single Corner Rectangle 34">
            <a:extLst>
              <a:ext uri="{FF2B5EF4-FFF2-40B4-BE49-F238E27FC236}">
                <a16:creationId xmlns:a16="http://schemas.microsoft.com/office/drawing/2014/main" id="{691E3E82-6A84-7942-AF2B-1589A322421D}"/>
              </a:ext>
            </a:extLst>
          </p:cNvPr>
          <p:cNvSpPr/>
          <p:nvPr/>
        </p:nvSpPr>
        <p:spPr>
          <a:xfrm>
            <a:off x="12678619" y="8694071"/>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EC005</a:t>
            </a:r>
          </a:p>
        </p:txBody>
      </p:sp>
      <p:sp>
        <p:nvSpPr>
          <p:cNvPr id="37" name="Snip and Round Single Corner Rectangle 36">
            <a:extLst>
              <a:ext uri="{FF2B5EF4-FFF2-40B4-BE49-F238E27FC236}">
                <a16:creationId xmlns:a16="http://schemas.microsoft.com/office/drawing/2014/main" id="{3FD88CA1-651F-0A4D-8F0B-78E725A3C642}"/>
              </a:ext>
            </a:extLst>
          </p:cNvPr>
          <p:cNvSpPr/>
          <p:nvPr/>
        </p:nvSpPr>
        <p:spPr>
          <a:xfrm>
            <a:off x="599154" y="8694072"/>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EC001</a:t>
            </a:r>
          </a:p>
        </p:txBody>
      </p:sp>
      <p:cxnSp>
        <p:nvCxnSpPr>
          <p:cNvPr id="38" name="Elbow Connector 37">
            <a:extLst>
              <a:ext uri="{FF2B5EF4-FFF2-40B4-BE49-F238E27FC236}">
                <a16:creationId xmlns:a16="http://schemas.microsoft.com/office/drawing/2014/main" id="{F040D145-AD1E-F04E-98AF-106FEF686882}"/>
              </a:ext>
            </a:extLst>
          </p:cNvPr>
          <p:cNvCxnSpPr>
            <a:cxnSpLocks/>
            <a:stCxn id="13" idx="1"/>
            <a:endCxn id="37" idx="3"/>
          </p:cNvCxnSpPr>
          <p:nvPr/>
        </p:nvCxnSpPr>
        <p:spPr>
          <a:xfrm rot="5400000">
            <a:off x="1175353" y="6955623"/>
            <a:ext cx="2062359" cy="1414538"/>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AA60897D-F8DA-784D-91DE-57C0C3E7815A}"/>
              </a:ext>
            </a:extLst>
          </p:cNvPr>
          <p:cNvCxnSpPr>
            <a:cxnSpLocks/>
            <a:stCxn id="26" idx="1"/>
            <a:endCxn id="34" idx="3"/>
          </p:cNvCxnSpPr>
          <p:nvPr/>
        </p:nvCxnSpPr>
        <p:spPr>
          <a:xfrm rot="5400000">
            <a:off x="7530503" y="6807583"/>
            <a:ext cx="1942171" cy="1865244"/>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8" name="Snip and Round Single Corner Rectangle 47">
            <a:extLst>
              <a:ext uri="{FF2B5EF4-FFF2-40B4-BE49-F238E27FC236}">
                <a16:creationId xmlns:a16="http://schemas.microsoft.com/office/drawing/2014/main" id="{A4A25414-C2F6-DA46-9BAB-A99E8A4C22BE}"/>
              </a:ext>
            </a:extLst>
          </p:cNvPr>
          <p:cNvSpPr/>
          <p:nvPr/>
        </p:nvSpPr>
        <p:spPr>
          <a:xfrm>
            <a:off x="9973888" y="8694072"/>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EC004</a:t>
            </a:r>
          </a:p>
        </p:txBody>
      </p:sp>
      <p:cxnSp>
        <p:nvCxnSpPr>
          <p:cNvPr id="52" name="Elbow Connector 51">
            <a:extLst>
              <a:ext uri="{FF2B5EF4-FFF2-40B4-BE49-F238E27FC236}">
                <a16:creationId xmlns:a16="http://schemas.microsoft.com/office/drawing/2014/main" id="{60917162-6DA6-E84F-AF3C-6C5EE4AF497E}"/>
              </a:ext>
            </a:extLst>
          </p:cNvPr>
          <p:cNvCxnSpPr>
            <a:cxnSpLocks/>
            <a:stCxn id="26" idx="1"/>
            <a:endCxn id="48" idx="3"/>
          </p:cNvCxnSpPr>
          <p:nvPr/>
        </p:nvCxnSpPr>
        <p:spPr>
          <a:xfrm rot="16200000" flipH="1">
            <a:off x="9191627" y="7011702"/>
            <a:ext cx="1924952" cy="1439787"/>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5" name="Snip and Round Single Corner Rectangle 54">
            <a:extLst>
              <a:ext uri="{FF2B5EF4-FFF2-40B4-BE49-F238E27FC236}">
                <a16:creationId xmlns:a16="http://schemas.microsoft.com/office/drawing/2014/main" id="{68043360-7301-8842-BD42-9D1615522645}"/>
              </a:ext>
            </a:extLst>
          </p:cNvPr>
          <p:cNvSpPr/>
          <p:nvPr/>
        </p:nvSpPr>
        <p:spPr>
          <a:xfrm>
            <a:off x="16104843" y="8694071"/>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EC006</a:t>
            </a:r>
          </a:p>
        </p:txBody>
      </p:sp>
      <p:sp>
        <p:nvSpPr>
          <p:cNvPr id="62" name="Snip and Round Single Corner Rectangle 61">
            <a:extLst>
              <a:ext uri="{FF2B5EF4-FFF2-40B4-BE49-F238E27FC236}">
                <a16:creationId xmlns:a16="http://schemas.microsoft.com/office/drawing/2014/main" id="{FE89FA84-133C-914E-90D2-F089A4819DE8}"/>
              </a:ext>
            </a:extLst>
          </p:cNvPr>
          <p:cNvSpPr/>
          <p:nvPr/>
        </p:nvSpPr>
        <p:spPr>
          <a:xfrm>
            <a:off x="3747162" y="8694072"/>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EC002</a:t>
            </a:r>
          </a:p>
        </p:txBody>
      </p:sp>
      <p:cxnSp>
        <p:nvCxnSpPr>
          <p:cNvPr id="63" name="Elbow Connector 62">
            <a:extLst>
              <a:ext uri="{FF2B5EF4-FFF2-40B4-BE49-F238E27FC236}">
                <a16:creationId xmlns:a16="http://schemas.microsoft.com/office/drawing/2014/main" id="{CB7FD55A-6789-A548-94BA-03C53A94B2B5}"/>
              </a:ext>
            </a:extLst>
          </p:cNvPr>
          <p:cNvCxnSpPr>
            <a:cxnSpLocks/>
            <a:stCxn id="13" idx="1"/>
            <a:endCxn id="62" idx="3"/>
          </p:cNvCxnSpPr>
          <p:nvPr/>
        </p:nvCxnSpPr>
        <p:spPr>
          <a:xfrm rot="16200000" flipH="1">
            <a:off x="2749357" y="6796157"/>
            <a:ext cx="2062359" cy="1733470"/>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 name="Snip and Round Single Corner Rectangle 25">
            <a:extLst>
              <a:ext uri="{FF2B5EF4-FFF2-40B4-BE49-F238E27FC236}">
                <a16:creationId xmlns:a16="http://schemas.microsoft.com/office/drawing/2014/main" id="{B20589CD-5EC1-024D-BC13-39F8882C3642}"/>
              </a:ext>
            </a:extLst>
          </p:cNvPr>
          <p:cNvSpPr/>
          <p:nvPr/>
        </p:nvSpPr>
        <p:spPr>
          <a:xfrm>
            <a:off x="8046802" y="5620105"/>
            <a:ext cx="2774815" cy="1149015"/>
          </a:xfrm>
          <a:prstGeom prst="snip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Escalabilidad</a:t>
            </a:r>
          </a:p>
        </p:txBody>
      </p:sp>
      <p:cxnSp>
        <p:nvCxnSpPr>
          <p:cNvPr id="39" name="Elbow Connector 38">
            <a:extLst>
              <a:ext uri="{FF2B5EF4-FFF2-40B4-BE49-F238E27FC236}">
                <a16:creationId xmlns:a16="http://schemas.microsoft.com/office/drawing/2014/main" id="{DE2F3023-59FD-134B-A12F-8BCFC85607B5}"/>
              </a:ext>
            </a:extLst>
          </p:cNvPr>
          <p:cNvCxnSpPr>
            <a:cxnSpLocks/>
            <a:stCxn id="14" idx="1"/>
            <a:endCxn id="26" idx="3"/>
          </p:cNvCxnSpPr>
          <p:nvPr/>
        </p:nvCxnSpPr>
        <p:spPr>
          <a:xfrm rot="16200000" flipH="1">
            <a:off x="8579685" y="4765579"/>
            <a:ext cx="1709049" cy="1"/>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0" name="Snip and Round Single Corner Rectangle 39">
            <a:extLst>
              <a:ext uri="{FF2B5EF4-FFF2-40B4-BE49-F238E27FC236}">
                <a16:creationId xmlns:a16="http://schemas.microsoft.com/office/drawing/2014/main" id="{5D49BAAB-958A-2C41-B213-51D525A4E324}"/>
              </a:ext>
            </a:extLst>
          </p:cNvPr>
          <p:cNvSpPr/>
          <p:nvPr/>
        </p:nvSpPr>
        <p:spPr>
          <a:xfrm>
            <a:off x="13944903" y="5482698"/>
            <a:ext cx="2774815" cy="1149015"/>
          </a:xfrm>
          <a:prstGeom prst="snip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Facilidad de modificación</a:t>
            </a:r>
          </a:p>
        </p:txBody>
      </p:sp>
      <p:sp>
        <p:nvSpPr>
          <p:cNvPr id="65" name="Rectangle 64">
            <a:extLst>
              <a:ext uri="{FF2B5EF4-FFF2-40B4-BE49-F238E27FC236}">
                <a16:creationId xmlns:a16="http://schemas.microsoft.com/office/drawing/2014/main" id="{A03BE9BC-2006-A04F-9C48-ECDF73172763}"/>
              </a:ext>
            </a:extLst>
          </p:cNvPr>
          <p:cNvSpPr/>
          <p:nvPr/>
        </p:nvSpPr>
        <p:spPr>
          <a:xfrm>
            <a:off x="2124375" y="1724959"/>
            <a:ext cx="14102349" cy="1131848"/>
          </a:xfrm>
          <a:prstGeom prst="rect">
            <a:avLst/>
          </a:prstGeom>
        </p:spPr>
        <p:txBody>
          <a:bodyPr wrap="square">
            <a:spAutoFit/>
          </a:bodyPr>
          <a:lstStyle/>
          <a:p>
            <a:pPr>
              <a:lnSpc>
                <a:spcPct val="150000"/>
              </a:lnSpc>
              <a:spcBef>
                <a:spcPts val="600"/>
              </a:spcBef>
            </a:pPr>
            <a:r>
              <a:rPr lang="en-CO" sz="2400" dirty="0">
                <a:solidFill>
                  <a:schemeClr val="accent1"/>
                </a:solidFill>
              </a:rPr>
              <a:t>A partir de los 6 requisitos de calidad especificados en la hoja de trabajo 2A, construya un árbol de utilidad, en el que las hojas tienen los identificadores de los escenarios de calidad</a:t>
            </a:r>
          </a:p>
        </p:txBody>
      </p:sp>
    </p:spTree>
    <p:extLst>
      <p:ext uri="{BB962C8B-B14F-4D97-AF65-F5344CB8AC3E}">
        <p14:creationId xmlns:p14="http://schemas.microsoft.com/office/powerpoint/2010/main" val="2188471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Pentagon 35">
            <a:extLst>
              <a:ext uri="{FF2B5EF4-FFF2-40B4-BE49-F238E27FC236}">
                <a16:creationId xmlns:a16="http://schemas.microsoft.com/office/drawing/2014/main" id="{846DF9A9-623E-B94B-ABFB-55F40F134C51}"/>
              </a:ext>
            </a:extLst>
          </p:cNvPr>
          <p:cNvSpPr/>
          <p:nvPr/>
        </p:nvSpPr>
        <p:spPr>
          <a:xfrm>
            <a:off x="2124375" y="121514"/>
            <a:ext cx="14865178" cy="1507300"/>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O"/>
          </a:p>
        </p:txBody>
      </p:sp>
      <p:sp>
        <p:nvSpPr>
          <p:cNvPr id="8" name="TextBox 7">
            <a:extLst>
              <a:ext uri="{FF2B5EF4-FFF2-40B4-BE49-F238E27FC236}">
                <a16:creationId xmlns:a16="http://schemas.microsoft.com/office/drawing/2014/main" id="{7EA44347-F273-E343-A5CA-3C20D2A109FB}"/>
              </a:ext>
            </a:extLst>
          </p:cNvPr>
          <p:cNvSpPr txBox="1"/>
          <p:nvPr/>
        </p:nvSpPr>
        <p:spPr>
          <a:xfrm>
            <a:off x="3843580" y="517585"/>
            <a:ext cx="9715940" cy="769441"/>
          </a:xfrm>
          <a:prstGeom prst="rect">
            <a:avLst/>
          </a:prstGeom>
          <a:noFill/>
        </p:spPr>
        <p:txBody>
          <a:bodyPr wrap="square" rtlCol="0">
            <a:spAutoFit/>
          </a:bodyPr>
          <a:lstStyle/>
          <a:p>
            <a:r>
              <a:rPr lang="en-CO" sz="4400" b="1" dirty="0">
                <a:solidFill>
                  <a:schemeClr val="bg1"/>
                </a:solidFill>
                <a:latin typeface="Microsoft Sans Serif" panose="020B0604020202020204" pitchFamily="34" charset="0"/>
                <a:cs typeface="Microsoft Sans Serif" panose="020B0604020202020204" pitchFamily="34" charset="0"/>
              </a:rPr>
              <a:t>Requisitos de Calidad con Prioridad</a:t>
            </a:r>
          </a:p>
        </p:txBody>
      </p:sp>
      <p:pic>
        <p:nvPicPr>
          <p:cNvPr id="43" name="Picture 42" descr="A picture containing clock&#10;&#10;Description automatically generated">
            <a:extLst>
              <a:ext uri="{FF2B5EF4-FFF2-40B4-BE49-F238E27FC236}">
                <a16:creationId xmlns:a16="http://schemas.microsoft.com/office/drawing/2014/main" id="{08993EA5-4301-964F-9A92-263EFB993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
        <p:nvSpPr>
          <p:cNvPr id="13" name="Snip and Round Single Corner Rectangle 12">
            <a:extLst>
              <a:ext uri="{FF2B5EF4-FFF2-40B4-BE49-F238E27FC236}">
                <a16:creationId xmlns:a16="http://schemas.microsoft.com/office/drawing/2014/main" id="{DA5A7CF1-CA28-CF4C-8A9F-536A087FC233}"/>
              </a:ext>
            </a:extLst>
          </p:cNvPr>
          <p:cNvSpPr/>
          <p:nvPr/>
        </p:nvSpPr>
        <p:spPr>
          <a:xfrm>
            <a:off x="1526393" y="5482698"/>
            <a:ext cx="2774815" cy="1149015"/>
          </a:xfrm>
          <a:prstGeom prst="snip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Latencia</a:t>
            </a:r>
          </a:p>
        </p:txBody>
      </p:sp>
      <p:sp>
        <p:nvSpPr>
          <p:cNvPr id="14" name="Snip and Round Single Corner Rectangle 13">
            <a:extLst>
              <a:ext uri="{FF2B5EF4-FFF2-40B4-BE49-F238E27FC236}">
                <a16:creationId xmlns:a16="http://schemas.microsoft.com/office/drawing/2014/main" id="{91CBBCB5-B7B4-C343-8733-6A0806761358}"/>
              </a:ext>
            </a:extLst>
          </p:cNvPr>
          <p:cNvSpPr/>
          <p:nvPr/>
        </p:nvSpPr>
        <p:spPr>
          <a:xfrm>
            <a:off x="8211466" y="3210884"/>
            <a:ext cx="2445489" cy="767822"/>
          </a:xfrm>
          <a:prstGeom prst="snip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Utilidad</a:t>
            </a:r>
          </a:p>
        </p:txBody>
      </p:sp>
      <p:cxnSp>
        <p:nvCxnSpPr>
          <p:cNvPr id="16" name="Elbow Connector 15">
            <a:extLst>
              <a:ext uri="{FF2B5EF4-FFF2-40B4-BE49-F238E27FC236}">
                <a16:creationId xmlns:a16="http://schemas.microsoft.com/office/drawing/2014/main" id="{FD68958D-FB85-3B49-A25A-B53C08F63AB8}"/>
              </a:ext>
            </a:extLst>
          </p:cNvPr>
          <p:cNvCxnSpPr>
            <a:cxnSpLocks/>
            <a:stCxn id="14" idx="1"/>
            <a:endCxn id="13" idx="3"/>
          </p:cNvCxnSpPr>
          <p:nvPr/>
        </p:nvCxnSpPr>
        <p:spPr>
          <a:xfrm rot="5400000">
            <a:off x="5422010" y="1470497"/>
            <a:ext cx="1503992" cy="6520410"/>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6">
            <a:extLst>
              <a:ext uri="{FF2B5EF4-FFF2-40B4-BE49-F238E27FC236}">
                <a16:creationId xmlns:a16="http://schemas.microsoft.com/office/drawing/2014/main" id="{8D2BAC08-86C6-DA49-89F9-43C375B7FE1D}"/>
              </a:ext>
            </a:extLst>
          </p:cNvPr>
          <p:cNvCxnSpPr>
            <a:cxnSpLocks/>
            <a:stCxn id="14" idx="1"/>
            <a:endCxn id="40" idx="3"/>
          </p:cNvCxnSpPr>
          <p:nvPr/>
        </p:nvCxnSpPr>
        <p:spPr>
          <a:xfrm rot="16200000" flipH="1">
            <a:off x="11631265" y="1781652"/>
            <a:ext cx="1503992" cy="5898100"/>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792F1383-D039-CD42-9541-DB7DBD64152A}"/>
              </a:ext>
            </a:extLst>
          </p:cNvPr>
          <p:cNvCxnSpPr>
            <a:cxnSpLocks/>
            <a:stCxn id="40" idx="1"/>
            <a:endCxn id="35" idx="3"/>
          </p:cNvCxnSpPr>
          <p:nvPr/>
        </p:nvCxnSpPr>
        <p:spPr>
          <a:xfrm rot="5400000">
            <a:off x="13424341" y="6786101"/>
            <a:ext cx="2062358" cy="1753583"/>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a:extLst>
              <a:ext uri="{FF2B5EF4-FFF2-40B4-BE49-F238E27FC236}">
                <a16:creationId xmlns:a16="http://schemas.microsoft.com/office/drawing/2014/main" id="{B1855870-6B1C-8F41-B743-3AA01375BC31}"/>
              </a:ext>
            </a:extLst>
          </p:cNvPr>
          <p:cNvCxnSpPr>
            <a:cxnSpLocks/>
            <a:stCxn id="40" idx="1"/>
            <a:endCxn id="55" idx="3"/>
          </p:cNvCxnSpPr>
          <p:nvPr/>
        </p:nvCxnSpPr>
        <p:spPr>
          <a:xfrm rot="16200000" flipH="1">
            <a:off x="15137452" y="6826571"/>
            <a:ext cx="2062358" cy="1672641"/>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4" name="Snip and Round Single Corner Rectangle 33">
            <a:extLst>
              <a:ext uri="{FF2B5EF4-FFF2-40B4-BE49-F238E27FC236}">
                <a16:creationId xmlns:a16="http://schemas.microsoft.com/office/drawing/2014/main" id="{0558858B-6299-C548-AA17-FAE44E69D037}"/>
              </a:ext>
            </a:extLst>
          </p:cNvPr>
          <p:cNvSpPr/>
          <p:nvPr/>
        </p:nvSpPr>
        <p:spPr>
          <a:xfrm>
            <a:off x="6668857" y="8711291"/>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EC003</a:t>
            </a:r>
          </a:p>
          <a:p>
            <a:pPr algn="ctr"/>
            <a:r>
              <a:rPr lang="en-CO" sz="2800" dirty="0"/>
              <a:t>(A – A)</a:t>
            </a:r>
          </a:p>
        </p:txBody>
      </p:sp>
      <p:sp>
        <p:nvSpPr>
          <p:cNvPr id="35" name="Snip and Round Single Corner Rectangle 34">
            <a:extLst>
              <a:ext uri="{FF2B5EF4-FFF2-40B4-BE49-F238E27FC236}">
                <a16:creationId xmlns:a16="http://schemas.microsoft.com/office/drawing/2014/main" id="{691E3E82-6A84-7942-AF2B-1589A322421D}"/>
              </a:ext>
            </a:extLst>
          </p:cNvPr>
          <p:cNvSpPr/>
          <p:nvPr/>
        </p:nvSpPr>
        <p:spPr>
          <a:xfrm>
            <a:off x="12678619" y="8694071"/>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EC005</a:t>
            </a:r>
          </a:p>
          <a:p>
            <a:pPr algn="ctr"/>
            <a:r>
              <a:rPr lang="en-CO" sz="2800" dirty="0"/>
              <a:t>(B - B)</a:t>
            </a:r>
          </a:p>
        </p:txBody>
      </p:sp>
      <p:sp>
        <p:nvSpPr>
          <p:cNvPr id="37" name="Snip and Round Single Corner Rectangle 36">
            <a:extLst>
              <a:ext uri="{FF2B5EF4-FFF2-40B4-BE49-F238E27FC236}">
                <a16:creationId xmlns:a16="http://schemas.microsoft.com/office/drawing/2014/main" id="{3FD88CA1-651F-0A4D-8F0B-78E725A3C642}"/>
              </a:ext>
            </a:extLst>
          </p:cNvPr>
          <p:cNvSpPr/>
          <p:nvPr/>
        </p:nvSpPr>
        <p:spPr>
          <a:xfrm>
            <a:off x="599154" y="8694072"/>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EC001</a:t>
            </a:r>
          </a:p>
          <a:p>
            <a:pPr algn="ctr"/>
            <a:r>
              <a:rPr lang="en-CO" sz="2800" dirty="0"/>
              <a:t>(M - B)</a:t>
            </a:r>
          </a:p>
        </p:txBody>
      </p:sp>
      <p:cxnSp>
        <p:nvCxnSpPr>
          <p:cNvPr id="38" name="Elbow Connector 37">
            <a:extLst>
              <a:ext uri="{FF2B5EF4-FFF2-40B4-BE49-F238E27FC236}">
                <a16:creationId xmlns:a16="http://schemas.microsoft.com/office/drawing/2014/main" id="{F040D145-AD1E-F04E-98AF-106FEF686882}"/>
              </a:ext>
            </a:extLst>
          </p:cNvPr>
          <p:cNvCxnSpPr>
            <a:cxnSpLocks/>
            <a:stCxn id="13" idx="1"/>
            <a:endCxn id="37" idx="3"/>
          </p:cNvCxnSpPr>
          <p:nvPr/>
        </p:nvCxnSpPr>
        <p:spPr>
          <a:xfrm rot="5400000">
            <a:off x="1175353" y="6955623"/>
            <a:ext cx="2062359" cy="1414538"/>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AA60897D-F8DA-784D-91DE-57C0C3E7815A}"/>
              </a:ext>
            </a:extLst>
          </p:cNvPr>
          <p:cNvCxnSpPr>
            <a:cxnSpLocks/>
            <a:stCxn id="26" idx="1"/>
            <a:endCxn id="34" idx="3"/>
          </p:cNvCxnSpPr>
          <p:nvPr/>
        </p:nvCxnSpPr>
        <p:spPr>
          <a:xfrm rot="5400000">
            <a:off x="7530503" y="6807583"/>
            <a:ext cx="1942171" cy="1865244"/>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8" name="Snip and Round Single Corner Rectangle 47">
            <a:extLst>
              <a:ext uri="{FF2B5EF4-FFF2-40B4-BE49-F238E27FC236}">
                <a16:creationId xmlns:a16="http://schemas.microsoft.com/office/drawing/2014/main" id="{A4A25414-C2F6-DA46-9BAB-A99E8A4C22BE}"/>
              </a:ext>
            </a:extLst>
          </p:cNvPr>
          <p:cNvSpPr/>
          <p:nvPr/>
        </p:nvSpPr>
        <p:spPr>
          <a:xfrm>
            <a:off x="9973888" y="8694072"/>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EC004</a:t>
            </a:r>
          </a:p>
          <a:p>
            <a:pPr algn="ctr"/>
            <a:r>
              <a:rPr lang="en-CO" sz="2800" dirty="0"/>
              <a:t>(A – B)</a:t>
            </a:r>
          </a:p>
        </p:txBody>
      </p:sp>
      <p:cxnSp>
        <p:nvCxnSpPr>
          <p:cNvPr id="52" name="Elbow Connector 51">
            <a:extLst>
              <a:ext uri="{FF2B5EF4-FFF2-40B4-BE49-F238E27FC236}">
                <a16:creationId xmlns:a16="http://schemas.microsoft.com/office/drawing/2014/main" id="{60917162-6DA6-E84F-AF3C-6C5EE4AF497E}"/>
              </a:ext>
            </a:extLst>
          </p:cNvPr>
          <p:cNvCxnSpPr>
            <a:cxnSpLocks/>
            <a:stCxn id="26" idx="1"/>
            <a:endCxn id="48" idx="3"/>
          </p:cNvCxnSpPr>
          <p:nvPr/>
        </p:nvCxnSpPr>
        <p:spPr>
          <a:xfrm rot="16200000" flipH="1">
            <a:off x="9191627" y="7011702"/>
            <a:ext cx="1924952" cy="1439787"/>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5" name="Snip and Round Single Corner Rectangle 54">
            <a:extLst>
              <a:ext uri="{FF2B5EF4-FFF2-40B4-BE49-F238E27FC236}">
                <a16:creationId xmlns:a16="http://schemas.microsoft.com/office/drawing/2014/main" id="{68043360-7301-8842-BD42-9D1615522645}"/>
              </a:ext>
            </a:extLst>
          </p:cNvPr>
          <p:cNvSpPr/>
          <p:nvPr/>
        </p:nvSpPr>
        <p:spPr>
          <a:xfrm>
            <a:off x="16104843" y="8694071"/>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EC006</a:t>
            </a:r>
          </a:p>
          <a:p>
            <a:pPr algn="ctr"/>
            <a:r>
              <a:rPr lang="en-CO" sz="2800" dirty="0"/>
              <a:t>(B - B)</a:t>
            </a:r>
          </a:p>
        </p:txBody>
      </p:sp>
      <p:sp>
        <p:nvSpPr>
          <p:cNvPr id="62" name="Snip and Round Single Corner Rectangle 61">
            <a:extLst>
              <a:ext uri="{FF2B5EF4-FFF2-40B4-BE49-F238E27FC236}">
                <a16:creationId xmlns:a16="http://schemas.microsoft.com/office/drawing/2014/main" id="{FE89FA84-133C-914E-90D2-F089A4819DE8}"/>
              </a:ext>
            </a:extLst>
          </p:cNvPr>
          <p:cNvSpPr/>
          <p:nvPr/>
        </p:nvSpPr>
        <p:spPr>
          <a:xfrm>
            <a:off x="3747162" y="8694072"/>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EC002</a:t>
            </a:r>
          </a:p>
          <a:p>
            <a:pPr algn="ctr"/>
            <a:r>
              <a:rPr lang="en-CO" sz="2800" dirty="0"/>
              <a:t>(M – A)</a:t>
            </a:r>
          </a:p>
        </p:txBody>
      </p:sp>
      <p:cxnSp>
        <p:nvCxnSpPr>
          <p:cNvPr id="63" name="Elbow Connector 62">
            <a:extLst>
              <a:ext uri="{FF2B5EF4-FFF2-40B4-BE49-F238E27FC236}">
                <a16:creationId xmlns:a16="http://schemas.microsoft.com/office/drawing/2014/main" id="{CB7FD55A-6789-A548-94BA-03C53A94B2B5}"/>
              </a:ext>
            </a:extLst>
          </p:cNvPr>
          <p:cNvCxnSpPr>
            <a:cxnSpLocks/>
            <a:stCxn id="13" idx="1"/>
            <a:endCxn id="62" idx="3"/>
          </p:cNvCxnSpPr>
          <p:nvPr/>
        </p:nvCxnSpPr>
        <p:spPr>
          <a:xfrm rot="16200000" flipH="1">
            <a:off x="2749357" y="6796157"/>
            <a:ext cx="2062359" cy="1733470"/>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 name="Snip and Round Single Corner Rectangle 25">
            <a:extLst>
              <a:ext uri="{FF2B5EF4-FFF2-40B4-BE49-F238E27FC236}">
                <a16:creationId xmlns:a16="http://schemas.microsoft.com/office/drawing/2014/main" id="{B20589CD-5EC1-024D-BC13-39F8882C3642}"/>
              </a:ext>
            </a:extLst>
          </p:cNvPr>
          <p:cNvSpPr/>
          <p:nvPr/>
        </p:nvSpPr>
        <p:spPr>
          <a:xfrm>
            <a:off x="8046802" y="5620105"/>
            <a:ext cx="2774815" cy="1149015"/>
          </a:xfrm>
          <a:prstGeom prst="snip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Escalabilidad</a:t>
            </a:r>
          </a:p>
        </p:txBody>
      </p:sp>
      <p:cxnSp>
        <p:nvCxnSpPr>
          <p:cNvPr id="39" name="Elbow Connector 38">
            <a:extLst>
              <a:ext uri="{FF2B5EF4-FFF2-40B4-BE49-F238E27FC236}">
                <a16:creationId xmlns:a16="http://schemas.microsoft.com/office/drawing/2014/main" id="{DE2F3023-59FD-134B-A12F-8BCFC85607B5}"/>
              </a:ext>
            </a:extLst>
          </p:cNvPr>
          <p:cNvCxnSpPr>
            <a:cxnSpLocks/>
            <a:stCxn id="14" idx="1"/>
            <a:endCxn id="26" idx="3"/>
          </p:cNvCxnSpPr>
          <p:nvPr/>
        </p:nvCxnSpPr>
        <p:spPr>
          <a:xfrm rot="5400000">
            <a:off x="8613512" y="4799405"/>
            <a:ext cx="1641399" cy="1"/>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0" name="Snip and Round Single Corner Rectangle 39">
            <a:extLst>
              <a:ext uri="{FF2B5EF4-FFF2-40B4-BE49-F238E27FC236}">
                <a16:creationId xmlns:a16="http://schemas.microsoft.com/office/drawing/2014/main" id="{5D49BAAB-958A-2C41-B213-51D525A4E324}"/>
              </a:ext>
            </a:extLst>
          </p:cNvPr>
          <p:cNvSpPr/>
          <p:nvPr/>
        </p:nvSpPr>
        <p:spPr>
          <a:xfrm>
            <a:off x="13944903" y="5482698"/>
            <a:ext cx="2774815" cy="1149015"/>
          </a:xfrm>
          <a:prstGeom prst="snip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Facilidad de modificación</a:t>
            </a:r>
          </a:p>
        </p:txBody>
      </p:sp>
      <p:sp>
        <p:nvSpPr>
          <p:cNvPr id="27" name="Rectangle 26">
            <a:extLst>
              <a:ext uri="{FF2B5EF4-FFF2-40B4-BE49-F238E27FC236}">
                <a16:creationId xmlns:a16="http://schemas.microsoft.com/office/drawing/2014/main" id="{F393DC93-425C-494B-93A9-835B6C2B426A}"/>
              </a:ext>
            </a:extLst>
          </p:cNvPr>
          <p:cNvSpPr/>
          <p:nvPr/>
        </p:nvSpPr>
        <p:spPr>
          <a:xfrm>
            <a:off x="2124375" y="1724959"/>
            <a:ext cx="14102349" cy="1131848"/>
          </a:xfrm>
          <a:prstGeom prst="rect">
            <a:avLst/>
          </a:prstGeom>
        </p:spPr>
        <p:txBody>
          <a:bodyPr wrap="square">
            <a:spAutoFit/>
          </a:bodyPr>
          <a:lstStyle/>
          <a:p>
            <a:pPr>
              <a:lnSpc>
                <a:spcPct val="150000"/>
              </a:lnSpc>
              <a:spcBef>
                <a:spcPts val="600"/>
              </a:spcBef>
            </a:pPr>
            <a:r>
              <a:rPr lang="en-CO" sz="2400" dirty="0">
                <a:solidFill>
                  <a:schemeClr val="accent1"/>
                </a:solidFill>
              </a:rPr>
              <a:t>Asigne prioridades a cada escenario de calidad siguiendo el formato A:Alto, M:Medio, B:Bajo.  En este caso puede suponer diferentes valores para la prioridad correspondiente al cliente.</a:t>
            </a:r>
          </a:p>
        </p:txBody>
      </p:sp>
    </p:spTree>
    <p:extLst>
      <p:ext uri="{BB962C8B-B14F-4D97-AF65-F5344CB8AC3E}">
        <p14:creationId xmlns:p14="http://schemas.microsoft.com/office/powerpoint/2010/main" val="1396008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Pentagon 35">
            <a:extLst>
              <a:ext uri="{FF2B5EF4-FFF2-40B4-BE49-F238E27FC236}">
                <a16:creationId xmlns:a16="http://schemas.microsoft.com/office/drawing/2014/main" id="{846DF9A9-623E-B94B-ABFB-55F40F134C51}"/>
              </a:ext>
            </a:extLst>
          </p:cNvPr>
          <p:cNvSpPr/>
          <p:nvPr/>
        </p:nvSpPr>
        <p:spPr>
          <a:xfrm>
            <a:off x="2124375" y="121514"/>
            <a:ext cx="14865178" cy="1507300"/>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O"/>
          </a:p>
        </p:txBody>
      </p:sp>
      <p:sp>
        <p:nvSpPr>
          <p:cNvPr id="8" name="TextBox 7">
            <a:extLst>
              <a:ext uri="{FF2B5EF4-FFF2-40B4-BE49-F238E27FC236}">
                <a16:creationId xmlns:a16="http://schemas.microsoft.com/office/drawing/2014/main" id="{7EA44347-F273-E343-A5CA-3C20D2A109FB}"/>
              </a:ext>
            </a:extLst>
          </p:cNvPr>
          <p:cNvSpPr txBox="1"/>
          <p:nvPr/>
        </p:nvSpPr>
        <p:spPr>
          <a:xfrm>
            <a:off x="4773478" y="517585"/>
            <a:ext cx="9655444" cy="769441"/>
          </a:xfrm>
          <a:prstGeom prst="rect">
            <a:avLst/>
          </a:prstGeom>
          <a:noFill/>
        </p:spPr>
        <p:txBody>
          <a:bodyPr wrap="square" rtlCol="0">
            <a:spAutoFit/>
          </a:bodyPr>
          <a:lstStyle/>
          <a:p>
            <a:r>
              <a:rPr lang="en-CO" sz="4400" b="1" dirty="0">
                <a:solidFill>
                  <a:schemeClr val="bg1"/>
                </a:solidFill>
                <a:latin typeface="Microsoft Sans Serif" panose="020B0604020202020204" pitchFamily="34" charset="0"/>
                <a:cs typeface="Microsoft Sans Serif" panose="020B0604020202020204" pitchFamily="34" charset="0"/>
              </a:rPr>
              <a:t>Requisitos de Calidad con Prioridad</a:t>
            </a:r>
          </a:p>
        </p:txBody>
      </p:sp>
      <p:pic>
        <p:nvPicPr>
          <p:cNvPr id="43" name="Picture 42" descr="A picture containing clock&#10;&#10;Description automatically generated">
            <a:extLst>
              <a:ext uri="{FF2B5EF4-FFF2-40B4-BE49-F238E27FC236}">
                <a16:creationId xmlns:a16="http://schemas.microsoft.com/office/drawing/2014/main" id="{08993EA5-4301-964F-9A92-263EFB993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
        <p:nvSpPr>
          <p:cNvPr id="34" name="Snip and Round Single Corner Rectangle 33">
            <a:extLst>
              <a:ext uri="{FF2B5EF4-FFF2-40B4-BE49-F238E27FC236}">
                <a16:creationId xmlns:a16="http://schemas.microsoft.com/office/drawing/2014/main" id="{0558858B-6299-C548-AA17-FAE44E69D037}"/>
              </a:ext>
            </a:extLst>
          </p:cNvPr>
          <p:cNvSpPr/>
          <p:nvPr/>
        </p:nvSpPr>
        <p:spPr>
          <a:xfrm>
            <a:off x="8493676" y="9698480"/>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EC006</a:t>
            </a:r>
          </a:p>
          <a:p>
            <a:pPr algn="ctr"/>
            <a:r>
              <a:rPr lang="en-CO" sz="2800" dirty="0"/>
              <a:t>(B – B)</a:t>
            </a:r>
          </a:p>
        </p:txBody>
      </p:sp>
      <p:sp>
        <p:nvSpPr>
          <p:cNvPr id="35" name="Snip and Round Single Corner Rectangle 34">
            <a:extLst>
              <a:ext uri="{FF2B5EF4-FFF2-40B4-BE49-F238E27FC236}">
                <a16:creationId xmlns:a16="http://schemas.microsoft.com/office/drawing/2014/main" id="{691E3E82-6A84-7942-AF2B-1589A322421D}"/>
              </a:ext>
            </a:extLst>
          </p:cNvPr>
          <p:cNvSpPr/>
          <p:nvPr/>
        </p:nvSpPr>
        <p:spPr>
          <a:xfrm>
            <a:off x="8473089" y="5357277"/>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EC002</a:t>
            </a:r>
          </a:p>
          <a:p>
            <a:pPr algn="ctr"/>
            <a:r>
              <a:rPr lang="en-CO" sz="2800" dirty="0"/>
              <a:t>(M – A)</a:t>
            </a:r>
          </a:p>
        </p:txBody>
      </p:sp>
      <p:sp>
        <p:nvSpPr>
          <p:cNvPr id="37" name="Snip and Round Single Corner Rectangle 36">
            <a:extLst>
              <a:ext uri="{FF2B5EF4-FFF2-40B4-BE49-F238E27FC236}">
                <a16:creationId xmlns:a16="http://schemas.microsoft.com/office/drawing/2014/main" id="{3FD88CA1-651F-0A4D-8F0B-78E725A3C642}"/>
              </a:ext>
            </a:extLst>
          </p:cNvPr>
          <p:cNvSpPr/>
          <p:nvPr/>
        </p:nvSpPr>
        <p:spPr>
          <a:xfrm>
            <a:off x="8473089" y="3956382"/>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EC004 </a:t>
            </a:r>
          </a:p>
          <a:p>
            <a:pPr algn="ctr"/>
            <a:r>
              <a:rPr lang="en-CO" sz="2800" dirty="0"/>
              <a:t>(A – B)</a:t>
            </a:r>
          </a:p>
        </p:txBody>
      </p:sp>
      <p:sp>
        <p:nvSpPr>
          <p:cNvPr id="48" name="Snip and Round Single Corner Rectangle 47">
            <a:extLst>
              <a:ext uri="{FF2B5EF4-FFF2-40B4-BE49-F238E27FC236}">
                <a16:creationId xmlns:a16="http://schemas.microsoft.com/office/drawing/2014/main" id="{A4A25414-C2F6-DA46-9BAB-A99E8A4C22BE}"/>
              </a:ext>
            </a:extLst>
          </p:cNvPr>
          <p:cNvSpPr/>
          <p:nvPr/>
        </p:nvSpPr>
        <p:spPr>
          <a:xfrm>
            <a:off x="8473089" y="8269941"/>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EC005 (B – B)</a:t>
            </a:r>
          </a:p>
        </p:txBody>
      </p:sp>
      <p:sp>
        <p:nvSpPr>
          <p:cNvPr id="55" name="Snip and Round Single Corner Rectangle 54">
            <a:extLst>
              <a:ext uri="{FF2B5EF4-FFF2-40B4-BE49-F238E27FC236}">
                <a16:creationId xmlns:a16="http://schemas.microsoft.com/office/drawing/2014/main" id="{68043360-7301-8842-BD42-9D1615522645}"/>
              </a:ext>
            </a:extLst>
          </p:cNvPr>
          <p:cNvSpPr/>
          <p:nvPr/>
        </p:nvSpPr>
        <p:spPr>
          <a:xfrm>
            <a:off x="8493676" y="6841402"/>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EC001</a:t>
            </a:r>
          </a:p>
          <a:p>
            <a:pPr algn="ctr"/>
            <a:r>
              <a:rPr lang="en-CO" sz="2800" dirty="0"/>
              <a:t>(M – B)</a:t>
            </a:r>
          </a:p>
        </p:txBody>
      </p:sp>
      <p:sp>
        <p:nvSpPr>
          <p:cNvPr id="62" name="Snip and Round Single Corner Rectangle 61">
            <a:extLst>
              <a:ext uri="{FF2B5EF4-FFF2-40B4-BE49-F238E27FC236}">
                <a16:creationId xmlns:a16="http://schemas.microsoft.com/office/drawing/2014/main" id="{FE89FA84-133C-914E-90D2-F089A4819DE8}"/>
              </a:ext>
            </a:extLst>
          </p:cNvPr>
          <p:cNvSpPr/>
          <p:nvPr/>
        </p:nvSpPr>
        <p:spPr>
          <a:xfrm>
            <a:off x="8493676" y="2444446"/>
            <a:ext cx="1800218" cy="934298"/>
          </a:xfrm>
          <a:prstGeom prst="snip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2800" dirty="0"/>
              <a:t>EC003</a:t>
            </a:r>
          </a:p>
          <a:p>
            <a:pPr algn="ctr"/>
            <a:r>
              <a:rPr lang="en-CO" sz="2800" dirty="0"/>
              <a:t>(A – A)</a:t>
            </a:r>
          </a:p>
        </p:txBody>
      </p:sp>
      <p:sp>
        <p:nvSpPr>
          <p:cNvPr id="2" name="TextBox 1">
            <a:extLst>
              <a:ext uri="{FF2B5EF4-FFF2-40B4-BE49-F238E27FC236}">
                <a16:creationId xmlns:a16="http://schemas.microsoft.com/office/drawing/2014/main" id="{C96E6E2C-3506-D644-9655-A176FB5F579F}"/>
              </a:ext>
            </a:extLst>
          </p:cNvPr>
          <p:cNvSpPr txBox="1"/>
          <p:nvPr/>
        </p:nvSpPr>
        <p:spPr>
          <a:xfrm>
            <a:off x="14557884" y="10371168"/>
            <a:ext cx="4355103" cy="523220"/>
          </a:xfrm>
          <a:prstGeom prst="rect">
            <a:avLst/>
          </a:prstGeom>
          <a:noFill/>
        </p:spPr>
        <p:txBody>
          <a:bodyPr wrap="none" rtlCol="0">
            <a:spAutoFit/>
          </a:bodyPr>
          <a:lstStyle/>
          <a:p>
            <a:r>
              <a:rPr lang="en-CO" sz="2800" dirty="0"/>
              <a:t>A: Alto,  M: Medio, B: Bajo</a:t>
            </a:r>
          </a:p>
        </p:txBody>
      </p:sp>
    </p:spTree>
    <p:extLst>
      <p:ext uri="{BB962C8B-B14F-4D97-AF65-F5344CB8AC3E}">
        <p14:creationId xmlns:p14="http://schemas.microsoft.com/office/powerpoint/2010/main" val="563812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en blanco y negro&#10;&#10;Descripción generada automáticamente con confianza baja">
            <a:extLst>
              <a:ext uri="{FF2B5EF4-FFF2-40B4-BE49-F238E27FC236}">
                <a16:creationId xmlns:a16="http://schemas.microsoft.com/office/drawing/2014/main" id="{81F5B806-8B2D-AE50-0A27-48994D40AF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1438" y="1178805"/>
            <a:ext cx="2784659" cy="1075663"/>
          </a:xfrm>
          <a:prstGeom prst="rect">
            <a:avLst/>
          </a:prstGeom>
        </p:spPr>
      </p:pic>
      <p:sp>
        <p:nvSpPr>
          <p:cNvPr id="6" name="CuadroTexto 5">
            <a:extLst>
              <a:ext uri="{FF2B5EF4-FFF2-40B4-BE49-F238E27FC236}">
                <a16:creationId xmlns:a16="http://schemas.microsoft.com/office/drawing/2014/main" id="{6E3E24F2-D469-0477-E32A-013755FCD7E6}"/>
              </a:ext>
            </a:extLst>
          </p:cNvPr>
          <p:cNvSpPr txBox="1"/>
          <p:nvPr/>
        </p:nvSpPr>
        <p:spPr>
          <a:xfrm>
            <a:off x="1741439" y="4641559"/>
            <a:ext cx="16621223" cy="3290516"/>
          </a:xfrm>
          <a:prstGeom prst="rect">
            <a:avLst/>
          </a:prstGeom>
          <a:noFill/>
        </p:spPr>
        <p:txBody>
          <a:bodyPr wrap="square" rtlCol="0">
            <a:spAutoFit/>
          </a:bodyPr>
          <a:lstStyle/>
          <a:p>
            <a:r>
              <a:rPr lang="es-419" sz="2309" b="1" dirty="0">
                <a:latin typeface="Lato" panose="020F0502020204030203" pitchFamily="34" charset="0"/>
              </a:rPr>
              <a:t>© - Derechos Reservados: </a:t>
            </a:r>
            <a:r>
              <a:rPr lang="es-419" sz="2309" dirty="0">
                <a:latin typeface="Lato" panose="020F0502020204030203" pitchFamily="34" charset="0"/>
              </a:rPr>
              <a:t>la presente obra, y en general todos sus contenidos, se encuentran protegidos por las normas internacionales y nacionales vigentes sobre propiedad Intelectual, por lo tanto su utilización parcial o total, reproducción, comunicación pública, transformación, distribución, alquiler, préstamo público e importación, total o parcial, en todo o en parte, en formato impreso o digital y en cualquier formato conocido o por conocer, se encuentran prohibidos, y solo serán lícitos en la medida en que se cuente con la autorización previa y expresa por escrito de la Universidad de los Andes.</a:t>
            </a:r>
          </a:p>
          <a:p>
            <a:endParaRPr lang="es-419" sz="2309" dirty="0">
              <a:latin typeface="Lato" panose="020F0502020204030203" pitchFamily="34" charset="0"/>
            </a:endParaRPr>
          </a:p>
          <a:p>
            <a:r>
              <a:rPr lang="es-419" sz="2309" dirty="0">
                <a:latin typeface="Lato" panose="020F0502020204030203" pitchFamily="34" charset="0"/>
              </a:rPr>
              <a:t>De igual manera, la utilización de la imagen de las personas, docentes o estudiantes, sin su previa autorización está expresamente prohibida. En caso de incumplirse con lo mencionado, se procederá de conformidad con los reglamentos y políticas de la universidad, sin perjuicio de las demás acciones legales aplicables.</a:t>
            </a:r>
          </a:p>
        </p:txBody>
      </p:sp>
      <p:cxnSp>
        <p:nvCxnSpPr>
          <p:cNvPr id="8" name="Conector recto 7">
            <a:extLst>
              <a:ext uri="{FF2B5EF4-FFF2-40B4-BE49-F238E27FC236}">
                <a16:creationId xmlns:a16="http://schemas.microsoft.com/office/drawing/2014/main" id="{F2F0434D-F534-2403-C639-2D7194B7065D}"/>
              </a:ext>
            </a:extLst>
          </p:cNvPr>
          <p:cNvCxnSpPr>
            <a:cxnSpLocks/>
          </p:cNvCxnSpPr>
          <p:nvPr/>
        </p:nvCxnSpPr>
        <p:spPr>
          <a:xfrm>
            <a:off x="1741439" y="4047944"/>
            <a:ext cx="16621223" cy="0"/>
          </a:xfrm>
          <a:prstGeom prst="line">
            <a:avLst/>
          </a:prstGeom>
        </p:spPr>
        <p:style>
          <a:lnRef idx="1">
            <a:schemeClr val="dk1"/>
          </a:lnRef>
          <a:fillRef idx="0">
            <a:schemeClr val="dk1"/>
          </a:fillRef>
          <a:effectRef idx="0">
            <a:schemeClr val="dk1"/>
          </a:effectRef>
          <a:fontRef idx="minor">
            <a:schemeClr val="tx1"/>
          </a:fontRef>
        </p:style>
      </p:cxnSp>
      <p:cxnSp>
        <p:nvCxnSpPr>
          <p:cNvPr id="10" name="Conector recto 9">
            <a:extLst>
              <a:ext uri="{FF2B5EF4-FFF2-40B4-BE49-F238E27FC236}">
                <a16:creationId xmlns:a16="http://schemas.microsoft.com/office/drawing/2014/main" id="{1EDDB248-E9A3-3F5C-5EC0-E5BE576ADD19}"/>
              </a:ext>
            </a:extLst>
          </p:cNvPr>
          <p:cNvCxnSpPr>
            <a:cxnSpLocks/>
          </p:cNvCxnSpPr>
          <p:nvPr/>
        </p:nvCxnSpPr>
        <p:spPr>
          <a:xfrm>
            <a:off x="1741439" y="8598993"/>
            <a:ext cx="16621223" cy="0"/>
          </a:xfrm>
          <a:prstGeom prst="line">
            <a:avLst/>
          </a:prstGeom>
        </p:spPr>
        <p:style>
          <a:lnRef idx="1">
            <a:schemeClr val="dk1"/>
          </a:lnRef>
          <a:fillRef idx="0">
            <a:schemeClr val="dk1"/>
          </a:fillRef>
          <a:effectRef idx="0">
            <a:schemeClr val="dk1"/>
          </a:effectRef>
          <a:fontRef idx="minor">
            <a:schemeClr val="tx1"/>
          </a:fontRef>
        </p:style>
      </p:cxnSp>
      <p:sp>
        <p:nvSpPr>
          <p:cNvPr id="11" name="Rectángulo 10">
            <a:extLst>
              <a:ext uri="{FF2B5EF4-FFF2-40B4-BE49-F238E27FC236}">
                <a16:creationId xmlns:a16="http://schemas.microsoft.com/office/drawing/2014/main" id="{9EAB3392-A4DF-DC0F-9005-BFDA8D351B43}"/>
              </a:ext>
            </a:extLst>
          </p:cNvPr>
          <p:cNvSpPr/>
          <p:nvPr/>
        </p:nvSpPr>
        <p:spPr>
          <a:xfrm>
            <a:off x="0" y="273448"/>
            <a:ext cx="158465" cy="11308555"/>
          </a:xfrm>
          <a:prstGeom prst="rect">
            <a:avLst/>
          </a:prstGeom>
          <a:solidFill>
            <a:srgbClr val="212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sz="2968"/>
          </a:p>
        </p:txBody>
      </p:sp>
      <p:sp>
        <p:nvSpPr>
          <p:cNvPr id="12" name="Rectángulo 11">
            <a:extLst>
              <a:ext uri="{FF2B5EF4-FFF2-40B4-BE49-F238E27FC236}">
                <a16:creationId xmlns:a16="http://schemas.microsoft.com/office/drawing/2014/main" id="{B8A3E730-9418-BC79-0993-BC738F7162F9}"/>
              </a:ext>
            </a:extLst>
          </p:cNvPr>
          <p:cNvSpPr/>
          <p:nvPr/>
        </p:nvSpPr>
        <p:spPr>
          <a:xfrm>
            <a:off x="0" y="1871356"/>
            <a:ext cx="158465" cy="9753630"/>
          </a:xfrm>
          <a:prstGeom prst="rect">
            <a:avLst/>
          </a:prstGeom>
          <a:solidFill>
            <a:srgbClr val="F9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sz="2968"/>
          </a:p>
        </p:txBody>
      </p:sp>
      <p:pic>
        <p:nvPicPr>
          <p:cNvPr id="16" name="Imagen 15" descr="Fondo negro con letras blancas&#10;&#10;Descripción generada automáticamente con confianza media">
            <a:extLst>
              <a:ext uri="{FF2B5EF4-FFF2-40B4-BE49-F238E27FC236}">
                <a16:creationId xmlns:a16="http://schemas.microsoft.com/office/drawing/2014/main" id="{3FFFE140-7A0A-FA90-4C23-6383FB55A7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1890" y="2529840"/>
            <a:ext cx="5760324" cy="6795774"/>
          </a:xfrm>
          <a:prstGeom prst="rect">
            <a:avLst/>
          </a:prstGeom>
        </p:spPr>
      </p:pic>
    </p:spTree>
    <p:extLst>
      <p:ext uri="{BB962C8B-B14F-4D97-AF65-F5344CB8AC3E}">
        <p14:creationId xmlns:p14="http://schemas.microsoft.com/office/powerpoint/2010/main" val="4171484528"/>
      </p:ext>
    </p:extLst>
  </p:cSld>
  <p:clrMapOvr>
    <a:masterClrMapping/>
  </p:clrMapOvr>
</p:sld>
</file>

<file path=ppt/theme/theme1.xml><?xml version="1.0" encoding="utf-8"?>
<a:theme xmlns:a="http://schemas.openxmlformats.org/drawingml/2006/main" name="Tema3">
  <a:themeElements>
    <a:clrScheme name="MISO 1">
      <a:dk1>
        <a:srgbClr val="4C4D4C"/>
      </a:dk1>
      <a:lt1>
        <a:srgbClr val="FEFAFA"/>
      </a:lt1>
      <a:dk2>
        <a:srgbClr val="4F504F"/>
      </a:dk2>
      <a:lt2>
        <a:srgbClr val="FFFAFA"/>
      </a:lt2>
      <a:accent1>
        <a:srgbClr val="0C0D2B"/>
      </a:accent1>
      <a:accent2>
        <a:srgbClr val="332174"/>
      </a:accent2>
      <a:accent3>
        <a:srgbClr val="3AB1E3"/>
      </a:accent3>
      <a:accent4>
        <a:srgbClr val="0070BA"/>
      </a:accent4>
      <a:accent5>
        <a:srgbClr val="9AC3E2"/>
      </a:accent5>
      <a:accent6>
        <a:srgbClr val="9991BA"/>
      </a:accent6>
      <a:hlink>
        <a:srgbClr val="32AEE2"/>
      </a:hlink>
      <a:folHlink>
        <a:srgbClr val="4D9BC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a3" id="{191589FF-03B5-B54F-9F12-A00A11A3A487}" vid="{2CB6F1CE-0CB0-934C-9A98-3DD7BE7A16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32C2E94BA26B184CBB6282D7591E99F9" ma:contentTypeVersion="16" ma:contentTypeDescription="Crear nuevo documento." ma:contentTypeScope="" ma:versionID="d2cced94f7dcc45aa1f33cd122d49447">
  <xsd:schema xmlns:xsd="http://www.w3.org/2001/XMLSchema" xmlns:xs="http://www.w3.org/2001/XMLSchema" xmlns:p="http://schemas.microsoft.com/office/2006/metadata/properties" xmlns:ns2="1a860d3e-6179-436c-977f-c8fec32702f9" xmlns:ns3="975eb909-7871-4881-a0e4-375dc0be4505" targetNamespace="http://schemas.microsoft.com/office/2006/metadata/properties" ma:root="true" ma:fieldsID="fd8633f808c4f6ac46999f2159d7c5c0" ns2:_="" ns3:_="">
    <xsd:import namespace="1a860d3e-6179-436c-977f-c8fec32702f9"/>
    <xsd:import namespace="975eb909-7871-4881-a0e4-375dc0be450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ServiceAutoKeyPoints" minOccurs="0"/>
                <xsd:element ref="ns3:MediaServiceKeyPoints"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60d3e-6179-436c-977f-c8fec32702f9"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4d57bf8d-d566-4d19-80db-30c522907b41}" ma:internalName="TaxCatchAll" ma:showField="CatchAllData" ma:web="1a860d3e-6179-436c-977f-c8fec32702f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75eb909-7871-4881-a0e4-375dc0be450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a38e7027-190f-4f90-8839-9f8250567d86"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a860d3e-6179-436c-977f-c8fec32702f9" xsi:nil="true"/>
    <lcf76f155ced4ddcb4097134ff3c332f xmlns="975eb909-7871-4881-a0e4-375dc0be450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F94147B-E187-4CB9-99BA-D3F2519AC5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60d3e-6179-436c-977f-c8fec32702f9"/>
    <ds:schemaRef ds:uri="975eb909-7871-4881-a0e4-375dc0be45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5E4D58F-C057-4E54-9BA0-1B95DAC6F5AC}">
  <ds:schemaRefs>
    <ds:schemaRef ds:uri="http://schemas.microsoft.com/sharepoint/v3/contenttype/forms"/>
  </ds:schemaRefs>
</ds:datastoreItem>
</file>

<file path=customXml/itemProps3.xml><?xml version="1.0" encoding="utf-8"?>
<ds:datastoreItem xmlns:ds="http://schemas.openxmlformats.org/officeDocument/2006/customXml" ds:itemID="{1A31AA21-F28F-4D80-8922-A972B69D9CAA}">
  <ds:schemaRefs>
    <ds:schemaRef ds:uri="http://schemas.openxmlformats.org/package/2006/metadata/core-properties"/>
    <ds:schemaRef ds:uri="http://schemas.microsoft.com/office/infopath/2007/PartnerControls"/>
    <ds:schemaRef ds:uri="http://purl.org/dc/dcmitype/"/>
    <ds:schemaRef ds:uri="http://schemas.microsoft.com/office/2006/documentManagement/types"/>
    <ds:schemaRef ds:uri="1a860d3e-6179-436c-977f-c8fec32702f9"/>
    <ds:schemaRef ds:uri="http://purl.org/dc/elements/1.1/"/>
    <ds:schemaRef ds:uri="http://www.w3.org/XML/1998/namespace"/>
    <ds:schemaRef ds:uri="975eb909-7871-4881-a0e4-375dc0be4505"/>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Tema MISO</Template>
  <TotalTime>4367</TotalTime>
  <Words>463</Words>
  <Application>Microsoft Macintosh PowerPoint</Application>
  <PresentationFormat>Custom</PresentationFormat>
  <Paragraphs>65</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Calibri</vt:lpstr>
      <vt:lpstr>GT America</vt:lpstr>
      <vt:lpstr>GT America Bold</vt:lpstr>
      <vt:lpstr>GT America Thin</vt:lpstr>
      <vt:lpstr>Lato</vt:lpstr>
      <vt:lpstr>Microsoft Sans Serif</vt:lpstr>
      <vt:lpstr>Tema3</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Felipe Arturo Bonilla Parra</dc:creator>
  <cp:lastModifiedBy>Juan Felipe Rojas Cendales</cp:lastModifiedBy>
  <cp:revision>116</cp:revision>
  <dcterms:created xsi:type="dcterms:W3CDTF">2020-02-04T21:09:36Z</dcterms:created>
  <dcterms:modified xsi:type="dcterms:W3CDTF">2025-08-16T19:52:44Z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0x010100C3FA879870CE104FB414359600E5844F</vt:lpwstr>
  </property>
  <property fmtid="{D5CDD505-2E9C-101B-9397-08002B2CF9AE}" pid="3" name="MediaServiceImageTags">
    <vt:lpwstr/>
  </property>
</Properties>
</file>