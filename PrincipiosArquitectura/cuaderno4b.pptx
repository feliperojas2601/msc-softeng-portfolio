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</p:sldMasterIdLst>
  <p:notesMasterIdLst>
    <p:notesMasterId r:id="rId12"/>
  </p:notesMasterIdLst>
  <p:sldIdLst>
    <p:sldId id="256" r:id="rId5"/>
    <p:sldId id="258" r:id="rId6"/>
    <p:sldId id="265" r:id="rId7"/>
    <p:sldId id="320" r:id="rId8"/>
    <p:sldId id="321" r:id="rId9"/>
    <p:sldId id="322" r:id="rId10"/>
    <p:sldId id="323" r:id="rId11"/>
  </p:sldIdLst>
  <p:sldSz cx="20104100" cy="11855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4250"/>
    <a:srgbClr val="FF8CA6"/>
    <a:srgbClr val="974B59"/>
    <a:srgbClr val="965942"/>
    <a:srgbClr val="CFA5AA"/>
    <a:srgbClr val="342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17" autoAdjust="0"/>
    <p:restoredTop sz="96148"/>
  </p:normalViewPr>
  <p:slideViewPr>
    <p:cSldViewPr snapToGrid="0">
      <p:cViewPr>
        <p:scale>
          <a:sx n="66" d="100"/>
          <a:sy n="66" d="100"/>
        </p:scale>
        <p:origin x="1040" y="3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Valeria Mendoza Cipagauta" userId="9d05f6fe-bc3e-4e8b-b0a3-47cfb1c3fad5" providerId="ADAL" clId="{5FCB6F07-FA1A-44CA-A9AC-0D80533741C2}"/>
    <pc:docChg chg="custSel addSld delSld modSld">
      <pc:chgData name="Ana Valeria Mendoza Cipagauta" userId="9d05f6fe-bc3e-4e8b-b0a3-47cfb1c3fad5" providerId="ADAL" clId="{5FCB6F07-FA1A-44CA-A9AC-0D80533741C2}" dt="2023-01-20T13:06:18.764" v="2" actId="27636"/>
      <pc:docMkLst>
        <pc:docMk/>
      </pc:docMkLst>
      <pc:sldChg chg="modSp">
        <pc:chgData name="Ana Valeria Mendoza Cipagauta" userId="9d05f6fe-bc3e-4e8b-b0a3-47cfb1c3fad5" providerId="ADAL" clId="{5FCB6F07-FA1A-44CA-A9AC-0D80533741C2}" dt="2023-01-20T13:06:18.764" v="2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5FCB6F07-FA1A-44CA-A9AC-0D80533741C2}" dt="2023-01-20T13:06:18.764" v="2" actId="27636"/>
          <ac:spMkLst>
            <pc:docMk/>
            <pc:sldMk cId="2908288428" sldId="256"/>
            <ac:spMk id="3" creationId="{2D598DFA-329B-2E42-B0CD-A299535D3FF7}"/>
          </ac:spMkLst>
        </pc:spChg>
      </pc:sldChg>
      <pc:sldChg chg="del">
        <pc:chgData name="Ana Valeria Mendoza Cipagauta" userId="9d05f6fe-bc3e-4e8b-b0a3-47cfb1c3fad5" providerId="ADAL" clId="{5FCB6F07-FA1A-44CA-A9AC-0D80533741C2}" dt="2023-01-20T13:06:16.874" v="0" actId="2696"/>
        <pc:sldMkLst>
          <pc:docMk/>
          <pc:sldMk cId="2526152964" sldId="274"/>
        </pc:sldMkLst>
      </pc:sldChg>
      <pc:sldChg chg="add">
        <pc:chgData name="Ana Valeria Mendoza Cipagauta" userId="9d05f6fe-bc3e-4e8b-b0a3-47cfb1c3fad5" providerId="ADAL" clId="{5FCB6F07-FA1A-44CA-A9AC-0D80533741C2}" dt="2023-01-20T13:06:18.690" v="1"/>
        <pc:sldMkLst>
          <pc:docMk/>
          <pc:sldMk cId="4171484528" sldId="323"/>
        </pc:sldMkLst>
      </pc:sldChg>
    </pc:docChg>
  </pc:docChgLst>
  <pc:docChgLst>
    <pc:chgData name="Ana Valeria Mendoza Cipagauta" userId="9d05f6fe-bc3e-4e8b-b0a3-47cfb1c3fad5" providerId="ADAL" clId="{2AFDC732-EC0B-4AC2-BAD9-8BC5F4BEE3C4}"/>
    <pc:docChg chg="undo custSel addSld delSld modSld">
      <pc:chgData name="Ana Valeria Mendoza Cipagauta" userId="9d05f6fe-bc3e-4e8b-b0a3-47cfb1c3fad5" providerId="ADAL" clId="{2AFDC732-EC0B-4AC2-BAD9-8BC5F4BEE3C4}" dt="2023-01-18T20:08:25.200" v="5"/>
      <pc:docMkLst>
        <pc:docMk/>
      </pc:docMkLst>
      <pc:sldChg chg="modSp">
        <pc:chgData name="Ana Valeria Mendoza Cipagauta" userId="9d05f6fe-bc3e-4e8b-b0a3-47cfb1c3fad5" providerId="ADAL" clId="{2AFDC732-EC0B-4AC2-BAD9-8BC5F4BEE3C4}" dt="2023-01-18T20:08:21.083" v="4" actId="27636"/>
        <pc:sldMkLst>
          <pc:docMk/>
          <pc:sldMk cId="2908288428" sldId="256"/>
        </pc:sldMkLst>
        <pc:spChg chg="mod">
          <ac:chgData name="Ana Valeria Mendoza Cipagauta" userId="9d05f6fe-bc3e-4e8b-b0a3-47cfb1c3fad5" providerId="ADAL" clId="{2AFDC732-EC0B-4AC2-BAD9-8BC5F4BEE3C4}" dt="2023-01-18T20:08:21.083" v="4" actId="27636"/>
          <ac:spMkLst>
            <pc:docMk/>
            <pc:sldMk cId="2908288428" sldId="256"/>
            <ac:spMk id="3" creationId="{2D598DFA-329B-2E42-B0CD-A299535D3F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EE62C-472A-0944-B273-7A532AA1B9AC}" type="datetimeFigureOut">
              <a:rPr lang="en-CO" smtClean="0"/>
              <a:t>31/08/25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9850" y="857250"/>
            <a:ext cx="3924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ACABF-6E5F-1440-8A94-6FA0FACD68FC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0014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1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04090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2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848712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3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8105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81875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931475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ACABF-6E5F-1440-8A94-6FA0FACD68FC}" type="slidenum">
              <a:rPr lang="en-CO" smtClean="0"/>
              <a:t>6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148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3013" y="1940233"/>
            <a:ext cx="15078075" cy="4127453"/>
          </a:xfrm>
        </p:spPr>
        <p:txBody>
          <a:bodyPr anchor="b"/>
          <a:lstStyle>
            <a:lvl1pPr algn="ctr"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3013" y="6226856"/>
            <a:ext cx="15078075" cy="2862322"/>
          </a:xfrm>
        </p:spPr>
        <p:txBody>
          <a:bodyPr/>
          <a:lstStyle>
            <a:lvl1pPr marL="0" indent="0" algn="ctr">
              <a:buNone/>
              <a:defRPr sz="3958"/>
            </a:lvl1pPr>
            <a:lvl2pPr marL="753923" indent="0" algn="ctr">
              <a:buNone/>
              <a:defRPr sz="3298"/>
            </a:lvl2pPr>
            <a:lvl3pPr marL="1507846" indent="0" algn="ctr">
              <a:buNone/>
              <a:defRPr sz="2968"/>
            </a:lvl3pPr>
            <a:lvl4pPr marL="2261768" indent="0" algn="ctr">
              <a:buNone/>
              <a:defRPr sz="2638"/>
            </a:lvl4pPr>
            <a:lvl5pPr marL="3015691" indent="0" algn="ctr">
              <a:buNone/>
              <a:defRPr sz="2638"/>
            </a:lvl5pPr>
            <a:lvl6pPr marL="3769614" indent="0" algn="ctr">
              <a:buNone/>
              <a:defRPr sz="2638"/>
            </a:lvl6pPr>
            <a:lvl7pPr marL="4523537" indent="0" algn="ctr">
              <a:buNone/>
              <a:defRPr sz="2638"/>
            </a:lvl7pPr>
            <a:lvl8pPr marL="5277460" indent="0" algn="ctr">
              <a:buNone/>
              <a:defRPr sz="2638"/>
            </a:lvl8pPr>
            <a:lvl9pPr marL="6031382" indent="0" algn="ctr">
              <a:buNone/>
              <a:defRPr sz="263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30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88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86" y="2955631"/>
            <a:ext cx="17339786" cy="4931537"/>
          </a:xfrm>
        </p:spPr>
        <p:txBody>
          <a:bodyPr anchor="b"/>
          <a:lstStyle>
            <a:lvl1pPr>
              <a:defRPr sz="98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86" y="7933822"/>
            <a:ext cx="17339786" cy="2593379"/>
          </a:xfrm>
        </p:spPr>
        <p:txBody>
          <a:bodyPr/>
          <a:lstStyle>
            <a:lvl1pPr marL="0" indent="0">
              <a:buNone/>
              <a:defRPr sz="3958">
                <a:solidFill>
                  <a:schemeClr val="tx1">
                    <a:tint val="75000"/>
                  </a:schemeClr>
                </a:solidFill>
              </a:defRPr>
            </a:lvl1pPr>
            <a:lvl2pPr marL="753923" indent="0">
              <a:buNone/>
              <a:defRPr sz="329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634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2157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7700" y="3155965"/>
            <a:ext cx="8544243" cy="752217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805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631194"/>
            <a:ext cx="17339786" cy="229150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776" y="2906233"/>
            <a:ext cx="8504976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4776" y="4330532"/>
            <a:ext cx="8504976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77701" y="2906233"/>
            <a:ext cx="8546861" cy="1424300"/>
          </a:xfrm>
        </p:spPr>
        <p:txBody>
          <a:bodyPr anchor="b"/>
          <a:lstStyle>
            <a:lvl1pPr marL="0" indent="0">
              <a:buNone/>
              <a:defRPr sz="3958" b="1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7701" y="4330532"/>
            <a:ext cx="8546861" cy="63695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184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679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82AC05-58CE-4E49-B563-09D5951A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4448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46861" y="1706966"/>
            <a:ext cx="10177701" cy="8425054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804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776" y="790363"/>
            <a:ext cx="6484095" cy="2766272"/>
          </a:xfrm>
        </p:spPr>
        <p:txBody>
          <a:bodyPr anchor="b"/>
          <a:lstStyle>
            <a:lvl1pPr>
              <a:defRPr sz="527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46861" y="1706966"/>
            <a:ext cx="10177701" cy="8425054"/>
          </a:xfrm>
        </p:spPr>
        <p:txBody>
          <a:bodyPr anchor="t"/>
          <a:lstStyle>
            <a:lvl1pPr marL="0" indent="0">
              <a:buNone/>
              <a:defRPr sz="5277"/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4776" y="3556635"/>
            <a:ext cx="6484095" cy="6589106"/>
          </a:xfrm>
        </p:spPr>
        <p:txBody>
          <a:bodyPr/>
          <a:lstStyle>
            <a:lvl1pPr marL="0" indent="0">
              <a:buNone/>
              <a:defRPr sz="2638"/>
            </a:lvl1pPr>
            <a:lvl2pPr marL="753923" indent="0">
              <a:buNone/>
              <a:defRPr sz="2309"/>
            </a:lvl2pPr>
            <a:lvl3pPr marL="1507846" indent="0">
              <a:buNone/>
              <a:defRPr sz="1979"/>
            </a:lvl3pPr>
            <a:lvl4pPr marL="2261768" indent="0">
              <a:buNone/>
              <a:defRPr sz="1649"/>
            </a:lvl4pPr>
            <a:lvl5pPr marL="3015691" indent="0">
              <a:buNone/>
              <a:defRPr sz="1649"/>
            </a:lvl5pPr>
            <a:lvl6pPr marL="3769614" indent="0">
              <a:buNone/>
              <a:defRPr sz="1649"/>
            </a:lvl6pPr>
            <a:lvl7pPr marL="4523537" indent="0">
              <a:buNone/>
              <a:defRPr sz="1649"/>
            </a:lvl7pPr>
            <a:lvl8pPr marL="5277460" indent="0">
              <a:buNone/>
              <a:defRPr sz="1649"/>
            </a:lvl8pPr>
            <a:lvl9pPr marL="6031382" indent="0">
              <a:buNone/>
              <a:defRPr sz="1649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099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1031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86996" y="631193"/>
            <a:ext cx="4334947" cy="1004694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2157" y="631193"/>
            <a:ext cx="12753538" cy="1004694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9588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A9484B0-F8DA-3942-AEB4-AC77CA4CE475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8698A834-C399-FE4A-8AF7-4C083617CB7A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713501B0-9E0E-6645-A7CE-91BB42BEB3EB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E0AB0AA3-FC6C-B442-8456-AD7F97AEE4F7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9C8A4095-0BD9-5C44-B5C0-04E5BCAFD5D7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6D5C7BA6-D3B5-084C-AAFC-8B119C6FCE6B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82202673-B67E-1346-B14E-FD3C26EE47B9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DBC11555-86E2-D644-878F-9F1BC77B8DF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891AEE34-A4D3-754C-93D6-13460BA10354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39891505-45EC-E642-B8BB-D51703AB629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A9A10BBC-C781-914C-BB86-52D279784C53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4128F62F-287A-F54D-92ED-3B9739C5760D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9541C34C-174C-6943-98EE-1AECE5B74A70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CDC678A1-7F8B-6145-9FA6-F789269E1CD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D564D977-A150-4248-8049-C15579447985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419A55DF-1CB9-5D4D-BBF6-0C145438DDD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6E2D8DD1-4DE5-3F44-BEFA-11DBAB77446E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FF1AAF08-9EC7-0F48-AD70-BE5CA3BE2461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66A14E71-8851-7949-8634-48CDA7549E4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3">
            <a:extLst>
              <a:ext uri="{FF2B5EF4-FFF2-40B4-BE49-F238E27FC236}">
                <a16:creationId xmlns:a16="http://schemas.microsoft.com/office/drawing/2014/main" id="{0A7A9DCD-8185-1B48-90AD-58F373A655C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4">
            <a:extLst>
              <a:ext uri="{FF2B5EF4-FFF2-40B4-BE49-F238E27FC236}">
                <a16:creationId xmlns:a16="http://schemas.microsoft.com/office/drawing/2014/main" id="{CA3D13B8-0C93-D443-87F1-694A1BEBFA5F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5713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17AC649C-F953-AF45-B24A-74DC73993AE2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25" name="object 10">
            <a:extLst>
              <a:ext uri="{FF2B5EF4-FFF2-40B4-BE49-F238E27FC236}">
                <a16:creationId xmlns:a16="http://schemas.microsoft.com/office/drawing/2014/main" id="{7F2733B0-6D43-154E-868C-C6BD4460469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26" name="object 11">
            <a:extLst>
              <a:ext uri="{FF2B5EF4-FFF2-40B4-BE49-F238E27FC236}">
                <a16:creationId xmlns:a16="http://schemas.microsoft.com/office/drawing/2014/main" id="{C9E2229B-D6C0-B04D-83FB-E9A816CBE95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7A2288C5-077D-1743-85E1-4ECEFBD1F43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3">
            <a:extLst>
              <a:ext uri="{FF2B5EF4-FFF2-40B4-BE49-F238E27FC236}">
                <a16:creationId xmlns:a16="http://schemas.microsoft.com/office/drawing/2014/main" id="{835C88AC-A107-7042-A036-E51E76415B90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4">
            <a:extLst>
              <a:ext uri="{FF2B5EF4-FFF2-40B4-BE49-F238E27FC236}">
                <a16:creationId xmlns:a16="http://schemas.microsoft.com/office/drawing/2014/main" id="{6A3AA805-12B7-E442-B945-30D7D0F5D4F9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0AA6B5E5-961E-2640-A80B-26975E30CD92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6">
            <a:extLst>
              <a:ext uri="{FF2B5EF4-FFF2-40B4-BE49-F238E27FC236}">
                <a16:creationId xmlns:a16="http://schemas.microsoft.com/office/drawing/2014/main" id="{175672B5-4116-C241-91B0-35EC4C7558E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7">
            <a:extLst>
              <a:ext uri="{FF2B5EF4-FFF2-40B4-BE49-F238E27FC236}">
                <a16:creationId xmlns:a16="http://schemas.microsoft.com/office/drawing/2014/main" id="{F290B3F7-F827-5347-8F2F-2DE09B8AC4DA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8">
            <a:extLst>
              <a:ext uri="{FF2B5EF4-FFF2-40B4-BE49-F238E27FC236}">
                <a16:creationId xmlns:a16="http://schemas.microsoft.com/office/drawing/2014/main" id="{AB7F6A5C-8D68-2A47-86F0-2A45FCBACAD9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>
            <a:extLst>
              <a:ext uri="{FF2B5EF4-FFF2-40B4-BE49-F238E27FC236}">
                <a16:creationId xmlns:a16="http://schemas.microsoft.com/office/drawing/2014/main" id="{0BEC6072-6810-9442-AD0C-8019A3AC643B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20">
            <a:extLst>
              <a:ext uri="{FF2B5EF4-FFF2-40B4-BE49-F238E27FC236}">
                <a16:creationId xmlns:a16="http://schemas.microsoft.com/office/drawing/2014/main" id="{9B250FE4-36BF-F146-9400-1814D11DC01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21">
            <a:extLst>
              <a:ext uri="{FF2B5EF4-FFF2-40B4-BE49-F238E27FC236}">
                <a16:creationId xmlns:a16="http://schemas.microsoft.com/office/drawing/2014/main" id="{901CB690-F8A5-314D-AA60-61A529B056E5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22">
            <a:extLst>
              <a:ext uri="{FF2B5EF4-FFF2-40B4-BE49-F238E27FC236}">
                <a16:creationId xmlns:a16="http://schemas.microsoft.com/office/drawing/2014/main" id="{670E0DBE-C1CD-EC4B-9631-D439DAADD578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3">
            <a:extLst>
              <a:ext uri="{FF2B5EF4-FFF2-40B4-BE49-F238E27FC236}">
                <a16:creationId xmlns:a16="http://schemas.microsoft.com/office/drawing/2014/main" id="{2DD5A65C-0AF7-3841-AB61-CB516969BA2C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4">
            <a:extLst>
              <a:ext uri="{FF2B5EF4-FFF2-40B4-BE49-F238E27FC236}">
                <a16:creationId xmlns:a16="http://schemas.microsoft.com/office/drawing/2014/main" id="{CBF7C7F1-A62B-7946-8E02-45E004FA6408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">
            <a:extLst>
              <a:ext uri="{FF2B5EF4-FFF2-40B4-BE49-F238E27FC236}">
                <a16:creationId xmlns:a16="http://schemas.microsoft.com/office/drawing/2014/main" id="{EAC3854A-CBC3-A447-AAF1-52893408CDCA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>
            <a:extLst>
              <a:ext uri="{FF2B5EF4-FFF2-40B4-BE49-F238E27FC236}">
                <a16:creationId xmlns:a16="http://schemas.microsoft.com/office/drawing/2014/main" id="{3D614B4C-F3EE-D746-AE1D-3A2CC38E6723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6">
            <a:extLst>
              <a:ext uri="{FF2B5EF4-FFF2-40B4-BE49-F238E27FC236}">
                <a16:creationId xmlns:a16="http://schemas.microsoft.com/office/drawing/2014/main" id="{266ED586-2D27-A34D-AE62-88FC460EF07F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>
            <a:extLst>
              <a:ext uri="{FF2B5EF4-FFF2-40B4-BE49-F238E27FC236}">
                <a16:creationId xmlns:a16="http://schemas.microsoft.com/office/drawing/2014/main" id="{FF569CA1-924D-C144-8D08-0C31DC9CB07D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8">
            <a:extLst>
              <a:ext uri="{FF2B5EF4-FFF2-40B4-BE49-F238E27FC236}">
                <a16:creationId xmlns:a16="http://schemas.microsoft.com/office/drawing/2014/main" id="{4D484B88-E07B-074A-9430-B8CFAEEE19A3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7711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A252CD70-906A-5E46-8AA4-C762E8ECD5A7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5">
            <a:extLst>
              <a:ext uri="{FF2B5EF4-FFF2-40B4-BE49-F238E27FC236}">
                <a16:creationId xmlns:a16="http://schemas.microsoft.com/office/drawing/2014/main" id="{2C07B2A4-8F50-5242-8938-A16E772EDBC7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B61E0EE2-83A6-E545-8741-6BFFA1A4BF3C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7">
            <a:extLst>
              <a:ext uri="{FF2B5EF4-FFF2-40B4-BE49-F238E27FC236}">
                <a16:creationId xmlns:a16="http://schemas.microsoft.com/office/drawing/2014/main" id="{8E58896A-38B0-E14A-8997-A017554DE67A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8">
            <a:extLst>
              <a:ext uri="{FF2B5EF4-FFF2-40B4-BE49-F238E27FC236}">
                <a16:creationId xmlns:a16="http://schemas.microsoft.com/office/drawing/2014/main" id="{2EE54B99-A907-B945-8CCD-D2DB182FD1E1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0">
            <a:extLst>
              <a:ext uri="{FF2B5EF4-FFF2-40B4-BE49-F238E27FC236}">
                <a16:creationId xmlns:a16="http://schemas.microsoft.com/office/drawing/2014/main" id="{5A1D3919-490E-2C40-A029-3FF708F75DD6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52" name="object 11">
            <a:extLst>
              <a:ext uri="{FF2B5EF4-FFF2-40B4-BE49-F238E27FC236}">
                <a16:creationId xmlns:a16="http://schemas.microsoft.com/office/drawing/2014/main" id="{C38B9151-0E56-B342-9B48-B074865DF62E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2">
            <a:extLst>
              <a:ext uri="{FF2B5EF4-FFF2-40B4-BE49-F238E27FC236}">
                <a16:creationId xmlns:a16="http://schemas.microsoft.com/office/drawing/2014/main" id="{672C652E-9210-D144-AAFE-3D0A1D99F96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3">
            <a:extLst>
              <a:ext uri="{FF2B5EF4-FFF2-40B4-BE49-F238E27FC236}">
                <a16:creationId xmlns:a16="http://schemas.microsoft.com/office/drawing/2014/main" id="{ABA2F8DA-A9D9-9C4B-82DB-C907C5ABEA7B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4">
            <a:extLst>
              <a:ext uri="{FF2B5EF4-FFF2-40B4-BE49-F238E27FC236}">
                <a16:creationId xmlns:a16="http://schemas.microsoft.com/office/drawing/2014/main" id="{C4CA5A63-BD19-6040-B2B3-5FE3F7997A72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5">
            <a:extLst>
              <a:ext uri="{FF2B5EF4-FFF2-40B4-BE49-F238E27FC236}">
                <a16:creationId xmlns:a16="http://schemas.microsoft.com/office/drawing/2014/main" id="{855FB243-8412-BF4B-96EE-B3B181C4B5D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6">
            <a:extLst>
              <a:ext uri="{FF2B5EF4-FFF2-40B4-BE49-F238E27FC236}">
                <a16:creationId xmlns:a16="http://schemas.microsoft.com/office/drawing/2014/main" id="{7522AE22-522A-444E-A43A-95AF34460D8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7">
            <a:extLst>
              <a:ext uri="{FF2B5EF4-FFF2-40B4-BE49-F238E27FC236}">
                <a16:creationId xmlns:a16="http://schemas.microsoft.com/office/drawing/2014/main" id="{4F1491BF-C22E-2D47-ABF7-3F83E5CCF596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8">
            <a:extLst>
              <a:ext uri="{FF2B5EF4-FFF2-40B4-BE49-F238E27FC236}">
                <a16:creationId xmlns:a16="http://schemas.microsoft.com/office/drawing/2014/main" id="{773713B7-5530-C943-88DF-3F82542DF6B0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9">
            <a:extLst>
              <a:ext uri="{FF2B5EF4-FFF2-40B4-BE49-F238E27FC236}">
                <a16:creationId xmlns:a16="http://schemas.microsoft.com/office/drawing/2014/main" id="{7588C906-0804-8946-9814-503C77F4FB76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0">
            <a:extLst>
              <a:ext uri="{FF2B5EF4-FFF2-40B4-BE49-F238E27FC236}">
                <a16:creationId xmlns:a16="http://schemas.microsoft.com/office/drawing/2014/main" id="{1224459D-8A29-F14F-B974-76841C17796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1">
            <a:extLst>
              <a:ext uri="{FF2B5EF4-FFF2-40B4-BE49-F238E27FC236}">
                <a16:creationId xmlns:a16="http://schemas.microsoft.com/office/drawing/2014/main" id="{F01D0FC8-1000-BB43-A19F-DD9054C12E50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2">
            <a:extLst>
              <a:ext uri="{FF2B5EF4-FFF2-40B4-BE49-F238E27FC236}">
                <a16:creationId xmlns:a16="http://schemas.microsoft.com/office/drawing/2014/main" id="{A91A5EC2-6CCA-214C-80ED-A630B9E2BEA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3">
            <a:extLst>
              <a:ext uri="{FF2B5EF4-FFF2-40B4-BE49-F238E27FC236}">
                <a16:creationId xmlns:a16="http://schemas.microsoft.com/office/drawing/2014/main" id="{8BF7E66E-3587-D447-9356-2DEF2831F8F5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4">
            <a:extLst>
              <a:ext uri="{FF2B5EF4-FFF2-40B4-BE49-F238E27FC236}">
                <a16:creationId xmlns:a16="http://schemas.microsoft.com/office/drawing/2014/main" id="{47D78474-8427-0E49-8D0F-92A10E3C673C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9">
            <a:extLst>
              <a:ext uri="{FF2B5EF4-FFF2-40B4-BE49-F238E27FC236}">
                <a16:creationId xmlns:a16="http://schemas.microsoft.com/office/drawing/2014/main" id="{38AE06D4-D5D5-2545-B745-34D5E64A3E72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09785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24" name="object 3">
            <a:extLst>
              <a:ext uri="{FF2B5EF4-FFF2-40B4-BE49-F238E27FC236}">
                <a16:creationId xmlns:a16="http://schemas.microsoft.com/office/drawing/2014/main" id="{8F7949E4-9FE3-E843-BC24-AAD406A12A3A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7885FFCA-4F47-7A49-9EDB-82031A050E2B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17D4FA60-4B8F-7A4F-BCDE-08E917C474D0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3ADE5F61-DFCC-FE4A-84D5-6F52D4EBFDC2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9F344F8C-FD67-554F-957F-A8034BC6349B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572E963D-A50F-274E-8712-28616CC44718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30" name="object 9">
            <a:extLst>
              <a:ext uri="{FF2B5EF4-FFF2-40B4-BE49-F238E27FC236}">
                <a16:creationId xmlns:a16="http://schemas.microsoft.com/office/drawing/2014/main" id="{9C544DA1-C647-B144-920D-6A3B5028150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9510FC97-6053-1C46-9F93-DA4CF953D51F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D2883D3C-4A97-B24B-AFBF-8AF1F55D585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34C5B976-3C81-3545-A6D3-43D4219CF55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FFF3CF60-E9F7-6A4F-ACF0-8B8BCFEE191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D35FEBC2-2834-634B-808D-1F61D282191D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B956163E-C304-FB4B-9A84-047354E7D5CC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FE9D06D4-5794-F14C-860B-C7C8CC2997DA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ACCD3DFD-36CD-B844-8F6E-4576F9324EFC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4FB37C75-3E4B-F742-BF10-C3561C91185D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4D9F86F6-916E-0649-94DA-F96453FC3D65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DFE5203F-2403-1C47-A7C6-AB202AED1F61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54EDD20F-6F2E-1D42-A947-D5400E7E5ED9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EAF0179D-DDDA-6148-B7B0-67F99D5AF01C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940DCEB7-206E-3047-ABDD-2AF10B3B8C6B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68566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547018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3701190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087477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913660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derecha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15994" y="5373094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67" name="object 4">
            <a:extLst>
              <a:ext uri="{FF2B5EF4-FFF2-40B4-BE49-F238E27FC236}">
                <a16:creationId xmlns:a16="http://schemas.microsoft.com/office/drawing/2014/main" id="{C12A065A-7C27-40A8-AA7E-3555F4C887AB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8" name="object 5">
            <a:extLst>
              <a:ext uri="{FF2B5EF4-FFF2-40B4-BE49-F238E27FC236}">
                <a16:creationId xmlns:a16="http://schemas.microsoft.com/office/drawing/2014/main" id="{427FDD6C-7AC9-4896-BBA6-16154F68F579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9" name="object 6">
            <a:extLst>
              <a:ext uri="{FF2B5EF4-FFF2-40B4-BE49-F238E27FC236}">
                <a16:creationId xmlns:a16="http://schemas.microsoft.com/office/drawing/2014/main" id="{953A2053-6469-4CA1-BFF3-27FB46B80B50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0" name="object 7">
            <a:extLst>
              <a:ext uri="{FF2B5EF4-FFF2-40B4-BE49-F238E27FC236}">
                <a16:creationId xmlns:a16="http://schemas.microsoft.com/office/drawing/2014/main" id="{5BEE9C81-C824-44C2-8B82-5B785F68440F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1" name="object 8">
            <a:extLst>
              <a:ext uri="{FF2B5EF4-FFF2-40B4-BE49-F238E27FC236}">
                <a16:creationId xmlns:a16="http://schemas.microsoft.com/office/drawing/2014/main" id="{C68F89CB-FCB1-4F38-A174-FEA6B5B54169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2" name="object 9">
            <a:extLst>
              <a:ext uri="{FF2B5EF4-FFF2-40B4-BE49-F238E27FC236}">
                <a16:creationId xmlns:a16="http://schemas.microsoft.com/office/drawing/2014/main" id="{E962C8AB-58E7-481F-88A2-A4EDFB35497E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 defTabSz="914400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solidFill>
                <a:prstClr val="black"/>
              </a:solidFill>
              <a:latin typeface="GT America Bold"/>
              <a:cs typeface="GT America Bold"/>
            </a:endParaRPr>
          </a:p>
        </p:txBody>
      </p:sp>
      <p:sp>
        <p:nvSpPr>
          <p:cNvPr id="73" name="object 10">
            <a:extLst>
              <a:ext uri="{FF2B5EF4-FFF2-40B4-BE49-F238E27FC236}">
                <a16:creationId xmlns:a16="http://schemas.microsoft.com/office/drawing/2014/main" id="{8DE9B7B0-98C0-47A1-BDBD-CA6F24CB6F8F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 defTabSz="914400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74" name="object 11">
            <a:extLst>
              <a:ext uri="{FF2B5EF4-FFF2-40B4-BE49-F238E27FC236}">
                <a16:creationId xmlns:a16="http://schemas.microsoft.com/office/drawing/2014/main" id="{4F88753D-903E-4624-AA78-314F78FABC53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5" name="object 12">
            <a:extLst>
              <a:ext uri="{FF2B5EF4-FFF2-40B4-BE49-F238E27FC236}">
                <a16:creationId xmlns:a16="http://schemas.microsoft.com/office/drawing/2014/main" id="{6AA3D325-B7F5-4BE1-9791-ED288C3BA581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6" name="object 13">
            <a:extLst>
              <a:ext uri="{FF2B5EF4-FFF2-40B4-BE49-F238E27FC236}">
                <a16:creationId xmlns:a16="http://schemas.microsoft.com/office/drawing/2014/main" id="{FCF593A5-0849-4543-B4C9-D07E405D43E5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7" name="object 14">
            <a:extLst>
              <a:ext uri="{FF2B5EF4-FFF2-40B4-BE49-F238E27FC236}">
                <a16:creationId xmlns:a16="http://schemas.microsoft.com/office/drawing/2014/main" id="{2D7AF1DB-637A-43AF-80E5-F31A52C66D8A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8" name="object 15">
            <a:extLst>
              <a:ext uri="{FF2B5EF4-FFF2-40B4-BE49-F238E27FC236}">
                <a16:creationId xmlns:a16="http://schemas.microsoft.com/office/drawing/2014/main" id="{F96D07C3-3AB7-4EE5-A223-FDAAD894D70B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9" name="object 16">
            <a:extLst>
              <a:ext uri="{FF2B5EF4-FFF2-40B4-BE49-F238E27FC236}">
                <a16:creationId xmlns:a16="http://schemas.microsoft.com/office/drawing/2014/main" id="{8A90BB90-3DA0-47C0-9E58-65AB628A8A0E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0" name="object 17">
            <a:extLst>
              <a:ext uri="{FF2B5EF4-FFF2-40B4-BE49-F238E27FC236}">
                <a16:creationId xmlns:a16="http://schemas.microsoft.com/office/drawing/2014/main" id="{1C621E47-F80E-4EC7-8C3E-EA4AC2C499EC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1" name="object 18">
            <a:extLst>
              <a:ext uri="{FF2B5EF4-FFF2-40B4-BE49-F238E27FC236}">
                <a16:creationId xmlns:a16="http://schemas.microsoft.com/office/drawing/2014/main" id="{1A14C7C0-7FA5-496A-97FA-8736A24D89E7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2" name="object 19">
            <a:extLst>
              <a:ext uri="{FF2B5EF4-FFF2-40B4-BE49-F238E27FC236}">
                <a16:creationId xmlns:a16="http://schemas.microsoft.com/office/drawing/2014/main" id="{0DBA6063-A179-4CB3-B25D-55A98691DA17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3" name="object 20">
            <a:extLst>
              <a:ext uri="{FF2B5EF4-FFF2-40B4-BE49-F238E27FC236}">
                <a16:creationId xmlns:a16="http://schemas.microsoft.com/office/drawing/2014/main" id="{A6CF6F57-A992-4DA6-93D6-14847FF1320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4" name="object 21">
            <a:extLst>
              <a:ext uri="{FF2B5EF4-FFF2-40B4-BE49-F238E27FC236}">
                <a16:creationId xmlns:a16="http://schemas.microsoft.com/office/drawing/2014/main" id="{9C37B140-257B-4ED0-9375-88DF6F1A8647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5" name="object 22">
            <a:extLst>
              <a:ext uri="{FF2B5EF4-FFF2-40B4-BE49-F238E27FC236}">
                <a16:creationId xmlns:a16="http://schemas.microsoft.com/office/drawing/2014/main" id="{CACE08B5-1F52-425F-861D-DC6F5D13108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6" name="object 23">
            <a:extLst>
              <a:ext uri="{FF2B5EF4-FFF2-40B4-BE49-F238E27FC236}">
                <a16:creationId xmlns:a16="http://schemas.microsoft.com/office/drawing/2014/main" id="{B3C5A46B-E89D-4FF7-8B2E-53C4DBEBF1AB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9F24890-B240-4B38-B677-5C1F04091C77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53777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a la derecha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9">
            <a:extLst>
              <a:ext uri="{FF2B5EF4-FFF2-40B4-BE49-F238E27FC236}">
                <a16:creationId xmlns:a16="http://schemas.microsoft.com/office/drawing/2014/main" id="{379144B4-8526-4FBA-9FE7-4C4F4A861EA9}"/>
              </a:ext>
            </a:extLst>
          </p:cNvPr>
          <p:cNvSpPr txBox="1"/>
          <p:nvPr userDrawn="1"/>
        </p:nvSpPr>
        <p:spPr>
          <a:xfrm>
            <a:off x="4165296" y="6804105"/>
            <a:ext cx="3521075" cy="1636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99">
              <a:spcBef>
                <a:spcPts val="100"/>
              </a:spcBef>
            </a:pPr>
            <a:r>
              <a:rPr sz="10550" b="1" dirty="0">
                <a:solidFill>
                  <a:srgbClr val="2BAAE1"/>
                </a:solidFill>
                <a:latin typeface="GT America Bold"/>
                <a:cs typeface="GT America Bold"/>
              </a:rPr>
              <a:t>MISO</a:t>
            </a:r>
            <a:endParaRPr sz="10550" dirty="0">
              <a:latin typeface="GT America Bold"/>
              <a:cs typeface="GT America Bold"/>
            </a:endParaRPr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EB89E1CA-2EF2-4970-A4CA-508B7FF81810}"/>
              </a:ext>
            </a:extLst>
          </p:cNvPr>
          <p:cNvSpPr txBox="1"/>
          <p:nvPr userDrawn="1"/>
        </p:nvSpPr>
        <p:spPr>
          <a:xfrm>
            <a:off x="3366904" y="8288018"/>
            <a:ext cx="5118100" cy="40716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99">
              <a:spcBef>
                <a:spcPts val="114"/>
              </a:spcBef>
            </a:pP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550" spc="10" dirty="0">
                <a:solidFill>
                  <a:srgbClr val="2BAAE1"/>
                </a:solidFill>
                <a:latin typeface="GT America Thin"/>
                <a:cs typeface="GT America Thin"/>
              </a:rPr>
              <a:t>de </a:t>
            </a:r>
            <a:r>
              <a:rPr sz="255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550" dirty="0">
              <a:latin typeface="GT America Thin"/>
              <a:cs typeface="GT America Thin"/>
            </a:endParaRPr>
          </a:p>
        </p:txBody>
      </p:sp>
      <p:sp>
        <p:nvSpPr>
          <p:cNvPr id="4" name="object 11">
            <a:extLst>
              <a:ext uri="{FF2B5EF4-FFF2-40B4-BE49-F238E27FC236}">
                <a16:creationId xmlns:a16="http://schemas.microsoft.com/office/drawing/2014/main" id="{7680B916-344D-4856-BB05-B38F82BDBDE6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322C8ED-85BA-44B9-9A28-941F57348002}"/>
              </a:ext>
            </a:extLst>
          </p:cNvPr>
          <p:cNvSpPr/>
          <p:nvPr userDrawn="1"/>
        </p:nvSpPr>
        <p:spPr>
          <a:xfrm>
            <a:off x="4414426" y="4916567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5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28757609-A84E-4F08-9160-3C3FC1E213C7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C5E80038-1A8D-4109-8E13-5B526754A336}"/>
              </a:ext>
            </a:extLst>
          </p:cNvPr>
          <p:cNvSpPr/>
          <p:nvPr userDrawn="1"/>
        </p:nvSpPr>
        <p:spPr>
          <a:xfrm>
            <a:off x="4414426" y="432102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DDD5D5B0-17CA-4139-9854-1AAC4BF646D3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56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6">
            <a:extLst>
              <a:ext uri="{FF2B5EF4-FFF2-40B4-BE49-F238E27FC236}">
                <a16:creationId xmlns:a16="http://schemas.microsoft.com/office/drawing/2014/main" id="{467BDE7C-2E30-4FFC-8AE4-C74378D0211A}"/>
              </a:ext>
            </a:extLst>
          </p:cNvPr>
          <p:cNvSpPr/>
          <p:nvPr userDrawn="1"/>
        </p:nvSpPr>
        <p:spPr>
          <a:xfrm>
            <a:off x="4414426" y="3746013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56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7">
            <a:extLst>
              <a:ext uri="{FF2B5EF4-FFF2-40B4-BE49-F238E27FC236}">
                <a16:creationId xmlns:a16="http://schemas.microsoft.com/office/drawing/2014/main" id="{D7CBC121-9763-4BE7-B30F-98A9C3A69962}"/>
              </a:ext>
            </a:extLst>
          </p:cNvPr>
          <p:cNvSpPr/>
          <p:nvPr userDrawn="1"/>
        </p:nvSpPr>
        <p:spPr>
          <a:xfrm>
            <a:off x="4414429" y="5779080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4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8">
            <a:extLst>
              <a:ext uri="{FF2B5EF4-FFF2-40B4-BE49-F238E27FC236}">
                <a16:creationId xmlns:a16="http://schemas.microsoft.com/office/drawing/2014/main" id="{6EC78C8B-C656-4A82-8E74-6968C43CD600}"/>
              </a:ext>
            </a:extLst>
          </p:cNvPr>
          <p:cNvSpPr/>
          <p:nvPr userDrawn="1"/>
        </p:nvSpPr>
        <p:spPr>
          <a:xfrm>
            <a:off x="4414429" y="4608526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>
            <a:extLst>
              <a:ext uri="{FF2B5EF4-FFF2-40B4-BE49-F238E27FC236}">
                <a16:creationId xmlns:a16="http://schemas.microsoft.com/office/drawing/2014/main" id="{FDF498A1-00FC-4274-8E31-17A3F30D26AA}"/>
              </a:ext>
            </a:extLst>
          </p:cNvPr>
          <p:cNvSpPr/>
          <p:nvPr userDrawn="1"/>
        </p:nvSpPr>
        <p:spPr>
          <a:xfrm>
            <a:off x="4414429" y="5183533"/>
            <a:ext cx="3019425" cy="883285"/>
          </a:xfrm>
          <a:custGeom>
            <a:avLst/>
            <a:gdLst/>
            <a:ahLst/>
            <a:cxnLst/>
            <a:rect l="l" t="t" r="r" b="b"/>
            <a:pathLst>
              <a:path w="3019425" h="883285">
                <a:moveTo>
                  <a:pt x="3018797" y="0"/>
                </a:moveTo>
                <a:lnTo>
                  <a:pt x="1499127" y="883044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3FCCB3F0-8DC9-47AC-92F8-F7CC7B890FB2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1">
            <a:extLst>
              <a:ext uri="{FF2B5EF4-FFF2-40B4-BE49-F238E27FC236}">
                <a16:creationId xmlns:a16="http://schemas.microsoft.com/office/drawing/2014/main" id="{19E9EF25-6994-4124-BB25-1668FEEAA030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1499127" y="0"/>
                </a:moveTo>
                <a:lnTo>
                  <a:pt x="0" y="862512"/>
                </a:lnTo>
                <a:lnTo>
                  <a:pt x="1499127" y="1745567"/>
                </a:lnTo>
                <a:lnTo>
                  <a:pt x="3018797" y="862512"/>
                </a:lnTo>
                <a:lnTo>
                  <a:pt x="149912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22">
            <a:extLst>
              <a:ext uri="{FF2B5EF4-FFF2-40B4-BE49-F238E27FC236}">
                <a16:creationId xmlns:a16="http://schemas.microsoft.com/office/drawing/2014/main" id="{3DFCF5EC-C759-4BC9-976B-749A55B5CE83}"/>
              </a:ext>
            </a:extLst>
          </p:cNvPr>
          <p:cNvSpPr/>
          <p:nvPr userDrawn="1"/>
        </p:nvSpPr>
        <p:spPr>
          <a:xfrm>
            <a:off x="4414426" y="3171000"/>
            <a:ext cx="3019425" cy="1745614"/>
          </a:xfrm>
          <a:custGeom>
            <a:avLst/>
            <a:gdLst/>
            <a:ahLst/>
            <a:cxnLst/>
            <a:rect l="l" t="t" r="r" b="b"/>
            <a:pathLst>
              <a:path w="3019425" h="1745614">
                <a:moveTo>
                  <a:pt x="0" y="862512"/>
                </a:moveTo>
                <a:lnTo>
                  <a:pt x="1499127" y="0"/>
                </a:lnTo>
                <a:lnTo>
                  <a:pt x="3018797" y="862512"/>
                </a:lnTo>
                <a:lnTo>
                  <a:pt x="1499127" y="1745567"/>
                </a:lnTo>
                <a:lnTo>
                  <a:pt x="0" y="862512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23">
            <a:extLst>
              <a:ext uri="{FF2B5EF4-FFF2-40B4-BE49-F238E27FC236}">
                <a16:creationId xmlns:a16="http://schemas.microsoft.com/office/drawing/2014/main" id="{A23855B9-7333-4415-AC9D-2A5AE7DA10DE}"/>
              </a:ext>
            </a:extLst>
          </p:cNvPr>
          <p:cNvSpPr/>
          <p:nvPr userDrawn="1"/>
        </p:nvSpPr>
        <p:spPr>
          <a:xfrm>
            <a:off x="4417571" y="3174651"/>
            <a:ext cx="3019425" cy="3486785"/>
          </a:xfrm>
          <a:custGeom>
            <a:avLst/>
            <a:gdLst/>
            <a:ahLst/>
            <a:cxnLst/>
            <a:rect l="l" t="t" r="r" b="b"/>
            <a:pathLst>
              <a:path w="3019425" h="3486784">
                <a:moveTo>
                  <a:pt x="3019423" y="2614893"/>
                </a:moveTo>
                <a:lnTo>
                  <a:pt x="3019423" y="871631"/>
                </a:lnTo>
                <a:lnTo>
                  <a:pt x="1509716" y="0"/>
                </a:lnTo>
                <a:lnTo>
                  <a:pt x="0" y="871631"/>
                </a:lnTo>
                <a:lnTo>
                  <a:pt x="0" y="2614893"/>
                </a:lnTo>
                <a:lnTo>
                  <a:pt x="1509716" y="3486536"/>
                </a:lnTo>
                <a:lnTo>
                  <a:pt x="3019423" y="2614893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24">
            <a:extLst>
              <a:ext uri="{FF2B5EF4-FFF2-40B4-BE49-F238E27FC236}">
                <a16:creationId xmlns:a16="http://schemas.microsoft.com/office/drawing/2014/main" id="{E832B23B-542D-440B-9707-9D2906BF1C92}"/>
              </a:ext>
            </a:extLst>
          </p:cNvPr>
          <p:cNvSpPr/>
          <p:nvPr userDrawn="1"/>
        </p:nvSpPr>
        <p:spPr>
          <a:xfrm>
            <a:off x="5928222" y="4906213"/>
            <a:ext cx="0" cy="1749425"/>
          </a:xfrm>
          <a:custGeom>
            <a:avLst/>
            <a:gdLst/>
            <a:ahLst/>
            <a:cxnLst/>
            <a:rect l="l" t="t" r="r" b="b"/>
            <a:pathLst>
              <a:path h="1749425">
                <a:moveTo>
                  <a:pt x="0" y="0"/>
                </a:moveTo>
                <a:lnTo>
                  <a:pt x="0" y="174932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2BDF57BC-14AD-45B8-A927-0180574745C9}"/>
              </a:ext>
            </a:extLst>
          </p:cNvPr>
          <p:cNvSpPr/>
          <p:nvPr userDrawn="1"/>
        </p:nvSpPr>
        <p:spPr>
          <a:xfrm>
            <a:off x="10266468" y="3742084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0944E5DF-CF18-42B5-883C-D60075DC41F8}"/>
              </a:ext>
            </a:extLst>
          </p:cNvPr>
          <p:cNvSpPr/>
          <p:nvPr userDrawn="1"/>
        </p:nvSpPr>
        <p:spPr>
          <a:xfrm>
            <a:off x="10266468" y="4624875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6">
            <a:extLst>
              <a:ext uri="{FF2B5EF4-FFF2-40B4-BE49-F238E27FC236}">
                <a16:creationId xmlns:a16="http://schemas.microsoft.com/office/drawing/2014/main" id="{0FFA4639-A5D4-42C5-9F54-89E02BE0D4F8}"/>
              </a:ext>
            </a:extLst>
          </p:cNvPr>
          <p:cNvSpPr/>
          <p:nvPr userDrawn="1"/>
        </p:nvSpPr>
        <p:spPr>
          <a:xfrm>
            <a:off x="10266468" y="5507666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7">
            <a:extLst>
              <a:ext uri="{FF2B5EF4-FFF2-40B4-BE49-F238E27FC236}">
                <a16:creationId xmlns:a16="http://schemas.microsoft.com/office/drawing/2014/main" id="{C3F3A592-C18E-4F81-9B0B-FAD84C849F78}"/>
              </a:ext>
            </a:extLst>
          </p:cNvPr>
          <p:cNvSpPr/>
          <p:nvPr userDrawn="1"/>
        </p:nvSpPr>
        <p:spPr>
          <a:xfrm>
            <a:off x="10266468" y="6390469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8">
            <a:extLst>
              <a:ext uri="{FF2B5EF4-FFF2-40B4-BE49-F238E27FC236}">
                <a16:creationId xmlns:a16="http://schemas.microsoft.com/office/drawing/2014/main" id="{8038BBEA-E71F-4B94-B51A-30745837DA8E}"/>
              </a:ext>
            </a:extLst>
          </p:cNvPr>
          <p:cNvSpPr/>
          <p:nvPr userDrawn="1"/>
        </p:nvSpPr>
        <p:spPr>
          <a:xfrm>
            <a:off x="10266468" y="7273261"/>
            <a:ext cx="0" cy="880744"/>
          </a:xfrm>
          <a:custGeom>
            <a:avLst/>
            <a:gdLst/>
            <a:ahLst/>
            <a:cxnLst/>
            <a:rect l="l" t="t" r="r" b="b"/>
            <a:pathLst>
              <a:path h="880745">
                <a:moveTo>
                  <a:pt x="0" y="0"/>
                </a:moveTo>
                <a:lnTo>
                  <a:pt x="0" y="880311"/>
                </a:lnTo>
              </a:path>
            </a:pathLst>
          </a:custGeom>
          <a:ln w="4433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Marcador de texto 25">
            <a:extLst>
              <a:ext uri="{FF2B5EF4-FFF2-40B4-BE49-F238E27FC236}">
                <a16:creationId xmlns:a16="http://schemas.microsoft.com/office/drawing/2014/main" id="{30A12454-B9DC-4DDB-BB37-293B9A237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36010" y="5586594"/>
            <a:ext cx="4559300" cy="809837"/>
          </a:xfrm>
        </p:spPr>
        <p:txBody>
          <a:bodyPr/>
          <a:lstStyle>
            <a:lvl1pPr marL="0" indent="0">
              <a:buNone/>
              <a:defRPr lang="es-ES" sz="5150" b="0" kern="1200" spc="10" dirty="0" smtClean="0">
                <a:solidFill>
                  <a:schemeClr val="tx1"/>
                </a:solidFill>
                <a:latin typeface="GT America"/>
                <a:ea typeface="+mj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33442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azul">
    <p:bg>
      <p:bgPr>
        <a:solidFill>
          <a:srgbClr val="3421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>
            <a:extLst>
              <a:ext uri="{FF2B5EF4-FFF2-40B4-BE49-F238E27FC236}">
                <a16:creationId xmlns:a16="http://schemas.microsoft.com/office/drawing/2014/main" id="{0DD370BE-C9EE-4479-A519-B1F99E6EFD1F}"/>
              </a:ext>
            </a:extLst>
          </p:cNvPr>
          <p:cNvSpPr/>
          <p:nvPr userDrawn="1"/>
        </p:nvSpPr>
        <p:spPr>
          <a:xfrm>
            <a:off x="1235980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6CC36620-FBC7-46F9-AEB1-87EEE3612054}"/>
              </a:ext>
            </a:extLst>
          </p:cNvPr>
          <p:cNvSpPr/>
          <p:nvPr userDrawn="1"/>
        </p:nvSpPr>
        <p:spPr>
          <a:xfrm>
            <a:off x="1082274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0452F128-277B-4AAF-80AE-DD2857DAC8D6}"/>
              </a:ext>
            </a:extLst>
          </p:cNvPr>
          <p:cNvSpPr/>
          <p:nvPr userDrawn="1"/>
        </p:nvSpPr>
        <p:spPr>
          <a:xfrm>
            <a:off x="9285691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2E007DEF-227D-4942-8676-A19E00251D9B}"/>
              </a:ext>
            </a:extLst>
          </p:cNvPr>
          <p:cNvSpPr/>
          <p:nvPr userDrawn="1"/>
        </p:nvSpPr>
        <p:spPr>
          <a:xfrm>
            <a:off x="7748638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C81411D-10DB-463E-B674-4FCF77AD68D8}"/>
              </a:ext>
            </a:extLst>
          </p:cNvPr>
          <p:cNvSpPr/>
          <p:nvPr userDrawn="1"/>
        </p:nvSpPr>
        <p:spPr>
          <a:xfrm>
            <a:off x="6211574" y="8120684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A2E5B1DD-0EF7-44BB-86B0-6BA14DE4789E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latin typeface="GT America Thin"/>
              <a:cs typeface="GT America Thin"/>
            </a:endParaRPr>
          </a:p>
        </p:txBody>
      </p:sp>
      <p:sp>
        <p:nvSpPr>
          <p:cNvPr id="32" name="object 11">
            <a:extLst>
              <a:ext uri="{FF2B5EF4-FFF2-40B4-BE49-F238E27FC236}">
                <a16:creationId xmlns:a16="http://schemas.microsoft.com/office/drawing/2014/main" id="{0A3A1D4A-CC7C-4D38-B3AE-22AA71954620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2">
            <a:extLst>
              <a:ext uri="{FF2B5EF4-FFF2-40B4-BE49-F238E27FC236}">
                <a16:creationId xmlns:a16="http://schemas.microsoft.com/office/drawing/2014/main" id="{6BD2CC71-EC38-4ED2-A627-60F38D2A4A79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08E8C0C-8320-48DF-B167-514A0DCFF1EA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01A28FDC-0707-488B-88D7-5E1543BC235D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2AF050C7-A4C7-40D7-AF5A-DB1A4D703682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79C55B6D-D8B7-448E-98B0-34E056151AF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7">
            <a:extLst>
              <a:ext uri="{FF2B5EF4-FFF2-40B4-BE49-F238E27FC236}">
                <a16:creationId xmlns:a16="http://schemas.microsoft.com/office/drawing/2014/main" id="{B3EF9D17-1762-486C-AA31-BD4B67CE69D1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8">
            <a:extLst>
              <a:ext uri="{FF2B5EF4-FFF2-40B4-BE49-F238E27FC236}">
                <a16:creationId xmlns:a16="http://schemas.microsoft.com/office/drawing/2014/main" id="{D92A3342-C68B-4BFE-B0A5-DEE6FB897D2A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>
            <a:extLst>
              <a:ext uri="{FF2B5EF4-FFF2-40B4-BE49-F238E27FC236}">
                <a16:creationId xmlns:a16="http://schemas.microsoft.com/office/drawing/2014/main" id="{5AC17AF6-EA0E-40A4-B2C1-6B3A6CD97C05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952BA1FD-08CA-40F9-9B97-B7B81122060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1">
            <a:extLst>
              <a:ext uri="{FF2B5EF4-FFF2-40B4-BE49-F238E27FC236}">
                <a16:creationId xmlns:a16="http://schemas.microsoft.com/office/drawing/2014/main" id="{2889C62D-BCBD-495E-93ED-2E0AC88065CF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2">
            <a:extLst>
              <a:ext uri="{FF2B5EF4-FFF2-40B4-BE49-F238E27FC236}">
                <a16:creationId xmlns:a16="http://schemas.microsoft.com/office/drawing/2014/main" id="{4ECD9530-1E44-4F91-908D-CBD6257AD1BD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3">
            <a:extLst>
              <a:ext uri="{FF2B5EF4-FFF2-40B4-BE49-F238E27FC236}">
                <a16:creationId xmlns:a16="http://schemas.microsoft.com/office/drawing/2014/main" id="{C6080D5A-7733-4C37-8A7F-7149ECA8D93E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4">
            <a:extLst>
              <a:ext uri="{FF2B5EF4-FFF2-40B4-BE49-F238E27FC236}">
                <a16:creationId xmlns:a16="http://schemas.microsoft.com/office/drawing/2014/main" id="{A4F7D278-869B-40BE-82A5-35C2C1D1EC05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1F1A160C-6F38-4ADD-A8D9-49C1826DE6D7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0" name="Marcador de texto 49">
            <a:extLst>
              <a:ext uri="{FF2B5EF4-FFF2-40B4-BE49-F238E27FC236}">
                <a16:creationId xmlns:a16="http://schemas.microsoft.com/office/drawing/2014/main" id="{596BCF93-6DE0-442F-AA83-FBFDAB95D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482645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938216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centrado - fondo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3">
            <a:extLst>
              <a:ext uri="{FF2B5EF4-FFF2-40B4-BE49-F238E27FC236}">
                <a16:creationId xmlns:a16="http://schemas.microsoft.com/office/drawing/2014/main" id="{F5B55B80-F91D-4AED-8DB3-AD2B94786812}"/>
              </a:ext>
            </a:extLst>
          </p:cNvPr>
          <p:cNvSpPr/>
          <p:nvPr userDrawn="1"/>
        </p:nvSpPr>
        <p:spPr>
          <a:xfrm>
            <a:off x="1229955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009ABA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7" name="object 4">
            <a:extLst>
              <a:ext uri="{FF2B5EF4-FFF2-40B4-BE49-F238E27FC236}">
                <a16:creationId xmlns:a16="http://schemas.microsoft.com/office/drawing/2014/main" id="{59F6F8F2-9549-4E60-9CC2-FCA0D7999E49}"/>
              </a:ext>
            </a:extLst>
          </p:cNvPr>
          <p:cNvSpPr/>
          <p:nvPr userDrawn="1"/>
        </p:nvSpPr>
        <p:spPr>
          <a:xfrm>
            <a:off x="1076249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5DB7A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8" name="object 5">
            <a:extLst>
              <a:ext uri="{FF2B5EF4-FFF2-40B4-BE49-F238E27FC236}">
                <a16:creationId xmlns:a16="http://schemas.microsoft.com/office/drawing/2014/main" id="{7CA6ED11-484F-47E7-8F15-8D43EE89A2D2}"/>
              </a:ext>
            </a:extLst>
          </p:cNvPr>
          <p:cNvSpPr/>
          <p:nvPr userDrawn="1"/>
        </p:nvSpPr>
        <p:spPr>
          <a:xfrm>
            <a:off x="9225439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EA2828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9" name="object 6">
            <a:extLst>
              <a:ext uri="{FF2B5EF4-FFF2-40B4-BE49-F238E27FC236}">
                <a16:creationId xmlns:a16="http://schemas.microsoft.com/office/drawing/2014/main" id="{E7B6A472-EDE0-47E0-BE33-079F327A4D31}"/>
              </a:ext>
            </a:extLst>
          </p:cNvPr>
          <p:cNvSpPr/>
          <p:nvPr userDrawn="1"/>
        </p:nvSpPr>
        <p:spPr>
          <a:xfrm>
            <a:off x="7688386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F5136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0" name="object 7">
            <a:extLst>
              <a:ext uri="{FF2B5EF4-FFF2-40B4-BE49-F238E27FC236}">
                <a16:creationId xmlns:a16="http://schemas.microsoft.com/office/drawing/2014/main" id="{3A42E184-9AEC-423D-B7B0-1E473B027D44}"/>
              </a:ext>
            </a:extLst>
          </p:cNvPr>
          <p:cNvSpPr/>
          <p:nvPr userDrawn="1"/>
        </p:nvSpPr>
        <p:spPr>
          <a:xfrm>
            <a:off x="6151322" y="8144935"/>
            <a:ext cx="1532890" cy="0"/>
          </a:xfrm>
          <a:custGeom>
            <a:avLst/>
            <a:gdLst/>
            <a:ahLst/>
            <a:cxnLst/>
            <a:rect l="l" t="t" r="r" b="b"/>
            <a:pathLst>
              <a:path w="1532890">
                <a:moveTo>
                  <a:pt x="0" y="0"/>
                </a:moveTo>
                <a:lnTo>
                  <a:pt x="1532718" y="0"/>
                </a:lnTo>
              </a:path>
            </a:pathLst>
          </a:custGeom>
          <a:ln w="16021">
            <a:solidFill>
              <a:srgbClr val="F09C29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1" name="object 8">
            <a:extLst>
              <a:ext uri="{FF2B5EF4-FFF2-40B4-BE49-F238E27FC236}">
                <a16:creationId xmlns:a16="http://schemas.microsoft.com/office/drawing/2014/main" id="{31A0B6AC-E5D1-40F2-A5A8-4DB89C1505CF}"/>
              </a:ext>
            </a:extLst>
          </p:cNvPr>
          <p:cNvSpPr txBox="1">
            <a:spLocks/>
          </p:cNvSpPr>
          <p:nvPr userDrawn="1"/>
        </p:nvSpPr>
        <p:spPr>
          <a:xfrm>
            <a:off x="9643430" y="3543457"/>
            <a:ext cx="4161208" cy="18440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eaLnBrk="1" hangingPunct="1">
              <a:defRPr sz="11900" b="1" i="0">
                <a:solidFill>
                  <a:srgbClr val="2BAAE1"/>
                </a:solidFill>
                <a:latin typeface="GT America Bold"/>
                <a:ea typeface="+mj-ea"/>
                <a:cs typeface="GT America Bold"/>
              </a:defRPr>
            </a:lvl1pPr>
          </a:lstStyle>
          <a:p>
            <a:pPr marL="12699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1900" b="1" i="0" u="none" strike="noStrike" kern="0" cap="none" spc="0" normalizeH="0" baseline="0" noProof="0">
                <a:ln>
                  <a:noFill/>
                </a:ln>
                <a:solidFill>
                  <a:srgbClr val="2BAAE1"/>
                </a:solidFill>
                <a:effectLst/>
                <a:uLnTx/>
                <a:uFillTx/>
                <a:latin typeface="GT America Bold"/>
                <a:ea typeface="+mj-ea"/>
              </a:rPr>
              <a:t>MISO</a:t>
            </a:r>
            <a:endParaRPr kumimoji="0" lang="es-CO" sz="11900" b="1" i="0" u="none" strike="noStrike" kern="0" cap="none" spc="0" normalizeH="0" baseline="0" noProof="0" dirty="0">
              <a:ln>
                <a:noFill/>
              </a:ln>
              <a:solidFill>
                <a:srgbClr val="2BAAE1"/>
              </a:solidFill>
              <a:effectLst/>
              <a:uLnTx/>
              <a:uFillTx/>
              <a:latin typeface="GT America Bold"/>
              <a:ea typeface="+mj-ea"/>
            </a:endParaRPr>
          </a:p>
        </p:txBody>
      </p:sp>
      <p:sp>
        <p:nvSpPr>
          <p:cNvPr id="52" name="object 9">
            <a:extLst>
              <a:ext uri="{FF2B5EF4-FFF2-40B4-BE49-F238E27FC236}">
                <a16:creationId xmlns:a16="http://schemas.microsoft.com/office/drawing/2014/main" id="{D6CCEB1C-722F-4E1F-835C-D869AD140A72}"/>
              </a:ext>
            </a:extLst>
          </p:cNvPr>
          <p:cNvSpPr txBox="1"/>
          <p:nvPr userDrawn="1"/>
        </p:nvSpPr>
        <p:spPr>
          <a:xfrm>
            <a:off x="9198864" y="5217637"/>
            <a:ext cx="5770880" cy="4584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99" defTabSz="914400">
              <a:spcBef>
                <a:spcPts val="95"/>
              </a:spcBef>
            </a:pP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Maestría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en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Ingeniería </a:t>
            </a:r>
            <a:r>
              <a:rPr sz="2900" spc="-5" dirty="0">
                <a:solidFill>
                  <a:srgbClr val="2BAAE1"/>
                </a:solidFill>
                <a:latin typeface="GT America Thin"/>
                <a:cs typeface="GT America Thin"/>
              </a:rPr>
              <a:t>de</a:t>
            </a:r>
            <a:r>
              <a:rPr sz="2900" spc="20" dirty="0">
                <a:solidFill>
                  <a:srgbClr val="2BAAE1"/>
                </a:solidFill>
                <a:latin typeface="GT America Thin"/>
                <a:cs typeface="GT America Thin"/>
              </a:rPr>
              <a:t> </a:t>
            </a:r>
            <a:r>
              <a:rPr sz="2900" spc="-10" dirty="0">
                <a:solidFill>
                  <a:srgbClr val="2BAAE1"/>
                </a:solidFill>
                <a:latin typeface="GT America Thin"/>
                <a:cs typeface="GT America Thin"/>
              </a:rPr>
              <a:t>Software</a:t>
            </a:r>
            <a:endParaRPr sz="2900">
              <a:solidFill>
                <a:prstClr val="black"/>
              </a:solidFill>
              <a:latin typeface="GT America Thin"/>
              <a:cs typeface="GT America Thin"/>
            </a:endParaRPr>
          </a:p>
        </p:txBody>
      </p:sp>
      <p:sp>
        <p:nvSpPr>
          <p:cNvPr id="53" name="object 10">
            <a:extLst>
              <a:ext uri="{FF2B5EF4-FFF2-40B4-BE49-F238E27FC236}">
                <a16:creationId xmlns:a16="http://schemas.microsoft.com/office/drawing/2014/main" id="{24199D36-AC00-4B12-93A2-C2ED45FF17B6}"/>
              </a:ext>
            </a:extLst>
          </p:cNvPr>
          <p:cNvSpPr/>
          <p:nvPr userDrawn="1"/>
        </p:nvSpPr>
        <p:spPr>
          <a:xfrm>
            <a:off x="5147380" y="4877935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5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4" name="object 11">
            <a:extLst>
              <a:ext uri="{FF2B5EF4-FFF2-40B4-BE49-F238E27FC236}">
                <a16:creationId xmlns:a16="http://schemas.microsoft.com/office/drawing/2014/main" id="{C302700F-D539-411D-AF71-147A008F7345}"/>
              </a:ext>
            </a:extLst>
          </p:cNvPr>
          <p:cNvSpPr/>
          <p:nvPr userDrawn="1"/>
        </p:nvSpPr>
        <p:spPr>
          <a:xfrm>
            <a:off x="5147380" y="487793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5" name="object 12">
            <a:extLst>
              <a:ext uri="{FF2B5EF4-FFF2-40B4-BE49-F238E27FC236}">
                <a16:creationId xmlns:a16="http://schemas.microsoft.com/office/drawing/2014/main" id="{1FF09462-3BA9-4C7E-A3D9-36C7C79AE645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3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6" name="object 13">
            <a:extLst>
              <a:ext uri="{FF2B5EF4-FFF2-40B4-BE49-F238E27FC236}">
                <a16:creationId xmlns:a16="http://schemas.microsoft.com/office/drawing/2014/main" id="{FEBBB93D-5A1C-44E0-9331-6016EB29B6FF}"/>
              </a:ext>
            </a:extLst>
          </p:cNvPr>
          <p:cNvSpPr/>
          <p:nvPr userDrawn="1"/>
        </p:nvSpPr>
        <p:spPr>
          <a:xfrm>
            <a:off x="5147380" y="420602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7" name="object 14">
            <a:extLst>
              <a:ext uri="{FF2B5EF4-FFF2-40B4-BE49-F238E27FC236}">
                <a16:creationId xmlns:a16="http://schemas.microsoft.com/office/drawing/2014/main" id="{5F137981-A4CD-45F0-9AA1-CCBBE8306D6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25000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8" name="object 15">
            <a:extLst>
              <a:ext uri="{FF2B5EF4-FFF2-40B4-BE49-F238E27FC236}">
                <a16:creationId xmlns:a16="http://schemas.microsoft.com/office/drawing/2014/main" id="{A7BCFF4A-3A87-43D7-A7D9-A6FA64AC0F08}"/>
              </a:ext>
            </a:extLst>
          </p:cNvPr>
          <p:cNvSpPr/>
          <p:nvPr userDrawn="1"/>
        </p:nvSpPr>
        <p:spPr>
          <a:xfrm>
            <a:off x="5147380" y="3557284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59" name="object 16">
            <a:extLst>
              <a:ext uri="{FF2B5EF4-FFF2-40B4-BE49-F238E27FC236}">
                <a16:creationId xmlns:a16="http://schemas.microsoft.com/office/drawing/2014/main" id="{8D292F96-8782-462C-8A07-10584846A2CD}"/>
              </a:ext>
            </a:extLst>
          </p:cNvPr>
          <p:cNvSpPr/>
          <p:nvPr userDrawn="1"/>
        </p:nvSpPr>
        <p:spPr>
          <a:xfrm>
            <a:off x="5147383" y="5851042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5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0" name="object 17">
            <a:extLst>
              <a:ext uri="{FF2B5EF4-FFF2-40B4-BE49-F238E27FC236}">
                <a16:creationId xmlns:a16="http://schemas.microsoft.com/office/drawing/2014/main" id="{169F8950-E386-406E-B72C-4E8679C02625}"/>
              </a:ext>
            </a:extLst>
          </p:cNvPr>
          <p:cNvSpPr/>
          <p:nvPr userDrawn="1"/>
        </p:nvSpPr>
        <p:spPr>
          <a:xfrm>
            <a:off x="5147383" y="4530391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1" name="object 18">
            <a:extLst>
              <a:ext uri="{FF2B5EF4-FFF2-40B4-BE49-F238E27FC236}">
                <a16:creationId xmlns:a16="http://schemas.microsoft.com/office/drawing/2014/main" id="{BF9E2035-8220-48E9-9883-E2035E9401BB}"/>
              </a:ext>
            </a:extLst>
          </p:cNvPr>
          <p:cNvSpPr/>
          <p:nvPr userDrawn="1"/>
        </p:nvSpPr>
        <p:spPr>
          <a:xfrm>
            <a:off x="5147383" y="5179134"/>
            <a:ext cx="3406140" cy="996315"/>
          </a:xfrm>
          <a:custGeom>
            <a:avLst/>
            <a:gdLst/>
            <a:ahLst/>
            <a:cxnLst/>
            <a:rect l="l" t="t" r="r" b="b"/>
            <a:pathLst>
              <a:path w="3406140" h="996314">
                <a:moveTo>
                  <a:pt x="3405889" y="0"/>
                </a:moveTo>
                <a:lnTo>
                  <a:pt x="1691367" y="996283"/>
                </a:lnTo>
                <a:lnTo>
                  <a:pt x="0" y="0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2" name="object 19">
            <a:extLst>
              <a:ext uri="{FF2B5EF4-FFF2-40B4-BE49-F238E27FC236}">
                <a16:creationId xmlns:a16="http://schemas.microsoft.com/office/drawing/2014/main" id="{F0B9024F-172F-42A7-9B5B-70C49921FBBE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3" name="object 20">
            <a:extLst>
              <a:ext uri="{FF2B5EF4-FFF2-40B4-BE49-F238E27FC236}">
                <a16:creationId xmlns:a16="http://schemas.microsoft.com/office/drawing/2014/main" id="{2D956D51-E3CB-437E-B8E1-31644542C558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1691367" y="0"/>
                </a:moveTo>
                <a:lnTo>
                  <a:pt x="0" y="973106"/>
                </a:lnTo>
                <a:lnTo>
                  <a:pt x="1691367" y="1969389"/>
                </a:lnTo>
                <a:lnTo>
                  <a:pt x="3405889" y="973106"/>
                </a:lnTo>
                <a:lnTo>
                  <a:pt x="1691367" y="0"/>
                </a:lnTo>
                <a:close/>
              </a:path>
            </a:pathLst>
          </a:custGeom>
          <a:solidFill>
            <a:srgbClr val="2BAAE1">
              <a:alpha val="9999"/>
            </a:srgbClr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4" name="object 21">
            <a:extLst>
              <a:ext uri="{FF2B5EF4-FFF2-40B4-BE49-F238E27FC236}">
                <a16:creationId xmlns:a16="http://schemas.microsoft.com/office/drawing/2014/main" id="{72F22BD7-43A4-46CE-9309-1913B8229B96}"/>
              </a:ext>
            </a:extLst>
          </p:cNvPr>
          <p:cNvSpPr/>
          <p:nvPr userDrawn="1"/>
        </p:nvSpPr>
        <p:spPr>
          <a:xfrm>
            <a:off x="5147380" y="2908546"/>
            <a:ext cx="3406140" cy="1969770"/>
          </a:xfrm>
          <a:custGeom>
            <a:avLst/>
            <a:gdLst/>
            <a:ahLst/>
            <a:cxnLst/>
            <a:rect l="l" t="t" r="r" b="b"/>
            <a:pathLst>
              <a:path w="3406140" h="1969770">
                <a:moveTo>
                  <a:pt x="0" y="973106"/>
                </a:moveTo>
                <a:lnTo>
                  <a:pt x="1691367" y="0"/>
                </a:lnTo>
                <a:lnTo>
                  <a:pt x="3405889" y="973106"/>
                </a:lnTo>
                <a:lnTo>
                  <a:pt x="1691367" y="1969389"/>
                </a:lnTo>
                <a:lnTo>
                  <a:pt x="0" y="973106"/>
                </a:lnTo>
                <a:close/>
              </a:path>
            </a:pathLst>
          </a:custGeom>
          <a:ln w="10973">
            <a:solidFill>
              <a:srgbClr val="28285B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5" name="object 22">
            <a:extLst>
              <a:ext uri="{FF2B5EF4-FFF2-40B4-BE49-F238E27FC236}">
                <a16:creationId xmlns:a16="http://schemas.microsoft.com/office/drawing/2014/main" id="{3EFDB32E-A823-4F47-857F-C041BABD66FA}"/>
              </a:ext>
            </a:extLst>
          </p:cNvPr>
          <p:cNvSpPr/>
          <p:nvPr userDrawn="1"/>
        </p:nvSpPr>
        <p:spPr>
          <a:xfrm>
            <a:off x="5150935" y="2912662"/>
            <a:ext cx="3406775" cy="3933825"/>
          </a:xfrm>
          <a:custGeom>
            <a:avLst/>
            <a:gdLst/>
            <a:ahLst/>
            <a:cxnLst/>
            <a:rect l="l" t="t" r="r" b="b"/>
            <a:pathLst>
              <a:path w="3406775" h="3933825">
                <a:moveTo>
                  <a:pt x="3406591" y="2950188"/>
                </a:moveTo>
                <a:lnTo>
                  <a:pt x="3406591" y="983389"/>
                </a:lnTo>
                <a:lnTo>
                  <a:pt x="1703284" y="0"/>
                </a:lnTo>
                <a:lnTo>
                  <a:pt x="0" y="983389"/>
                </a:lnTo>
                <a:lnTo>
                  <a:pt x="0" y="2950188"/>
                </a:lnTo>
                <a:lnTo>
                  <a:pt x="1703284" y="3933588"/>
                </a:lnTo>
                <a:lnTo>
                  <a:pt x="3406591" y="2950188"/>
                </a:lnTo>
                <a:close/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6" name="object 23">
            <a:extLst>
              <a:ext uri="{FF2B5EF4-FFF2-40B4-BE49-F238E27FC236}">
                <a16:creationId xmlns:a16="http://schemas.microsoft.com/office/drawing/2014/main" id="{4435C06B-E9EF-48FD-AAAA-505B41BA5254}"/>
              </a:ext>
            </a:extLst>
          </p:cNvPr>
          <p:cNvSpPr/>
          <p:nvPr userDrawn="1"/>
        </p:nvSpPr>
        <p:spPr>
          <a:xfrm>
            <a:off x="6855283" y="486625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5">
                <a:moveTo>
                  <a:pt x="0" y="0"/>
                </a:moveTo>
                <a:lnTo>
                  <a:pt x="0" y="1973636"/>
                </a:lnTo>
              </a:path>
            </a:pathLst>
          </a:custGeom>
          <a:ln w="10973">
            <a:solidFill>
              <a:srgbClr val="0870B7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7" name="Marcador de texto 49">
            <a:extLst>
              <a:ext uri="{FF2B5EF4-FFF2-40B4-BE49-F238E27FC236}">
                <a16:creationId xmlns:a16="http://schemas.microsoft.com/office/drawing/2014/main" id="{3F5E93B8-6609-4939-9667-85EA33BDAE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91477" y="8683496"/>
            <a:ext cx="5303905" cy="943706"/>
          </a:xfrm>
        </p:spPr>
        <p:txBody>
          <a:bodyPr/>
          <a:lstStyle>
            <a:lvl1pPr marL="0" indent="0" algn="ctr">
              <a:buNone/>
              <a:defRPr lang="es-ES" sz="5150" kern="1200" spc="15" dirty="0" smtClean="0">
                <a:solidFill>
                  <a:schemeClr val="tx1"/>
                </a:solidFill>
                <a:latin typeface="GT America"/>
                <a:ea typeface="+mn-ea"/>
                <a:cs typeface="GT America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3301145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B52D28F9-F37F-4DF5-A2D1-AA68FCF34B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608154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14" name="Marcador de texto 10">
            <a:extLst>
              <a:ext uri="{FF2B5EF4-FFF2-40B4-BE49-F238E27FC236}">
                <a16:creationId xmlns:a16="http://schemas.microsoft.com/office/drawing/2014/main" id="{57789202-1793-4245-AFD0-7A37AFAF34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79188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648929-BBD8-40CA-8CD6-942223EF4E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4943" y="2608154"/>
            <a:ext cx="11405712" cy="844213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1246602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19777898-8777-4729-86D3-6D903457F0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54100" y="2500313"/>
            <a:ext cx="5408693" cy="8596312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29956608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16753" y="249966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16753" y="368339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6753" y="531261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86436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esor a la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10">
            <a:extLst>
              <a:ext uri="{FF2B5EF4-FFF2-40B4-BE49-F238E27FC236}">
                <a16:creationId xmlns:a16="http://schemas.microsoft.com/office/drawing/2014/main" id="{CF257359-2D6D-40A7-8F82-0026A88793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445" y="2406675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00" dirty="0" smtClean="0">
                <a:solidFill>
                  <a:srgbClr val="0D0D2C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Título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09945D95-5FFD-4D6F-9731-F98E66873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3445" y="3590406"/>
            <a:ext cx="6021705" cy="1183731"/>
          </a:xfrm>
        </p:spPr>
        <p:txBody>
          <a:bodyPr>
            <a:noAutofit/>
          </a:bodyPr>
          <a:lstStyle>
            <a:lvl1pPr marL="0" indent="0">
              <a:buNone/>
              <a:defRPr lang="es-ES" sz="6900" b="1" kern="1200" spc="-15" dirty="0" smtClean="0">
                <a:solidFill>
                  <a:srgbClr val="29ABE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46A6B06E-DCFC-4C61-B35C-2FF747EFB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445" y="5219627"/>
            <a:ext cx="11405712" cy="57188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Haga clic aquí para 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6816873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2823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2157" y="631194"/>
            <a:ext cx="17339786" cy="2291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2157" y="3155965"/>
            <a:ext cx="17339786" cy="752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2157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69C3E-277C-4E1F-A249-5B730364B4FA}" type="datetimeFigureOut">
              <a:rPr lang="es-CO" smtClean="0"/>
              <a:t>31/08/25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59483" y="10988247"/>
            <a:ext cx="6785134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198520" y="10988247"/>
            <a:ext cx="4523423" cy="6311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9EC60-5D13-492C-8D6B-471F73FDA5E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95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693" r:id="rId20"/>
    <p:sldLayoutId id="2147483686" r:id="rId21"/>
    <p:sldLayoutId id="2147483687" r:id="rId22"/>
    <p:sldLayoutId id="2147483689" r:id="rId23"/>
    <p:sldLayoutId id="2147483688" r:id="rId24"/>
    <p:sldLayoutId id="2147483690" r:id="rId25"/>
    <p:sldLayoutId id="2147483691" r:id="rId26"/>
    <p:sldLayoutId id="2147483692" r:id="rId27"/>
    <p:sldLayoutId id="2147483714" r:id="rId28"/>
  </p:sldLayoutIdLst>
  <p:txStyles>
    <p:titleStyle>
      <a:lvl1pPr algn="l" defTabSz="1507846" rtl="0" eaLnBrk="1" latinLnBrk="0" hangingPunct="1">
        <a:lnSpc>
          <a:spcPct val="90000"/>
        </a:lnSpc>
        <a:spcBef>
          <a:spcPct val="0"/>
        </a:spcBef>
        <a:buNone/>
        <a:defRPr sz="7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6961" indent="-376961" algn="l" defTabSz="1507846" rtl="0" eaLnBrk="1" latinLnBrk="0" hangingPunct="1">
        <a:lnSpc>
          <a:spcPct val="90000"/>
        </a:lnSpc>
        <a:spcBef>
          <a:spcPts val="1649"/>
        </a:spcBef>
        <a:buFont typeface="Arial" panose="020B0604020202020204" pitchFamily="34" charset="0"/>
        <a:buChar char="•"/>
        <a:defRPr sz="4617" kern="1200">
          <a:solidFill>
            <a:schemeClr val="tx1"/>
          </a:solidFill>
          <a:latin typeface="+mn-lt"/>
          <a:ea typeface="+mn-ea"/>
          <a:cs typeface="+mn-cs"/>
        </a:defRPr>
      </a:lvl1pPr>
      <a:lvl2pPr marL="113088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958" kern="1200">
          <a:solidFill>
            <a:schemeClr val="tx1"/>
          </a:solidFill>
          <a:latin typeface="+mn-lt"/>
          <a:ea typeface="+mn-ea"/>
          <a:cs typeface="+mn-cs"/>
        </a:defRPr>
      </a:lvl2pPr>
      <a:lvl3pPr marL="1884807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3298" kern="1200">
          <a:solidFill>
            <a:schemeClr val="tx1"/>
          </a:solidFill>
          <a:latin typeface="+mn-lt"/>
          <a:ea typeface="+mn-ea"/>
          <a:cs typeface="+mn-cs"/>
        </a:defRPr>
      </a:lvl3pPr>
      <a:lvl4pPr marL="2638730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392653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4146575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900498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654421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408344" indent="-376961" algn="l" defTabSz="1507846" rtl="0" eaLnBrk="1" latinLnBrk="0" hangingPunct="1">
        <a:lnSpc>
          <a:spcPct val="90000"/>
        </a:lnSpc>
        <a:spcBef>
          <a:spcPts val="824"/>
        </a:spcBef>
        <a:buFont typeface="Arial" panose="020B0604020202020204" pitchFamily="34" charset="0"/>
        <a:buChar char="•"/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E50992-41E3-B944-B348-48647978B8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1289" y="3854844"/>
            <a:ext cx="8207296" cy="1284526"/>
          </a:xfrm>
        </p:spPr>
        <p:txBody>
          <a:bodyPr>
            <a:normAutofit lnSpcReduction="10000"/>
          </a:bodyPr>
          <a:lstStyle/>
          <a:p>
            <a:r>
              <a:rPr lang="es-CO" sz="4000" dirty="0"/>
              <a:t>Cuaderno de Trabajo 4- Parte II</a:t>
            </a:r>
          </a:p>
          <a:p>
            <a:r>
              <a:rPr lang="es-CO" sz="4000" dirty="0"/>
              <a:t>Estilos de arquitectura</a:t>
            </a:r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2D598DFA-329B-2E42-B0CD-A299535D3FF7}"/>
              </a:ext>
            </a:extLst>
          </p:cNvPr>
          <p:cNvSpPr txBox="1">
            <a:spLocks/>
          </p:cNvSpPr>
          <p:nvPr/>
        </p:nvSpPr>
        <p:spPr>
          <a:xfrm>
            <a:off x="10447866" y="6716081"/>
            <a:ext cx="9443633" cy="169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1507846" rtl="0" eaLnBrk="1" latinLnBrk="0" hangingPunct="1">
              <a:lnSpc>
                <a:spcPct val="90000"/>
              </a:lnSpc>
              <a:spcBef>
                <a:spcPts val="1649"/>
              </a:spcBef>
              <a:buFont typeface="Arial" panose="020B0604020202020204" pitchFamily="34" charset="0"/>
              <a:buNone/>
              <a:defRPr lang="es-ES" sz="5150" kern="1200" spc="15" dirty="0" smtClean="0">
                <a:solidFill>
                  <a:srgbClr val="FFFFFF"/>
                </a:solidFill>
                <a:latin typeface="GT America"/>
                <a:ea typeface="+mn-ea"/>
                <a:cs typeface="GT America"/>
              </a:defRPr>
            </a:lvl1pPr>
            <a:lvl2pPr marL="113088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9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84807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32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38730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92653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146575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900498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54421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408344" indent="-376961" algn="l" defTabSz="1507846" rtl="0" eaLnBrk="1" latinLnBrk="0" hangingPunct="1">
              <a:lnSpc>
                <a:spcPct val="90000"/>
              </a:lnSpc>
              <a:spcBef>
                <a:spcPts val="824"/>
              </a:spcBef>
              <a:buFont typeface="Arial" panose="020B0604020202020204" pitchFamily="34" charset="0"/>
              <a:buChar char="•"/>
              <a:defRPr sz="29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3600" dirty="0"/>
              <a:t>Principios de diseño y arquitectura de software</a:t>
            </a:r>
          </a:p>
          <a:p>
            <a:r>
              <a:rPr lang="es-CO" sz="3600" dirty="0"/>
              <a:t>Módulo 4</a:t>
            </a:r>
          </a:p>
        </p:txBody>
      </p:sp>
    </p:spTree>
    <p:extLst>
      <p:ext uri="{BB962C8B-B14F-4D97-AF65-F5344CB8AC3E}">
        <p14:creationId xmlns:p14="http://schemas.microsoft.com/office/powerpoint/2010/main" val="290828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riangle 36">
            <a:extLst>
              <a:ext uri="{FF2B5EF4-FFF2-40B4-BE49-F238E27FC236}">
                <a16:creationId xmlns:a16="http://schemas.microsoft.com/office/drawing/2014/main" id="{3FCA2B96-8A3D-E242-A5E3-D4E41B6FDAA1}"/>
              </a:ext>
            </a:extLst>
          </p:cNvPr>
          <p:cNvSpPr/>
          <p:nvPr/>
        </p:nvSpPr>
        <p:spPr>
          <a:xfrm>
            <a:off x="3398809" y="0"/>
            <a:ext cx="16705292" cy="11855450"/>
          </a:xfrm>
          <a:prstGeom prst="triangle">
            <a:avLst>
              <a:gd name="adj" fmla="val 99615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082241-1E6D-2F45-A434-4397FC7D8E66}"/>
              </a:ext>
            </a:extLst>
          </p:cNvPr>
          <p:cNvSpPr txBox="1"/>
          <p:nvPr/>
        </p:nvSpPr>
        <p:spPr>
          <a:xfrm>
            <a:off x="8275723" y="8708318"/>
            <a:ext cx="11213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O" sz="3600" dirty="0">
                <a:solidFill>
                  <a:schemeClr val="bg1"/>
                </a:solidFill>
              </a:rPr>
              <a:t>Objetivo:</a:t>
            </a:r>
          </a:p>
          <a:p>
            <a:endParaRPr lang="en-CO" sz="3600" dirty="0">
              <a:solidFill>
                <a:schemeClr val="bg1"/>
              </a:solidFill>
            </a:endParaRPr>
          </a:p>
          <a:p>
            <a:r>
              <a:rPr lang="en-CO" sz="3600" dirty="0">
                <a:solidFill>
                  <a:schemeClr val="bg1"/>
                </a:solidFill>
              </a:rPr>
              <a:t>Analizar estilos de arquitectura para desempeño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CF646-4805-9749-93FF-6DCB67979D08}"/>
              </a:ext>
            </a:extLst>
          </p:cNvPr>
          <p:cNvSpPr txBox="1"/>
          <p:nvPr/>
        </p:nvSpPr>
        <p:spPr>
          <a:xfrm>
            <a:off x="1081364" y="2830665"/>
            <a:ext cx="128011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O" sz="6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Estilos de Arquitectura y Desempeño</a:t>
            </a:r>
          </a:p>
        </p:txBody>
      </p:sp>
    </p:spTree>
    <p:extLst>
      <p:ext uri="{BB962C8B-B14F-4D97-AF65-F5344CB8AC3E}">
        <p14:creationId xmlns:p14="http://schemas.microsoft.com/office/powerpoint/2010/main" val="1173090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entagon 35">
            <a:extLst>
              <a:ext uri="{FF2B5EF4-FFF2-40B4-BE49-F238E27FC236}">
                <a16:creationId xmlns:a16="http://schemas.microsoft.com/office/drawing/2014/main" id="{846DF9A9-623E-B94B-ABFB-55F40F134C51}"/>
              </a:ext>
            </a:extLst>
          </p:cNvPr>
          <p:cNvSpPr/>
          <p:nvPr/>
        </p:nvSpPr>
        <p:spPr>
          <a:xfrm>
            <a:off x="968334" y="819883"/>
            <a:ext cx="15855351" cy="1293286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O" sz="4400" dirty="0"/>
              <a:t>Instrucciones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06D19-67FB-F64C-8F91-4A22F32D7DCB}"/>
              </a:ext>
            </a:extLst>
          </p:cNvPr>
          <p:cNvSpPr txBox="1"/>
          <p:nvPr/>
        </p:nvSpPr>
        <p:spPr>
          <a:xfrm>
            <a:off x="1499016" y="3078299"/>
            <a:ext cx="14270636" cy="549086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buAutoNum type="arabicPeriod"/>
            </a:pPr>
            <a:r>
              <a:rPr lang="es-ES" sz="2800" dirty="0">
                <a:solidFill>
                  <a:schemeClr val="accent1"/>
                </a:solidFill>
              </a:rPr>
              <a:t>A partir de los modelos diseñados en la parte I de este cuaderno de trabajo:</a:t>
            </a: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Identifique un componente del proyecto en el que aplicaría una estrategia de escalamiento horizontal y explique por qué.</a:t>
            </a:r>
            <a:endParaRPr lang="es-ES" sz="2800" dirty="0">
              <a:solidFill>
                <a:schemeClr val="accent1"/>
              </a:solidFill>
              <a:cs typeface="Arial"/>
            </a:endParaRP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Identifique un componente del proyecto en el que aplicaría una estrategia de escalamiento vertical y explique por qué.</a:t>
            </a:r>
            <a:endParaRPr lang="es-ES" sz="2800" dirty="0">
              <a:solidFill>
                <a:schemeClr val="accent1"/>
              </a:solidFill>
              <a:cs typeface="Arial"/>
            </a:endParaRP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AutoNum type="alphaLcParenR"/>
            </a:pPr>
            <a:r>
              <a:rPr lang="es-ES" sz="2800" dirty="0">
                <a:solidFill>
                  <a:schemeClr val="accent1"/>
                </a:solidFill>
              </a:rPr>
              <a:t>Identifique un conector entre componentes y opine sobre  que posible implicación podría tener en términos de tiempo de respuesta (latencia).</a:t>
            </a:r>
            <a:endParaRPr lang="en-CO" sz="2800" dirty="0">
              <a:solidFill>
                <a:schemeClr val="accent1"/>
              </a:solidFill>
            </a:endParaRPr>
          </a:p>
          <a:p>
            <a:pPr marL="971550" lvl="1" indent="-514350">
              <a:lnSpc>
                <a:spcPct val="150000"/>
              </a:lnSpc>
              <a:spcBef>
                <a:spcPts val="600"/>
              </a:spcBef>
              <a:buFont typeface="+mj-lt"/>
              <a:buAutoNum type="alphaLcParenR"/>
            </a:pPr>
            <a:endParaRPr lang="en-CO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93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Identifique un componente del proyecto en el que aplicaría una estrategia de escalamiento horizontal y explique por qué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39B1F3-C7E9-9E74-B8E7-8EE2E0CC47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8" y="3837582"/>
            <a:ext cx="10271812" cy="52869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F677AB-63D5-D917-349C-10BF7F130F9E}"/>
              </a:ext>
            </a:extLst>
          </p:cNvPr>
          <p:cNvSpPr txBox="1"/>
          <p:nvPr/>
        </p:nvSpPr>
        <p:spPr>
          <a:xfrm>
            <a:off x="10621431" y="4718797"/>
            <a:ext cx="90670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El </a:t>
            </a:r>
            <a:r>
              <a:rPr lang="en-US" sz="2400" dirty="0" err="1"/>
              <a:t>servidor</a:t>
            </a:r>
            <a:r>
              <a:rPr lang="en-US" sz="2400" dirty="0"/>
              <a:t> que </a:t>
            </a:r>
            <a:r>
              <a:rPr lang="en-US" sz="2400" dirty="0" err="1"/>
              <a:t>aloja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subsistema</a:t>
            </a:r>
            <a:r>
              <a:rPr lang="en-US" sz="2400" dirty="0"/>
              <a:t> de </a:t>
            </a:r>
            <a:r>
              <a:rPr lang="en-US" sz="2400" dirty="0" err="1"/>
              <a:t>ventas</a:t>
            </a:r>
            <a:r>
              <a:rPr lang="en-US" sz="2400" dirty="0"/>
              <a:t> es un </a:t>
            </a:r>
            <a:r>
              <a:rPr lang="en-US" sz="2400" dirty="0" err="1"/>
              <a:t>candidato</a:t>
            </a:r>
            <a:r>
              <a:rPr lang="en-US" sz="2400" dirty="0"/>
              <a:t> ideal para </a:t>
            </a:r>
            <a:r>
              <a:rPr lang="en-US" sz="2400" dirty="0" err="1"/>
              <a:t>implementar</a:t>
            </a:r>
            <a:r>
              <a:rPr lang="en-US" sz="2400" dirty="0"/>
              <a:t> </a:t>
            </a:r>
            <a:r>
              <a:rPr lang="en-US" sz="2400" dirty="0" err="1"/>
              <a:t>escalamiento</a:t>
            </a:r>
            <a:r>
              <a:rPr lang="en-US" sz="2400" dirty="0"/>
              <a:t> horizontal, </a:t>
            </a:r>
            <a:r>
              <a:rPr lang="en-US" sz="2400" dirty="0" err="1"/>
              <a:t>ya</a:t>
            </a:r>
            <a:r>
              <a:rPr lang="en-US" sz="2400" dirty="0"/>
              <a:t> que </a:t>
            </a:r>
            <a:r>
              <a:rPr lang="en-US" sz="2400" dirty="0" err="1"/>
              <a:t>esto</a:t>
            </a:r>
            <a:r>
              <a:rPr lang="en-US" sz="2400" dirty="0"/>
              <a:t> </a:t>
            </a:r>
            <a:r>
              <a:rPr lang="en-US" sz="2400" dirty="0" err="1"/>
              <a:t>permitirá</a:t>
            </a:r>
            <a:r>
              <a:rPr lang="en-US" sz="2400" dirty="0"/>
              <a:t> </a:t>
            </a:r>
            <a:r>
              <a:rPr lang="en-US" sz="2400" dirty="0" err="1"/>
              <a:t>cumplir</a:t>
            </a:r>
            <a:r>
              <a:rPr lang="en-US" sz="2400" dirty="0"/>
              <a:t> con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atributos</a:t>
            </a:r>
            <a:r>
              <a:rPr lang="en-US" sz="2400" dirty="0"/>
              <a:t> de </a:t>
            </a:r>
            <a:r>
              <a:rPr lang="en-US" sz="2400" dirty="0" err="1"/>
              <a:t>latencia</a:t>
            </a:r>
            <a:r>
              <a:rPr lang="en-US" sz="2400" dirty="0"/>
              <a:t> y </a:t>
            </a:r>
            <a:r>
              <a:rPr lang="en-US" sz="2400" dirty="0" err="1"/>
              <a:t>escalabilidad</a:t>
            </a:r>
            <a:r>
              <a:rPr lang="en-US" sz="2400" dirty="0"/>
              <a:t> </a:t>
            </a:r>
            <a:r>
              <a:rPr lang="en-US" sz="2400" dirty="0" err="1"/>
              <a:t>definidos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escenarios</a:t>
            </a:r>
            <a:r>
              <a:rPr lang="en-US" sz="2400" dirty="0"/>
              <a:t> de </a:t>
            </a:r>
            <a:r>
              <a:rPr lang="en-US" sz="2400" dirty="0" err="1"/>
              <a:t>calidad</a:t>
            </a:r>
            <a:r>
              <a:rPr lang="en-US" sz="2400" dirty="0"/>
              <a:t>. Al disponer de </a:t>
            </a:r>
            <a:r>
              <a:rPr lang="en-US" sz="2400" dirty="0" err="1"/>
              <a:t>múltiples</a:t>
            </a:r>
            <a:r>
              <a:rPr lang="en-US" sz="2400" dirty="0"/>
              <a:t> </a:t>
            </a:r>
            <a:r>
              <a:rPr lang="en-US" sz="2400" dirty="0" err="1"/>
              <a:t>nodos</a:t>
            </a:r>
            <a:r>
              <a:rPr lang="en-US" sz="2400" dirty="0"/>
              <a:t> de </a:t>
            </a:r>
            <a:r>
              <a:rPr lang="en-US" sz="2400" dirty="0" err="1"/>
              <a:t>ejecución</a:t>
            </a:r>
            <a:r>
              <a:rPr lang="en-US" sz="2400" dirty="0"/>
              <a:t>, </a:t>
            </a:r>
            <a:r>
              <a:rPr lang="en-US" sz="2400" dirty="0" err="1"/>
              <a:t>podremos</a:t>
            </a:r>
            <a:r>
              <a:rPr lang="en-US" sz="2400" dirty="0"/>
              <a:t> </a:t>
            </a:r>
            <a:r>
              <a:rPr lang="en-US" sz="2400" dirty="0" err="1"/>
              <a:t>atender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mayor carga de </a:t>
            </a:r>
            <a:r>
              <a:rPr lang="en-US" sz="2400" dirty="0" err="1"/>
              <a:t>ventas</a:t>
            </a:r>
            <a:r>
              <a:rPr lang="en-US" sz="2400" dirty="0"/>
              <a:t> </a:t>
            </a:r>
            <a:r>
              <a:rPr lang="en-US" sz="2400" dirty="0" err="1"/>
              <a:t>distribuyendo</a:t>
            </a:r>
            <a:r>
              <a:rPr lang="en-US" sz="2400" dirty="0"/>
              <a:t> las </a:t>
            </a:r>
            <a:r>
              <a:rPr lang="en-US" sz="2400" dirty="0" err="1"/>
              <a:t>peticiones</a:t>
            </a:r>
            <a:r>
              <a:rPr lang="en-US" sz="2400" dirty="0"/>
              <a:t> de </a:t>
            </a:r>
            <a:r>
              <a:rPr lang="en-US" sz="2400" dirty="0" err="1"/>
              <a:t>manera</a:t>
            </a:r>
            <a:r>
              <a:rPr lang="en-US" sz="2400" dirty="0"/>
              <a:t> </a:t>
            </a:r>
            <a:r>
              <a:rPr lang="en-US" sz="2400" dirty="0" err="1"/>
              <a:t>equilibrada</a:t>
            </a:r>
            <a:r>
              <a:rPr lang="en-US" sz="2400" dirty="0"/>
              <a:t>. </a:t>
            </a:r>
            <a:r>
              <a:rPr lang="en-US" sz="2400" dirty="0" err="1"/>
              <a:t>Además</a:t>
            </a:r>
            <a:r>
              <a:rPr lang="en-US" sz="2400" dirty="0"/>
              <a:t>, </a:t>
            </a:r>
            <a:r>
              <a:rPr lang="en-US" sz="2400" dirty="0" err="1"/>
              <a:t>contar</a:t>
            </a:r>
            <a:r>
              <a:rPr lang="en-US" sz="2400" dirty="0"/>
              <a:t> con </a:t>
            </a:r>
            <a:r>
              <a:rPr lang="en-US" sz="2400" dirty="0" err="1"/>
              <a:t>varios</a:t>
            </a:r>
            <a:r>
              <a:rPr lang="en-US" sz="2400" dirty="0"/>
              <a:t> </a:t>
            </a:r>
            <a:r>
              <a:rPr lang="en-US" sz="2400" dirty="0" err="1"/>
              <a:t>nodos</a:t>
            </a:r>
            <a:r>
              <a:rPr lang="en-US" sz="2400" dirty="0"/>
              <a:t> </a:t>
            </a:r>
            <a:r>
              <a:rPr lang="en-US" sz="2400" dirty="0" err="1"/>
              <a:t>evita</a:t>
            </a:r>
            <a:r>
              <a:rPr lang="en-US" sz="2400" dirty="0"/>
              <a:t> la </a:t>
            </a:r>
            <a:r>
              <a:rPr lang="en-US" sz="2400" dirty="0" err="1"/>
              <a:t>degradación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tiempos</a:t>
            </a:r>
            <a:r>
              <a:rPr lang="en-US" sz="2400" dirty="0"/>
              <a:t> de </a:t>
            </a:r>
            <a:r>
              <a:rPr lang="en-US" sz="2400" dirty="0" err="1"/>
              <a:t>respuesta</a:t>
            </a:r>
            <a:r>
              <a:rPr lang="en-US" sz="2400" dirty="0"/>
              <a:t>, </a:t>
            </a:r>
            <a:r>
              <a:rPr lang="en-US" sz="2400" dirty="0" err="1"/>
              <a:t>ya</a:t>
            </a:r>
            <a:r>
              <a:rPr lang="en-US" sz="2400" dirty="0"/>
              <a:t> que las solicitudes no </a:t>
            </a:r>
            <a:r>
              <a:rPr lang="en-US" sz="2400" dirty="0" err="1"/>
              <a:t>quedarán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espera</a:t>
            </a:r>
            <a:r>
              <a:rPr lang="en-US" sz="2400" dirty="0"/>
              <a:t> de que un </a:t>
            </a:r>
            <a:r>
              <a:rPr lang="en-US" sz="2400" dirty="0" err="1"/>
              <a:t>único</a:t>
            </a:r>
            <a:r>
              <a:rPr lang="en-US" sz="2400" dirty="0"/>
              <a:t> </a:t>
            </a:r>
            <a:r>
              <a:rPr lang="en-US" sz="2400" dirty="0" err="1"/>
              <a:t>nodo</a:t>
            </a:r>
            <a:r>
              <a:rPr lang="en-US" sz="2400" dirty="0"/>
              <a:t> </a:t>
            </a:r>
            <a:r>
              <a:rPr lang="en-US" sz="2400" dirty="0" err="1"/>
              <a:t>esté</a:t>
            </a:r>
            <a:r>
              <a:rPr lang="en-US" sz="2400" dirty="0"/>
              <a:t> disponible.</a:t>
            </a:r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254437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Identifique un componente del proyecto en el que aplicaría una estrategia de escalamiento vertical y explique por qué</a:t>
            </a:r>
          </a:p>
        </p:txBody>
      </p:sp>
      <p:pic>
        <p:nvPicPr>
          <p:cNvPr id="3" name="Picture 2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B7B1ED81-C400-78B3-EC96-F15666EF3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768" y="3761698"/>
            <a:ext cx="5918065" cy="54628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1580F8-9284-004F-6277-270A4B4832A0}"/>
              </a:ext>
            </a:extLst>
          </p:cNvPr>
          <p:cNvSpPr txBox="1"/>
          <p:nvPr/>
        </p:nvSpPr>
        <p:spPr>
          <a:xfrm>
            <a:off x="8219872" y="4969618"/>
            <a:ext cx="10058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 </a:t>
            </a:r>
            <a:r>
              <a:rPr lang="en-US" sz="2400" dirty="0" err="1"/>
              <a:t>servidor</a:t>
            </a:r>
            <a:r>
              <a:rPr lang="en-US" sz="2400" dirty="0"/>
              <a:t> que </a:t>
            </a:r>
            <a:r>
              <a:rPr lang="en-US" sz="2400" dirty="0" err="1"/>
              <a:t>aloja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subsistema</a:t>
            </a:r>
            <a:r>
              <a:rPr lang="en-US" sz="2400" dirty="0"/>
              <a:t> de </a:t>
            </a:r>
            <a:r>
              <a:rPr lang="en-US" sz="2400" dirty="0" err="1"/>
              <a:t>proveedores</a:t>
            </a:r>
            <a:r>
              <a:rPr lang="en-US" sz="2400" dirty="0"/>
              <a:t>, </a:t>
            </a:r>
            <a:r>
              <a:rPr lang="en-US" sz="2400" dirty="0" err="1"/>
              <a:t>específicamente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componente</a:t>
            </a:r>
            <a:r>
              <a:rPr lang="en-US" sz="2400" dirty="0"/>
              <a:t> de </a:t>
            </a:r>
            <a:r>
              <a:rPr lang="en-US" sz="2400" dirty="0" err="1"/>
              <a:t>compras</a:t>
            </a:r>
            <a:r>
              <a:rPr lang="en-US" sz="2400" dirty="0"/>
              <a:t>, es un </a:t>
            </a:r>
            <a:r>
              <a:rPr lang="en-US" sz="2400" dirty="0" err="1"/>
              <a:t>candidato</a:t>
            </a:r>
            <a:r>
              <a:rPr lang="en-US" sz="2400" dirty="0"/>
              <a:t> ideal para </a:t>
            </a:r>
            <a:r>
              <a:rPr lang="en-US" sz="2400" dirty="0" err="1"/>
              <a:t>implementar</a:t>
            </a:r>
            <a:r>
              <a:rPr lang="en-US" sz="2400" dirty="0"/>
              <a:t> </a:t>
            </a:r>
            <a:r>
              <a:rPr lang="en-US" sz="2400" dirty="0" err="1"/>
              <a:t>escalamiento</a:t>
            </a:r>
            <a:r>
              <a:rPr lang="en-US" sz="2400" dirty="0"/>
              <a:t> vertical, </a:t>
            </a:r>
            <a:r>
              <a:rPr lang="en-US" sz="2400" dirty="0" err="1"/>
              <a:t>ya</a:t>
            </a:r>
            <a:r>
              <a:rPr lang="en-US" sz="2400" dirty="0"/>
              <a:t> que </a:t>
            </a:r>
            <a:r>
              <a:rPr lang="en-US" sz="2400" dirty="0" err="1"/>
              <a:t>esto</a:t>
            </a:r>
            <a:r>
              <a:rPr lang="en-US" sz="2400" dirty="0"/>
              <a:t> </a:t>
            </a:r>
            <a:r>
              <a:rPr lang="en-US" sz="2400" dirty="0" err="1"/>
              <a:t>permitirá</a:t>
            </a:r>
            <a:r>
              <a:rPr lang="en-US" sz="2400" dirty="0"/>
              <a:t> </a:t>
            </a:r>
            <a:r>
              <a:rPr lang="en-US" sz="2400" dirty="0" err="1"/>
              <a:t>cumplir</a:t>
            </a:r>
            <a:r>
              <a:rPr lang="en-US" sz="2400" dirty="0"/>
              <a:t> con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atributos</a:t>
            </a:r>
            <a:r>
              <a:rPr lang="en-US" sz="2400" dirty="0"/>
              <a:t> de </a:t>
            </a:r>
            <a:r>
              <a:rPr lang="en-US" sz="2400" dirty="0" err="1"/>
              <a:t>latencia</a:t>
            </a:r>
            <a:r>
              <a:rPr lang="en-US" sz="2400" dirty="0"/>
              <a:t> </a:t>
            </a:r>
            <a:r>
              <a:rPr lang="en-US" sz="2400" dirty="0" err="1"/>
              <a:t>definidos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escenarios</a:t>
            </a:r>
            <a:r>
              <a:rPr lang="en-US" sz="2400" dirty="0"/>
              <a:t> de </a:t>
            </a:r>
            <a:r>
              <a:rPr lang="en-US" sz="2400" dirty="0" err="1"/>
              <a:t>calidad</a:t>
            </a:r>
            <a:r>
              <a:rPr lang="en-US" sz="2400" dirty="0"/>
              <a:t>. Al </a:t>
            </a:r>
            <a:r>
              <a:rPr lang="en-US" sz="2400" dirty="0" err="1"/>
              <a:t>incrementar</a:t>
            </a:r>
            <a:r>
              <a:rPr lang="en-US" sz="2400" dirty="0"/>
              <a:t> la </a:t>
            </a:r>
            <a:r>
              <a:rPr lang="en-US" sz="2400" dirty="0" err="1"/>
              <a:t>capacidad</a:t>
            </a:r>
            <a:r>
              <a:rPr lang="en-US" sz="2400" dirty="0"/>
              <a:t> de </a:t>
            </a:r>
            <a:r>
              <a:rPr lang="en-US" sz="2400" dirty="0" err="1"/>
              <a:t>procesamiento</a:t>
            </a:r>
            <a:r>
              <a:rPr lang="en-US" sz="2400" dirty="0"/>
              <a:t> </a:t>
            </a:r>
            <a:r>
              <a:rPr lang="en-US" sz="2400" dirty="0" err="1"/>
              <a:t>mediante</a:t>
            </a:r>
            <a:r>
              <a:rPr lang="en-US" sz="2400" dirty="0"/>
              <a:t> </a:t>
            </a:r>
            <a:r>
              <a:rPr lang="en-US" sz="2400" dirty="0" err="1"/>
              <a:t>múltiples</a:t>
            </a:r>
            <a:r>
              <a:rPr lang="en-US" sz="2400" dirty="0"/>
              <a:t> </a:t>
            </a:r>
            <a:r>
              <a:rPr lang="en-US" sz="2400" dirty="0" err="1"/>
              <a:t>procesadores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componente</a:t>
            </a:r>
            <a:r>
              <a:rPr lang="en-US" sz="2400" dirty="0"/>
              <a:t> (</a:t>
            </a:r>
            <a:r>
              <a:rPr lang="en-US" sz="2400" dirty="0" err="1"/>
              <a:t>hilos</a:t>
            </a:r>
            <a:r>
              <a:rPr lang="en-US" sz="2400" dirty="0"/>
              <a:t>), se </a:t>
            </a:r>
            <a:r>
              <a:rPr lang="en-US" sz="2400" dirty="0" err="1"/>
              <a:t>podrán</a:t>
            </a:r>
            <a:r>
              <a:rPr lang="en-US" sz="2400" dirty="0"/>
              <a:t> </a:t>
            </a:r>
            <a:r>
              <a:rPr lang="en-US" sz="2400" dirty="0" err="1"/>
              <a:t>garantizar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tiempos</a:t>
            </a:r>
            <a:r>
              <a:rPr lang="en-US" sz="2400" dirty="0"/>
              <a:t> de </a:t>
            </a:r>
            <a:r>
              <a:rPr lang="en-US" sz="2400" dirty="0" err="1"/>
              <a:t>respuesta</a:t>
            </a:r>
            <a:r>
              <a:rPr lang="en-US" sz="2400" dirty="0"/>
              <a:t> </a:t>
            </a:r>
            <a:r>
              <a:rPr lang="en-US" sz="2400" dirty="0" err="1"/>
              <a:t>requeridos</a:t>
            </a:r>
            <a:r>
              <a:rPr lang="en-US" sz="2400" dirty="0"/>
              <a:t> ante la carga de </a:t>
            </a:r>
            <a:r>
              <a:rPr lang="en-US" sz="2400" dirty="0" err="1"/>
              <a:t>archivos</a:t>
            </a:r>
            <a:r>
              <a:rPr lang="en-US" sz="2400" dirty="0"/>
              <a:t> (</a:t>
            </a:r>
            <a:r>
              <a:rPr lang="en-US" sz="2400" dirty="0" err="1"/>
              <a:t>cátalogos</a:t>
            </a:r>
            <a:r>
              <a:rPr lang="en-US" sz="2400" dirty="0"/>
              <a:t> de </a:t>
            </a:r>
            <a:r>
              <a:rPr lang="en-US" sz="2400" dirty="0" err="1"/>
              <a:t>productos</a:t>
            </a:r>
            <a:r>
              <a:rPr lang="en-US" sz="2400" dirty="0"/>
              <a:t>), </a:t>
            </a:r>
            <a:r>
              <a:rPr lang="en-US" sz="2400" dirty="0" err="1"/>
              <a:t>optimizar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balance de </a:t>
            </a:r>
            <a:r>
              <a:rPr lang="en-US" sz="2400" dirty="0" err="1"/>
              <a:t>procesamiento</a:t>
            </a:r>
            <a:r>
              <a:rPr lang="en-US" sz="2400" dirty="0"/>
              <a:t> y </a:t>
            </a:r>
            <a:r>
              <a:rPr lang="en-US" sz="2400" dirty="0" err="1"/>
              <a:t>aplicar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estrategia</a:t>
            </a:r>
            <a:r>
              <a:rPr lang="en-US" sz="2400" dirty="0"/>
              <a:t> de </a:t>
            </a:r>
            <a:r>
              <a:rPr lang="en-US" sz="2400" dirty="0" err="1"/>
              <a:t>paralelización</a:t>
            </a:r>
            <a:r>
              <a:rPr lang="en-US" sz="2400" dirty="0"/>
              <a:t> </a:t>
            </a:r>
            <a:r>
              <a:rPr lang="en-US" sz="2400" dirty="0" err="1"/>
              <a:t>basada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la </a:t>
            </a:r>
            <a:r>
              <a:rPr lang="en-US" sz="2400" dirty="0" err="1"/>
              <a:t>división</a:t>
            </a:r>
            <a:r>
              <a:rPr lang="en-US" sz="2400" dirty="0"/>
              <a:t> del </a:t>
            </a:r>
            <a:r>
              <a:rPr lang="en-US" sz="2400" dirty="0" err="1"/>
              <a:t>archivo</a:t>
            </a:r>
            <a:r>
              <a:rPr lang="en-US" sz="2400" dirty="0"/>
              <a:t> </a:t>
            </a:r>
            <a:r>
              <a:rPr lang="en-US" sz="2400" dirty="0" err="1"/>
              <a:t>mediante</a:t>
            </a:r>
            <a:r>
              <a:rPr lang="en-US" sz="2400" dirty="0"/>
              <a:t> chunks.</a:t>
            </a:r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213980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clock&#10;&#10;Description automatically generated">
            <a:extLst>
              <a:ext uri="{FF2B5EF4-FFF2-40B4-BE49-F238E27FC236}">
                <a16:creationId xmlns:a16="http://schemas.microsoft.com/office/drawing/2014/main" id="{08993EA5-4301-964F-9A92-263EFB99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7536" y="169019"/>
            <a:ext cx="1550902" cy="1550902"/>
          </a:xfrm>
          <a:prstGeom prst="rect">
            <a:avLst/>
          </a:prstGeom>
        </p:spPr>
      </p:pic>
      <p:sp>
        <p:nvSpPr>
          <p:cNvPr id="104" name="Pentagon 103">
            <a:extLst>
              <a:ext uri="{FF2B5EF4-FFF2-40B4-BE49-F238E27FC236}">
                <a16:creationId xmlns:a16="http://schemas.microsoft.com/office/drawing/2014/main" id="{82D6CAAB-6CC9-A64B-B333-02B3D135DD61}"/>
              </a:ext>
            </a:extLst>
          </p:cNvPr>
          <p:cNvSpPr/>
          <p:nvPr/>
        </p:nvSpPr>
        <p:spPr>
          <a:xfrm>
            <a:off x="2124375" y="121514"/>
            <a:ext cx="14865178" cy="1507300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  <a:lumOff val="25000"/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>
              <a:lnSpc>
                <a:spcPct val="150000"/>
              </a:lnSpc>
              <a:spcBef>
                <a:spcPts val="600"/>
              </a:spcBef>
            </a:pPr>
            <a:r>
              <a:rPr lang="es-ES" sz="2800" dirty="0">
                <a:solidFill>
                  <a:schemeClr val="bg1"/>
                </a:solidFill>
              </a:rPr>
              <a:t>Identifique un conector entre componentes y opine sobre  que posible implicación podría tener en términos de tiempo de respuesta (latencia)</a:t>
            </a:r>
            <a:endParaRPr lang="en-CO" sz="2800" dirty="0">
              <a:solidFill>
                <a:schemeClr val="bg1"/>
              </a:solidFill>
            </a:endParaRPr>
          </a:p>
        </p:txBody>
      </p:sp>
      <p:pic>
        <p:nvPicPr>
          <p:cNvPr id="3" name="Picture 2" descr="A white circle with black background&#10;&#10;AI-generated content may be incorrect.">
            <a:extLst>
              <a:ext uri="{FF2B5EF4-FFF2-40B4-BE49-F238E27FC236}">
                <a16:creationId xmlns:a16="http://schemas.microsoft.com/office/drawing/2014/main" id="{1FE82D7C-87A8-0766-A2FF-EB28648D0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75" y="4885278"/>
            <a:ext cx="5063314" cy="2084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0D4235-F9AE-2945-6FD4-209691379BC4}"/>
              </a:ext>
            </a:extLst>
          </p:cNvPr>
          <p:cNvSpPr txBox="1"/>
          <p:nvPr/>
        </p:nvSpPr>
        <p:spPr>
          <a:xfrm>
            <a:off x="8079136" y="4219565"/>
            <a:ext cx="10058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El </a:t>
            </a:r>
            <a:r>
              <a:rPr lang="en-US" sz="2400" dirty="0" err="1"/>
              <a:t>tipo</a:t>
            </a:r>
            <a:r>
              <a:rPr lang="en-US" sz="2400" dirty="0"/>
              <a:t> de </a:t>
            </a:r>
            <a:r>
              <a:rPr lang="en-US" sz="2400" dirty="0" err="1"/>
              <a:t>conector</a:t>
            </a:r>
            <a:r>
              <a:rPr lang="en-US" sz="2400" dirty="0"/>
              <a:t> principal para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estilo</a:t>
            </a:r>
            <a:r>
              <a:rPr lang="en-US" sz="2400" dirty="0"/>
              <a:t> </a:t>
            </a:r>
            <a:r>
              <a:rPr lang="en-US" sz="2400" dirty="0" err="1"/>
              <a:t>cliente-servidor</a:t>
            </a:r>
            <a:r>
              <a:rPr lang="en-US" sz="2400" dirty="0"/>
              <a:t> es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conector</a:t>
            </a:r>
            <a:r>
              <a:rPr lang="en-US" sz="2400" dirty="0"/>
              <a:t> de request/reply, </a:t>
            </a:r>
            <a:r>
              <a:rPr lang="en-US" sz="2400" dirty="0" err="1"/>
              <a:t>este</a:t>
            </a:r>
            <a:r>
              <a:rPr lang="en-US" sz="2400" dirty="0"/>
              <a:t> es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conector</a:t>
            </a:r>
            <a:r>
              <a:rPr lang="en-US" sz="2400" dirty="0"/>
              <a:t> </a:t>
            </a:r>
            <a:r>
              <a:rPr lang="en-US" sz="2400" dirty="0" err="1"/>
              <a:t>más</a:t>
            </a:r>
            <a:r>
              <a:rPr lang="en-US" sz="2400" dirty="0"/>
              <a:t> </a:t>
            </a:r>
            <a:r>
              <a:rPr lang="en-US" sz="2400" dirty="0" err="1"/>
              <a:t>presente</a:t>
            </a:r>
            <a:r>
              <a:rPr lang="en-US" sz="2400" dirty="0"/>
              <a:t> entre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componentes</a:t>
            </a:r>
            <a:r>
              <a:rPr lang="en-US" sz="2400" dirty="0"/>
              <a:t> </a:t>
            </a:r>
            <a:r>
              <a:rPr lang="en-US" sz="2400" dirty="0" err="1"/>
              <a:t>planteados</a:t>
            </a:r>
            <a:r>
              <a:rPr lang="en-US" sz="2400" dirty="0"/>
              <a:t>. Este </a:t>
            </a:r>
            <a:r>
              <a:rPr lang="en-US" sz="2400" dirty="0" err="1"/>
              <a:t>tipo</a:t>
            </a:r>
            <a:r>
              <a:rPr lang="en-US" sz="2400" dirty="0"/>
              <a:t> de </a:t>
            </a:r>
            <a:r>
              <a:rPr lang="en-US" sz="2400" dirty="0" err="1"/>
              <a:t>conector</a:t>
            </a:r>
            <a:r>
              <a:rPr lang="en-US" sz="2400" dirty="0"/>
              <a:t> </a:t>
            </a:r>
            <a:r>
              <a:rPr lang="en-US" sz="2400" dirty="0" err="1"/>
              <a:t>implica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dependencia</a:t>
            </a:r>
            <a:r>
              <a:rPr lang="en-US" sz="2400" dirty="0"/>
              <a:t> </a:t>
            </a:r>
            <a:r>
              <a:rPr lang="en-US" sz="2400" dirty="0" err="1"/>
              <a:t>síncrona</a:t>
            </a:r>
            <a:r>
              <a:rPr lang="en-US" sz="2400" dirty="0"/>
              <a:t>,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cliente</a:t>
            </a:r>
            <a:r>
              <a:rPr lang="en-US" sz="2400" dirty="0"/>
              <a:t> que </a:t>
            </a:r>
            <a:r>
              <a:rPr lang="en-US" sz="2400" dirty="0" err="1"/>
              <a:t>hace</a:t>
            </a:r>
            <a:r>
              <a:rPr lang="en-US" sz="2400" dirty="0"/>
              <a:t> la </a:t>
            </a:r>
            <a:r>
              <a:rPr lang="en-US" sz="2400" dirty="0" err="1"/>
              <a:t>petición</a:t>
            </a:r>
            <a:r>
              <a:rPr lang="en-US" sz="2400" dirty="0"/>
              <a:t> se </a:t>
            </a:r>
            <a:r>
              <a:rPr lang="en-US" sz="2400" dirty="0" err="1"/>
              <a:t>queda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espera</a:t>
            </a:r>
            <a:r>
              <a:rPr lang="en-US" sz="2400" dirty="0"/>
              <a:t> hasta </a:t>
            </a:r>
            <a:r>
              <a:rPr lang="en-US" sz="2400" dirty="0" err="1"/>
              <a:t>obtener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respuesta</a:t>
            </a:r>
            <a:r>
              <a:rPr lang="en-US" sz="2400" dirty="0"/>
              <a:t> lo que </a:t>
            </a:r>
            <a:r>
              <a:rPr lang="en-US" sz="2400" dirty="0" err="1"/>
              <a:t>puede</a:t>
            </a:r>
            <a:r>
              <a:rPr lang="en-US" sz="2400" dirty="0"/>
              <a:t> </a:t>
            </a:r>
            <a:r>
              <a:rPr lang="en-US" sz="2400" dirty="0" err="1"/>
              <a:t>aumentar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tiempo</a:t>
            </a:r>
            <a:r>
              <a:rPr lang="en-US" sz="2400" dirty="0"/>
              <a:t> total de </a:t>
            </a:r>
            <a:r>
              <a:rPr lang="en-US" sz="2400" dirty="0" err="1"/>
              <a:t>respuesta</a:t>
            </a:r>
            <a:r>
              <a:rPr lang="en-US" sz="2400" dirty="0"/>
              <a:t>. Es </a:t>
            </a:r>
            <a:r>
              <a:rPr lang="en-US" sz="2400" dirty="0" err="1"/>
              <a:t>importante</a:t>
            </a:r>
            <a:r>
              <a:rPr lang="en-US" sz="2400" dirty="0"/>
              <a:t> </a:t>
            </a:r>
            <a:r>
              <a:rPr lang="en-US" sz="2400" dirty="0" err="1"/>
              <a:t>garantizar</a:t>
            </a:r>
            <a:r>
              <a:rPr lang="en-US" sz="2400" dirty="0"/>
              <a:t> que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componentes</a:t>
            </a:r>
            <a:r>
              <a:rPr lang="en-US" sz="2400" dirty="0"/>
              <a:t> </a:t>
            </a:r>
            <a:r>
              <a:rPr lang="en-US" sz="2400" dirty="0" err="1"/>
              <a:t>involucrados</a:t>
            </a:r>
            <a:r>
              <a:rPr lang="en-US" sz="2400" dirty="0"/>
              <a:t> con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conector</a:t>
            </a:r>
            <a:r>
              <a:rPr lang="en-US" sz="2400" dirty="0"/>
              <a:t> </a:t>
            </a:r>
            <a:r>
              <a:rPr lang="en-US" sz="2400" dirty="0" err="1"/>
              <a:t>estén</a:t>
            </a:r>
            <a:r>
              <a:rPr lang="en-US" sz="2400" dirty="0"/>
              <a:t> </a:t>
            </a:r>
            <a:r>
              <a:rPr lang="en-US" sz="2400" dirty="0" err="1"/>
              <a:t>optimizados</a:t>
            </a:r>
            <a:r>
              <a:rPr lang="en-US" sz="2400" dirty="0"/>
              <a:t> a </a:t>
            </a:r>
            <a:r>
              <a:rPr lang="en-US" sz="2400" dirty="0" err="1"/>
              <a:t>nivel</a:t>
            </a:r>
            <a:r>
              <a:rPr lang="en-US" sz="2400" dirty="0"/>
              <a:t> de </a:t>
            </a:r>
            <a:r>
              <a:rPr lang="en-US" sz="2400" dirty="0" err="1"/>
              <a:t>rendimiento</a:t>
            </a:r>
            <a:r>
              <a:rPr lang="en-US" sz="2400" dirty="0"/>
              <a:t> </a:t>
            </a:r>
            <a:r>
              <a:rPr lang="en-US" sz="2400" dirty="0" err="1"/>
              <a:t>interno</a:t>
            </a:r>
            <a:r>
              <a:rPr lang="en-US" sz="2400" dirty="0"/>
              <a:t> para </a:t>
            </a:r>
            <a:r>
              <a:rPr lang="en-US" sz="2400" dirty="0" err="1"/>
              <a:t>evitar</a:t>
            </a:r>
            <a:r>
              <a:rPr lang="en-US" sz="2400" dirty="0"/>
              <a:t> </a:t>
            </a:r>
            <a:r>
              <a:rPr lang="en-US" sz="2400" dirty="0" err="1"/>
              <a:t>problemas</a:t>
            </a:r>
            <a:r>
              <a:rPr lang="en-US" sz="2400" dirty="0"/>
              <a:t> con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tiempos</a:t>
            </a:r>
            <a:r>
              <a:rPr lang="en-US" sz="2400" dirty="0"/>
              <a:t> de </a:t>
            </a:r>
            <a:r>
              <a:rPr lang="en-US" sz="2400" dirty="0" err="1"/>
              <a:t>respuesta</a:t>
            </a:r>
            <a:r>
              <a:rPr lang="en-US" sz="2400" dirty="0"/>
              <a:t>.</a:t>
            </a:r>
            <a:endParaRPr lang="en-CO" sz="2400" dirty="0"/>
          </a:p>
        </p:txBody>
      </p:sp>
    </p:spTree>
    <p:extLst>
      <p:ext uri="{BB962C8B-B14F-4D97-AF65-F5344CB8AC3E}">
        <p14:creationId xmlns:p14="http://schemas.microsoft.com/office/powerpoint/2010/main" val="1084846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81F5B806-8B2D-AE50-0A27-48994D40A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438" y="1178805"/>
            <a:ext cx="2784659" cy="10756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3E24F2-D469-0477-E32A-013755FCD7E6}"/>
              </a:ext>
            </a:extLst>
          </p:cNvPr>
          <p:cNvSpPr txBox="1"/>
          <p:nvPr/>
        </p:nvSpPr>
        <p:spPr>
          <a:xfrm>
            <a:off x="1741439" y="4641559"/>
            <a:ext cx="16621223" cy="3290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309" b="1" dirty="0">
                <a:latin typeface="Lato" panose="020F0502020204030203" pitchFamily="34" charset="0"/>
              </a:rPr>
              <a:t>© - Derechos Reservados: </a:t>
            </a:r>
            <a:r>
              <a:rPr lang="es-419" sz="2309" dirty="0">
                <a:latin typeface="Lato" panose="020F0502020204030203" pitchFamily="34" charset="0"/>
              </a:rPr>
              <a:t>la presente obra, y en general todos sus contenidos, se encuentran protegidos por las normas internacionales y nacionales vigentes sobre propiedad Intelectual, por lo tanto su utilización parcial o total, reproducción, comunicación pública, transformación, distribución, alquiler, préstamo público e importación, total o parcial, en todo o en parte, en formato impreso o digital y en cualquier formato conocido o por conocer, se encuentran prohibidos, y solo serán lícitos en la medida en que se cuente con la autorización previa y expresa por escrito de la Universidad de los Andes.</a:t>
            </a:r>
          </a:p>
          <a:p>
            <a:endParaRPr lang="es-419" sz="2309" dirty="0">
              <a:latin typeface="Lato" panose="020F0502020204030203" pitchFamily="34" charset="0"/>
            </a:endParaRPr>
          </a:p>
          <a:p>
            <a:r>
              <a:rPr lang="es-419" sz="2309" dirty="0">
                <a:latin typeface="Lato" panose="020F0502020204030203" pitchFamily="34" charset="0"/>
              </a:rPr>
              <a:t>De igual manera, la utilización de la imagen de las personas, docentes o estudiantes, sin su previa autorización está expresamente prohibida. En caso de incumplirse con lo mencionado, se procederá de conformidad con los reglamentos y políticas de la universidad, sin perjuicio de las demás acciones legales aplicables.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F0434D-F534-2403-C639-2D7194B7065D}"/>
              </a:ext>
            </a:extLst>
          </p:cNvPr>
          <p:cNvCxnSpPr>
            <a:cxnSpLocks/>
          </p:cNvCxnSpPr>
          <p:nvPr/>
        </p:nvCxnSpPr>
        <p:spPr>
          <a:xfrm>
            <a:off x="1741439" y="4047944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EDDB248-E9A3-3F5C-5EC0-E5BE576ADD19}"/>
              </a:ext>
            </a:extLst>
          </p:cNvPr>
          <p:cNvCxnSpPr>
            <a:cxnSpLocks/>
          </p:cNvCxnSpPr>
          <p:nvPr/>
        </p:nvCxnSpPr>
        <p:spPr>
          <a:xfrm>
            <a:off x="1741439" y="8598993"/>
            <a:ext cx="166212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EAB3392-A4DF-DC0F-9005-BFDA8D351B43}"/>
              </a:ext>
            </a:extLst>
          </p:cNvPr>
          <p:cNvSpPr/>
          <p:nvPr/>
        </p:nvSpPr>
        <p:spPr>
          <a:xfrm>
            <a:off x="0" y="273448"/>
            <a:ext cx="158465" cy="11308555"/>
          </a:xfrm>
          <a:prstGeom prst="rect">
            <a:avLst/>
          </a:prstGeom>
          <a:solidFill>
            <a:srgbClr val="212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A3E730-9418-BC79-0993-BC738F7162F9}"/>
              </a:ext>
            </a:extLst>
          </p:cNvPr>
          <p:cNvSpPr/>
          <p:nvPr/>
        </p:nvSpPr>
        <p:spPr>
          <a:xfrm>
            <a:off x="0" y="1871356"/>
            <a:ext cx="158465" cy="9753630"/>
          </a:xfrm>
          <a:prstGeom prst="rect">
            <a:avLst/>
          </a:prstGeom>
          <a:solidFill>
            <a:srgbClr val="F9EB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2968"/>
          </a:p>
        </p:txBody>
      </p:sp>
      <p:pic>
        <p:nvPicPr>
          <p:cNvPr id="16" name="Imagen 15" descr="Fondo negro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3FFFE140-7A0A-FA90-4C23-6383FB55A7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890" y="2529840"/>
            <a:ext cx="5760324" cy="679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84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3">
  <a:themeElements>
    <a:clrScheme name="MISO 1">
      <a:dk1>
        <a:srgbClr val="4C4D4C"/>
      </a:dk1>
      <a:lt1>
        <a:srgbClr val="FEFAFA"/>
      </a:lt1>
      <a:dk2>
        <a:srgbClr val="4F504F"/>
      </a:dk2>
      <a:lt2>
        <a:srgbClr val="FFFAFA"/>
      </a:lt2>
      <a:accent1>
        <a:srgbClr val="0C0D2B"/>
      </a:accent1>
      <a:accent2>
        <a:srgbClr val="332174"/>
      </a:accent2>
      <a:accent3>
        <a:srgbClr val="3AB1E3"/>
      </a:accent3>
      <a:accent4>
        <a:srgbClr val="0070BA"/>
      </a:accent4>
      <a:accent5>
        <a:srgbClr val="9AC3E2"/>
      </a:accent5>
      <a:accent6>
        <a:srgbClr val="9991BA"/>
      </a:accent6>
      <a:hlink>
        <a:srgbClr val="32AEE2"/>
      </a:hlink>
      <a:folHlink>
        <a:srgbClr val="4D9BC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3" id="{191589FF-03B5-B54F-9F12-A00A11A3A487}" vid="{2CB6F1CE-0CB0-934C-9A98-3DD7BE7A16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C2E94BA26B184CBB6282D7591E99F9" ma:contentTypeVersion="16" ma:contentTypeDescription="Crear nuevo documento." ma:contentTypeScope="" ma:versionID="d2cced94f7dcc45aa1f33cd122d49447">
  <xsd:schema xmlns:xsd="http://www.w3.org/2001/XMLSchema" xmlns:xs="http://www.w3.org/2001/XMLSchema" xmlns:p="http://schemas.microsoft.com/office/2006/metadata/properties" xmlns:ns2="1a860d3e-6179-436c-977f-c8fec32702f9" xmlns:ns3="975eb909-7871-4881-a0e4-375dc0be4505" targetNamespace="http://schemas.microsoft.com/office/2006/metadata/properties" ma:root="true" ma:fieldsID="fd8633f808c4f6ac46999f2159d7c5c0" ns2:_="" ns3:_="">
    <xsd:import namespace="1a860d3e-6179-436c-977f-c8fec32702f9"/>
    <xsd:import namespace="975eb909-7871-4881-a0e4-375dc0be450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60d3e-6179-436c-977f-c8fec32702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d57bf8d-d566-4d19-80db-30c522907b41}" ma:internalName="TaxCatchAll" ma:showField="CatchAllData" ma:web="1a860d3e-6179-436c-977f-c8fec32702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5eb909-7871-4881-a0e4-375dc0be45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860d3e-6179-436c-977f-c8fec32702f9" xsi:nil="true"/>
    <lcf76f155ced4ddcb4097134ff3c332f xmlns="975eb909-7871-4881-a0e4-375dc0be450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BEE86C-EF3F-4F72-B8A7-83D5FF0620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60d3e-6179-436c-977f-c8fec32702f9"/>
    <ds:schemaRef ds:uri="975eb909-7871-4881-a0e4-375dc0be4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F9F01E-2DC3-4CA5-80E9-1023B7345BC7}">
  <ds:schemaRefs>
    <ds:schemaRef ds:uri="975eb909-7871-4881-a0e4-375dc0be4505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1a860d3e-6179-436c-977f-c8fec32702f9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88B8F75-1A69-46FB-9CD7-C6E6136A07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MISO</Template>
  <TotalTime>4525</TotalTime>
  <Words>606</Words>
  <Application>Microsoft Macintosh PowerPoint</Application>
  <PresentationFormat>Custom</PresentationFormat>
  <Paragraphs>28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GT America</vt:lpstr>
      <vt:lpstr>GT America Bold</vt:lpstr>
      <vt:lpstr>GT America Thin</vt:lpstr>
      <vt:lpstr>Lato</vt:lpstr>
      <vt:lpstr>Tema3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Felipe Arturo Bonilla Parra</dc:creator>
  <cp:lastModifiedBy>Juan Felipe Rojas Cendales</cp:lastModifiedBy>
  <cp:revision>121</cp:revision>
  <dcterms:created xsi:type="dcterms:W3CDTF">2020-02-04T21:09:36Z</dcterms:created>
  <dcterms:modified xsi:type="dcterms:W3CDTF">2025-08-31T19:32:26Z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0x01010032C2E94BA26B184CBB6282D7591E99F9</vt:lpwstr>
  </property>
  <property fmtid="{D5CDD505-2E9C-101B-9397-08002B2CF9AE}" pid="3" name="MediaServiceImageTags">
    <vt:lpwstr/>
  </property>
</Properties>
</file>