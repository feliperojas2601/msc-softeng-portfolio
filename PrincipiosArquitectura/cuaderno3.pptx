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3"/>
  </p:notesMasterIdLst>
  <p:sldIdLst>
    <p:sldId id="256" r:id="rId5"/>
    <p:sldId id="258" r:id="rId6"/>
    <p:sldId id="265" r:id="rId7"/>
    <p:sldId id="319" r:id="rId8"/>
    <p:sldId id="320" r:id="rId9"/>
    <p:sldId id="321" r:id="rId10"/>
    <p:sldId id="322" r:id="rId11"/>
    <p:sldId id="323" r:id="rId12"/>
  </p:sldIdLst>
  <p:sldSz cx="20104100" cy="11855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4250"/>
    <a:srgbClr val="FF8CA6"/>
    <a:srgbClr val="974B59"/>
    <a:srgbClr val="965942"/>
    <a:srgbClr val="CFA5AA"/>
    <a:srgbClr val="342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 autoAdjust="0"/>
    <p:restoredTop sz="80884"/>
  </p:normalViewPr>
  <p:slideViewPr>
    <p:cSldViewPr snapToGrid="0">
      <p:cViewPr varScale="1">
        <p:scale>
          <a:sx n="56" d="100"/>
          <a:sy n="56" d="100"/>
        </p:scale>
        <p:origin x="18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Valeria Mendoza Cipagauta" userId="9d05f6fe-bc3e-4e8b-b0a3-47cfb1c3fad5" providerId="ADAL" clId="{715C12BF-D12A-42CE-A753-11F449F8D550}"/>
    <pc:docChg chg="custSel addSld modSld">
      <pc:chgData name="Ana Valeria Mendoza Cipagauta" userId="9d05f6fe-bc3e-4e8b-b0a3-47cfb1c3fad5" providerId="ADAL" clId="{715C12BF-D12A-42CE-A753-11F449F8D550}" dt="2023-01-18T19:58:02.342" v="1" actId="27636"/>
      <pc:docMkLst>
        <pc:docMk/>
      </pc:docMkLst>
      <pc:sldChg chg="modSp">
        <pc:chgData name="Ana Valeria Mendoza Cipagauta" userId="9d05f6fe-bc3e-4e8b-b0a3-47cfb1c3fad5" providerId="ADAL" clId="{715C12BF-D12A-42CE-A753-11F449F8D550}" dt="2023-01-18T19:58:02.342" v="1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715C12BF-D12A-42CE-A753-11F449F8D550}" dt="2023-01-18T19:58:02.342" v="1" actId="27636"/>
          <ac:spMkLst>
            <pc:docMk/>
            <pc:sldMk cId="2908288428" sldId="256"/>
            <ac:spMk id="3" creationId="{2D598DFA-329B-2E42-B0CD-A299535D3FF7}"/>
          </ac:spMkLst>
        </pc:spChg>
      </pc:sldChg>
    </pc:docChg>
  </pc:docChgLst>
  <pc:docChgLst>
    <pc:chgData name="Ana Valeria Mendoza Cipagauta" userId="9d05f6fe-bc3e-4e8b-b0a3-47cfb1c3fad5" providerId="ADAL" clId="{FE5EEC4E-A0A2-4B2A-BAFD-A696E123E5B7}"/>
    <pc:docChg chg="custSel addSld delSld modSld">
      <pc:chgData name="Ana Valeria Mendoza Cipagauta" userId="9d05f6fe-bc3e-4e8b-b0a3-47cfb1c3fad5" providerId="ADAL" clId="{FE5EEC4E-A0A2-4B2A-BAFD-A696E123E5B7}" dt="2023-01-20T13:04:36.498" v="2" actId="27636"/>
      <pc:docMkLst>
        <pc:docMk/>
      </pc:docMkLst>
      <pc:sldChg chg="modSp">
        <pc:chgData name="Ana Valeria Mendoza Cipagauta" userId="9d05f6fe-bc3e-4e8b-b0a3-47cfb1c3fad5" providerId="ADAL" clId="{FE5EEC4E-A0A2-4B2A-BAFD-A696E123E5B7}" dt="2023-01-20T13:04:36.498" v="2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FE5EEC4E-A0A2-4B2A-BAFD-A696E123E5B7}" dt="2023-01-20T13:04:36.498" v="2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del">
        <pc:chgData name="Ana Valeria Mendoza Cipagauta" userId="9d05f6fe-bc3e-4e8b-b0a3-47cfb1c3fad5" providerId="ADAL" clId="{FE5EEC4E-A0A2-4B2A-BAFD-A696E123E5B7}" dt="2023-01-20T13:04:34.912" v="0" actId="2696"/>
        <pc:sldMkLst>
          <pc:docMk/>
          <pc:sldMk cId="2526152964" sldId="274"/>
        </pc:sldMkLst>
      </pc:sldChg>
      <pc:sldChg chg="add">
        <pc:chgData name="Ana Valeria Mendoza Cipagauta" userId="9d05f6fe-bc3e-4e8b-b0a3-47cfb1c3fad5" providerId="ADAL" clId="{FE5EEC4E-A0A2-4B2A-BAFD-A696E123E5B7}" dt="2023-01-20T13:04:36.393" v="1"/>
        <pc:sldMkLst>
          <pc:docMk/>
          <pc:sldMk cId="4171484528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EE62C-472A-0944-B273-7A532AA1B9AC}" type="datetimeFigureOut">
              <a:rPr lang="en-CO" smtClean="0"/>
              <a:t>24/08/25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CABF-6E5F-1440-8A94-6FA0FACD68FC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001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0409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2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87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3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105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741550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81875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31475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7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48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940233"/>
            <a:ext cx="15078075" cy="412745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226856"/>
            <a:ext cx="15078075" cy="2862322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8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2955631"/>
            <a:ext cx="17339786" cy="4931537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933822"/>
            <a:ext cx="17339786" cy="259337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34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0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631194"/>
            <a:ext cx="17339786" cy="229150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6" y="2906233"/>
            <a:ext cx="8504976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6" y="4330532"/>
            <a:ext cx="8504976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7701" y="2906233"/>
            <a:ext cx="8546861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701" y="4330532"/>
            <a:ext cx="8546861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84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2AC05-58CE-4E49-B563-09D5951A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4448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6861" y="1706966"/>
            <a:ext cx="10177701" cy="8425054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04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46861" y="1706966"/>
            <a:ext cx="10177701" cy="8425054"/>
          </a:xfrm>
        </p:spPr>
        <p:txBody>
          <a:bodyPr anchor="t"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09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86996" y="631193"/>
            <a:ext cx="4334947" cy="100469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2157" y="631193"/>
            <a:ext cx="12753538" cy="1004694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8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A9484B0-F8DA-3942-AEB4-AC77CA4CE475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8698A834-C399-FE4A-8AF7-4C083617CB7A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713501B0-9E0E-6645-A7CE-91BB42BEB3EB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E0AB0AA3-FC6C-B442-8456-AD7F97AEE4F7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C8A4095-0BD9-5C44-B5C0-04E5BCAFD5D7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6D5C7BA6-D3B5-084C-AAFC-8B119C6FCE6B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82202673-B67E-1346-B14E-FD3C26EE47B9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BC11555-86E2-D644-878F-9F1BC77B8DF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91AEE34-A4D3-754C-93D6-13460BA10354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39891505-45EC-E642-B8BB-D51703AB629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A9A10BBC-C781-914C-BB86-52D279784C53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4128F62F-287A-F54D-92ED-3B9739C5760D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9541C34C-174C-6943-98EE-1AECE5B74A70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CDC678A1-7F8B-6145-9FA6-F789269E1CD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564D977-A150-4248-8049-C15579447985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419A55DF-1CB9-5D4D-BBF6-0C145438DDD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6E2D8DD1-4DE5-3F44-BEFA-11DBAB77446E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1AAF08-9EC7-0F48-AD70-BE5CA3BE2461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66A14E71-8851-7949-8634-48CDA7549E4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0A7A9DCD-8185-1B48-90AD-58F373A655C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CA3D13B8-0C93-D443-87F1-694A1BEBFA5F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713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7AC649C-F953-AF45-B24A-74DC73993AE2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F2733B0-6D43-154E-868C-C6BD4460469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C9E2229B-D6C0-B04D-83FB-E9A816CBE95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7A2288C5-077D-1743-85E1-4ECEFBD1F43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835C88AC-A107-7042-A036-E51E76415B90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6A3AA805-12B7-E442-B945-30D7D0F5D4F9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0AA6B5E5-961E-2640-A80B-26975E30CD92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75672B5-4116-C241-91B0-35EC4C7558E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290B3F7-F827-5347-8F2F-2DE09B8AC4DA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AB7F6A5C-8D68-2A47-86F0-2A45FCBACAD9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0BEC6072-6810-9442-AD0C-8019A3AC643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9B250FE4-36BF-F146-9400-1814D11DC01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901CB690-F8A5-314D-AA60-61A529B056E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670E0DBE-C1CD-EC4B-9631-D439DAADD578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2DD5A65C-0AF7-3841-AB61-CB516969BA2C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CBF7C7F1-A62B-7946-8E02-45E004FA6408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EAC3854A-CBC3-A447-AAF1-52893408CDCA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3D614B4C-F3EE-D746-AE1D-3A2CC38E6723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266ED586-2D27-A34D-AE62-88FC460EF07F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FF569CA1-924D-C144-8D08-0C31DC9CB07D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4D484B88-E07B-074A-9430-B8CFAEEE19A3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7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252CD70-906A-5E46-8AA4-C762E8ECD5A7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07B2A4-8F50-5242-8938-A16E772EDBC7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B61E0EE2-83A6-E545-8741-6BFFA1A4BF3C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8E58896A-38B0-E14A-8997-A017554DE67A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2EE54B99-A907-B945-8CCD-D2DB182FD1E1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5A1D3919-490E-2C40-A029-3FF708F75DD6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C38B9151-0E56-B342-9B48-B074865DF62E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2">
            <a:extLst>
              <a:ext uri="{FF2B5EF4-FFF2-40B4-BE49-F238E27FC236}">
                <a16:creationId xmlns:a16="http://schemas.microsoft.com/office/drawing/2014/main" id="{672C652E-9210-D144-AAFE-3D0A1D99F96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ABA2F8DA-A9D9-9C4B-82DB-C907C5ABEA7B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4">
            <a:extLst>
              <a:ext uri="{FF2B5EF4-FFF2-40B4-BE49-F238E27FC236}">
                <a16:creationId xmlns:a16="http://schemas.microsoft.com/office/drawing/2014/main" id="{C4CA5A63-BD19-6040-B2B3-5FE3F7997A72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5">
            <a:extLst>
              <a:ext uri="{FF2B5EF4-FFF2-40B4-BE49-F238E27FC236}">
                <a16:creationId xmlns:a16="http://schemas.microsoft.com/office/drawing/2014/main" id="{855FB243-8412-BF4B-96EE-B3B181C4B5D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7522AE22-522A-444E-A43A-95AF34460D8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7">
            <a:extLst>
              <a:ext uri="{FF2B5EF4-FFF2-40B4-BE49-F238E27FC236}">
                <a16:creationId xmlns:a16="http://schemas.microsoft.com/office/drawing/2014/main" id="{4F1491BF-C22E-2D47-ABF7-3F83E5CCF596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8">
            <a:extLst>
              <a:ext uri="{FF2B5EF4-FFF2-40B4-BE49-F238E27FC236}">
                <a16:creationId xmlns:a16="http://schemas.microsoft.com/office/drawing/2014/main" id="{773713B7-5530-C943-88DF-3F82542DF6B0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7588C906-0804-8946-9814-503C77F4FB76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1224459D-8A29-F14F-B974-76841C17796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F01D0FC8-1000-BB43-A19F-DD9054C12E50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A91A5EC2-6CCA-214C-80ED-A630B9E2BEA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8BF7E66E-3587-D447-9356-2DEF2831F8F5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4">
            <a:extLst>
              <a:ext uri="{FF2B5EF4-FFF2-40B4-BE49-F238E27FC236}">
                <a16:creationId xmlns:a16="http://schemas.microsoft.com/office/drawing/2014/main" id="{47D78474-8427-0E49-8D0F-92A10E3C673C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38AE06D4-D5D5-2545-B745-34D5E64A3E72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978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8F7949E4-9FE3-E843-BC24-AAD406A12A3A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7885FFCA-4F47-7A49-9EDB-82031A050E2B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17D4FA60-4B8F-7A4F-BCDE-08E917C474D0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3ADE5F61-DFCC-FE4A-84D5-6F52D4EBFDC2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F344F8C-FD67-554F-957F-A8034BC6349B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72E963D-A50F-274E-8712-28616CC44718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C544DA1-C647-B144-920D-6A3B5028150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9510FC97-6053-1C46-9F93-DA4CF953D51F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D2883D3C-4A97-B24B-AFBF-8AF1F55D585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34C5B976-3C81-3545-A6D3-43D4219CF55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FFF3CF60-E9F7-6A4F-ACF0-8B8BCFEE191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35FEBC2-2834-634B-808D-1F61D282191D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B956163E-C304-FB4B-9A84-047354E7D5CC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FE9D06D4-5794-F14C-860B-C7C8CC2997DA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CD3DFD-36CD-B844-8F6E-4576F9324EFC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4FB37C75-3E4B-F742-BF10-C3561C91185D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4D9F86F6-916E-0649-94DA-F96453FC3D65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FE5203F-2403-1C47-A7C6-AB202AED1F61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54EDD20F-6F2E-1D42-A947-D5400E7E5ED9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EAF0179D-DDDA-6148-B7B0-67F99D5AF01C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940DCEB7-206E-3047-ABDD-2AF10B3B8C6B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856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547018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370119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08747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91366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3777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3442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9382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3011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24660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995660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86436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681687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177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631194"/>
            <a:ext cx="17339786" cy="229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3155965"/>
            <a:ext cx="17339786" cy="75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2157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69C3E-277C-4E1F-A249-5B730364B4FA}" type="datetimeFigureOut">
              <a:rPr lang="es-CO" smtClean="0"/>
              <a:t>24/08/25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59483" y="10988247"/>
            <a:ext cx="6785134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95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693" r:id="rId20"/>
    <p:sldLayoutId id="2147483686" r:id="rId21"/>
    <p:sldLayoutId id="2147483687" r:id="rId22"/>
    <p:sldLayoutId id="2147483689" r:id="rId23"/>
    <p:sldLayoutId id="2147483688" r:id="rId24"/>
    <p:sldLayoutId id="2147483690" r:id="rId25"/>
    <p:sldLayoutId id="2147483691" r:id="rId26"/>
    <p:sldLayoutId id="2147483692" r:id="rId27"/>
    <p:sldLayoutId id="2147483714" r:id="rId2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E50992-41E3-B944-B348-48647978B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1289" y="3854844"/>
            <a:ext cx="8207296" cy="1284526"/>
          </a:xfrm>
        </p:spPr>
        <p:txBody>
          <a:bodyPr>
            <a:normAutofit lnSpcReduction="10000"/>
          </a:bodyPr>
          <a:lstStyle/>
          <a:p>
            <a:r>
              <a:rPr lang="es-CO" sz="4000" dirty="0"/>
              <a:t>Cuaderno de Trabajo 3</a:t>
            </a:r>
          </a:p>
          <a:p>
            <a:r>
              <a:rPr lang="es-CO" sz="4000" dirty="0"/>
              <a:t>Diagramas UML</a:t>
            </a: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2D598DFA-329B-2E42-B0CD-A299535D3FF7}"/>
              </a:ext>
            </a:extLst>
          </p:cNvPr>
          <p:cNvSpPr txBox="1">
            <a:spLocks/>
          </p:cNvSpPr>
          <p:nvPr/>
        </p:nvSpPr>
        <p:spPr>
          <a:xfrm>
            <a:off x="10250974" y="6716080"/>
            <a:ext cx="9853126" cy="169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3600" dirty="0"/>
              <a:t>Principios de diseño y arquitectura de software</a:t>
            </a:r>
          </a:p>
          <a:p>
            <a:r>
              <a:rPr lang="es-CO" sz="3600" dirty="0"/>
              <a:t>Módulo 3</a:t>
            </a:r>
          </a:p>
        </p:txBody>
      </p:sp>
    </p:spTree>
    <p:extLst>
      <p:ext uri="{BB962C8B-B14F-4D97-AF65-F5344CB8AC3E}">
        <p14:creationId xmlns:p14="http://schemas.microsoft.com/office/powerpoint/2010/main" val="290828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iangle 36">
            <a:extLst>
              <a:ext uri="{FF2B5EF4-FFF2-40B4-BE49-F238E27FC236}">
                <a16:creationId xmlns:a16="http://schemas.microsoft.com/office/drawing/2014/main" id="{3FCA2B96-8A3D-E242-A5E3-D4E41B6FDAA1}"/>
              </a:ext>
            </a:extLst>
          </p:cNvPr>
          <p:cNvSpPr/>
          <p:nvPr/>
        </p:nvSpPr>
        <p:spPr>
          <a:xfrm>
            <a:off x="3398809" y="0"/>
            <a:ext cx="16705292" cy="1185545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2241-1E6D-2F45-A434-4397FC7D8E66}"/>
              </a:ext>
            </a:extLst>
          </p:cNvPr>
          <p:cNvSpPr txBox="1"/>
          <p:nvPr/>
        </p:nvSpPr>
        <p:spPr>
          <a:xfrm>
            <a:off x="8275723" y="8708318"/>
            <a:ext cx="11213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3600" dirty="0">
                <a:solidFill>
                  <a:schemeClr val="bg1"/>
                </a:solidFill>
              </a:rPr>
              <a:t>Objetivo:</a:t>
            </a:r>
          </a:p>
          <a:p>
            <a:endParaRPr lang="en-CO" sz="3600" dirty="0">
              <a:solidFill>
                <a:schemeClr val="bg1"/>
              </a:solidFill>
            </a:endParaRPr>
          </a:p>
          <a:p>
            <a:r>
              <a:rPr lang="en-CO" sz="3600" dirty="0">
                <a:solidFill>
                  <a:schemeClr val="bg1"/>
                </a:solidFill>
              </a:rPr>
              <a:t>Diseñar modelos en UML asociados a las vistas de arquitectura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CF646-4805-9749-93FF-6DCB67979D08}"/>
              </a:ext>
            </a:extLst>
          </p:cNvPr>
          <p:cNvSpPr txBox="1"/>
          <p:nvPr/>
        </p:nvSpPr>
        <p:spPr>
          <a:xfrm>
            <a:off x="2003601" y="3338496"/>
            <a:ext cx="8637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O" sz="6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Vistas y Diagramas UML</a:t>
            </a:r>
          </a:p>
        </p:txBody>
      </p:sp>
    </p:spTree>
    <p:extLst>
      <p:ext uri="{BB962C8B-B14F-4D97-AF65-F5344CB8AC3E}">
        <p14:creationId xmlns:p14="http://schemas.microsoft.com/office/powerpoint/2010/main" val="117309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968334" y="819883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Instrucciones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1499016" y="3078299"/>
            <a:ext cx="14270636" cy="47675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Si es </a:t>
            </a:r>
            <a:r>
              <a:rPr lang="en-CO" sz="2800" dirty="0" err="1">
                <a:solidFill>
                  <a:schemeClr val="accent1"/>
                </a:solidFill>
              </a:rPr>
              <a:t>necesario</a:t>
            </a:r>
            <a:r>
              <a:rPr lang="en-CO" sz="2800" dirty="0">
                <a:solidFill>
                  <a:schemeClr val="accent1"/>
                </a:solidFill>
              </a:rPr>
              <a:t>, l</a:t>
            </a:r>
            <a:r>
              <a:rPr lang="en-US" sz="2800" dirty="0">
                <a:solidFill>
                  <a:schemeClr val="accent1"/>
                </a:solidFill>
              </a:rPr>
              <a:t>e</a:t>
            </a:r>
            <a:r>
              <a:rPr lang="en-CO" sz="2800" dirty="0">
                <a:solidFill>
                  <a:schemeClr val="accent1"/>
                </a:solidFill>
              </a:rPr>
              <a:t>a de nuevo el </a:t>
            </a:r>
            <a:r>
              <a:rPr lang="en-CO" sz="2800" dirty="0" err="1">
                <a:solidFill>
                  <a:schemeClr val="accent1"/>
                </a:solidFill>
              </a:rPr>
              <a:t>enunciado</a:t>
            </a:r>
            <a:r>
              <a:rPr lang="en-CO" sz="2800" dirty="0">
                <a:solidFill>
                  <a:schemeClr val="accent1"/>
                </a:solidFill>
              </a:rPr>
              <a:t> del </a:t>
            </a:r>
            <a:r>
              <a:rPr lang="en-CO" sz="2800" dirty="0" err="1">
                <a:solidFill>
                  <a:schemeClr val="accent1"/>
                </a:solidFill>
              </a:rPr>
              <a:t>proyecto</a:t>
            </a:r>
            <a:r>
              <a:rPr lang="en-CO" sz="2800" dirty="0">
                <a:solidFill>
                  <a:schemeClr val="accent1"/>
                </a:solidFill>
              </a:rPr>
              <a:t> del </a:t>
            </a:r>
            <a:r>
              <a:rPr lang="en-CO" sz="2800" dirty="0" err="1">
                <a:solidFill>
                  <a:schemeClr val="accent1"/>
                </a:solidFill>
              </a:rPr>
              <a:t>curso</a:t>
            </a:r>
            <a:r>
              <a:rPr lang="en-CO" sz="2800" dirty="0">
                <a:solidFill>
                  <a:schemeClr val="accent1"/>
                </a:solidFill>
              </a:rPr>
              <a:t>.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Construya un modelo de arquitectura para las vistas de </a:t>
            </a:r>
            <a:r>
              <a:rPr lang="en-CO" sz="2800" dirty="0" err="1">
                <a:solidFill>
                  <a:schemeClr val="accent1"/>
                </a:solidFill>
              </a:rPr>
              <a:t>contexto</a:t>
            </a:r>
            <a:r>
              <a:rPr lang="en-CO" sz="2800" dirty="0">
                <a:solidFill>
                  <a:schemeClr val="accent1"/>
                </a:solidFill>
              </a:rPr>
              <a:t>, </a:t>
            </a:r>
            <a:r>
              <a:rPr lang="en-CO" sz="2800" dirty="0" err="1">
                <a:solidFill>
                  <a:schemeClr val="accent1"/>
                </a:solidFill>
              </a:rPr>
              <a:t>funcional</a:t>
            </a:r>
            <a:r>
              <a:rPr lang="en-CO" sz="2800" dirty="0">
                <a:solidFill>
                  <a:schemeClr val="accent1"/>
                </a:solidFill>
              </a:rPr>
              <a:t>, </a:t>
            </a:r>
            <a:r>
              <a:rPr lang="en-CO" sz="2800" dirty="0" err="1">
                <a:solidFill>
                  <a:schemeClr val="accent1"/>
                </a:solidFill>
              </a:rPr>
              <a:t>información</a:t>
            </a:r>
            <a:r>
              <a:rPr lang="en-CO" sz="2800" dirty="0">
                <a:solidFill>
                  <a:schemeClr val="accent1"/>
                </a:solidFill>
              </a:rPr>
              <a:t> y </a:t>
            </a:r>
            <a:r>
              <a:rPr lang="en-CO" sz="2800" dirty="0" err="1">
                <a:solidFill>
                  <a:schemeClr val="accent1"/>
                </a:solidFill>
              </a:rPr>
              <a:t>despligue</a:t>
            </a:r>
            <a:r>
              <a:rPr lang="en-CO" sz="2800" dirty="0">
                <a:solidFill>
                  <a:schemeClr val="accent1"/>
                </a:solidFill>
              </a:rPr>
              <a:t>.</a:t>
            </a:r>
            <a:endParaRPr lang="en-CO" sz="2800" dirty="0">
              <a:solidFill>
                <a:schemeClr val="accent1"/>
              </a:solidFill>
              <a:cs typeface="Arial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CO" sz="28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CO" sz="2800" dirty="0">
                <a:solidFill>
                  <a:schemeClr val="accent1"/>
                </a:solidFill>
              </a:rPr>
              <a:t>Nota:  Por </a:t>
            </a:r>
            <a:r>
              <a:rPr lang="en-CO" sz="2800" dirty="0" err="1">
                <a:solidFill>
                  <a:schemeClr val="accent1"/>
                </a:solidFill>
              </a:rPr>
              <a:t>ahora</a:t>
            </a:r>
            <a:r>
              <a:rPr lang="en-CO" sz="2800" dirty="0">
                <a:solidFill>
                  <a:schemeClr val="accent1"/>
                </a:solidFill>
              </a:rPr>
              <a:t> imagine </a:t>
            </a:r>
            <a:r>
              <a:rPr lang="en-CO" sz="2800" dirty="0" err="1">
                <a:solidFill>
                  <a:schemeClr val="accent1"/>
                </a:solidFill>
              </a:rPr>
              <a:t>qué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posibles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subsistemas</a:t>
            </a:r>
            <a:r>
              <a:rPr lang="en-CO" sz="2800" dirty="0">
                <a:solidFill>
                  <a:schemeClr val="accent1"/>
                </a:solidFill>
              </a:rPr>
              <a:t>, </a:t>
            </a:r>
            <a:r>
              <a:rPr lang="en-CO" sz="2800" dirty="0" err="1">
                <a:solidFill>
                  <a:schemeClr val="accent1"/>
                </a:solidFill>
              </a:rPr>
              <a:t>componentes</a:t>
            </a:r>
            <a:r>
              <a:rPr lang="en-CO" sz="2800" dirty="0">
                <a:solidFill>
                  <a:schemeClr val="accent1"/>
                </a:solidFill>
              </a:rPr>
              <a:t> y </a:t>
            </a:r>
            <a:r>
              <a:rPr lang="en-CO" sz="2800" dirty="0" err="1">
                <a:solidFill>
                  <a:schemeClr val="accent1"/>
                </a:solidFill>
              </a:rPr>
              <a:t>clases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podría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tener</a:t>
            </a:r>
            <a:r>
              <a:rPr lang="en-CO" sz="2800" dirty="0">
                <a:solidFill>
                  <a:schemeClr val="accent1"/>
                </a:solidFill>
              </a:rPr>
              <a:t> el </a:t>
            </a:r>
            <a:r>
              <a:rPr lang="en-CO" sz="2800" dirty="0" err="1">
                <a:solidFill>
                  <a:schemeClr val="accent1"/>
                </a:solidFill>
              </a:rPr>
              <a:t>proyecto</a:t>
            </a:r>
            <a:r>
              <a:rPr lang="en-CO" sz="2800" dirty="0">
                <a:solidFill>
                  <a:schemeClr val="accent1"/>
                </a:solidFill>
              </a:rPr>
              <a:t> del curso.  Estos modelos son una visión de lo que se podría tener y ser refinados más adelante.</a:t>
            </a:r>
            <a:endParaRPr lang="en-CO" sz="2800" dirty="0">
              <a:solidFill>
                <a:schemeClr val="accent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93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3200" dirty="0"/>
              <a:t>Vista de Contexto - Diseñe un modelo de contexto para el proyecto del curso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84282-3B36-0C4F-9785-77FB2822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17553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VC-001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Contexto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Contexto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9EE55-0A6B-0347-B5E5-C69115DD952A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Libre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1E3265-B1A9-8144-BBE4-D01B7E203AE3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5400C7D-E334-1C4B-B9C2-ACADB8BAE187}"/>
              </a:ext>
            </a:extLst>
          </p:cNvPr>
          <p:cNvSpPr txBox="1"/>
          <p:nvPr/>
        </p:nvSpPr>
        <p:spPr>
          <a:xfrm>
            <a:off x="17519481" y="4164622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Sistema Externo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423608-1CA9-9F4E-A6EF-2B2019765D82}"/>
              </a:ext>
            </a:extLst>
          </p:cNvPr>
          <p:cNvSpPr txBox="1"/>
          <p:nvPr/>
        </p:nvSpPr>
        <p:spPr>
          <a:xfrm>
            <a:off x="17423150" y="601633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Sistema a Diseñar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B4917A-2389-6B49-BFC3-7F1049754FF0}"/>
              </a:ext>
            </a:extLst>
          </p:cNvPr>
          <p:cNvSpPr txBox="1"/>
          <p:nvPr/>
        </p:nvSpPr>
        <p:spPr>
          <a:xfrm>
            <a:off x="18137536" y="781801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Actor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12210D-D69D-AF58-96F9-5AACEE5CB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1173" y="6536348"/>
            <a:ext cx="1016000" cy="1651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F136C2-282F-E69C-0E88-AC00AC7B7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7173" y="4755209"/>
            <a:ext cx="1524000" cy="127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E4C3C1-4B2B-13BB-47A1-C660D8AC90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10450" y="3079288"/>
            <a:ext cx="2159000" cy="1270000"/>
          </a:xfrm>
          <a:prstGeom prst="rect">
            <a:avLst/>
          </a:prstGeom>
        </p:spPr>
      </p:pic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84F38937-5BCA-5F02-3E45-5EA45445D2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724" y="2557612"/>
            <a:ext cx="9587705" cy="864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5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3200" dirty="0"/>
              <a:t>Vista Funcional: Diseñe un modelo de componentes para el proyecto del curso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84282-3B36-0C4F-9785-77FB2822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12637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VF-001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Funcional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Componentes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9EE55-0A6B-0347-B5E5-C69115DD9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569654"/>
              </p:ext>
            </p:extLst>
          </p:nvPr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1E3265-B1A9-8144-BBE4-D01B7E203AE3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0B1EB26A-1E89-98B8-25AE-7D149AD23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059" y="4561788"/>
            <a:ext cx="17384523" cy="474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7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3200" dirty="0"/>
              <a:t>Vista Despliegue: Diseñe un modelo de despliegue para el proyecto del curso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84282-3B36-0C4F-9785-77FB2822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393486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VD-001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Despliegue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Modelo de aplicación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9EE55-0A6B-0347-B5E5-C69115DD952A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1E3265-B1A9-8144-BBE4-D01B7E203AE3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9CADA1C-DC58-F47D-CCFF-2604182B9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73" y="3223609"/>
            <a:ext cx="17064697" cy="755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0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3200" dirty="0"/>
              <a:t>Vista Información: Diseñe un modelo de clases con las principales entidades de datos del proyecto del curso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84282-3B36-0C4F-9785-77FB2822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224705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VI-001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Información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Clases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9EE55-0A6B-0347-B5E5-C69115DD952A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1E3265-B1A9-8144-BBE4-D01B7E203AE3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B5BFBF-90B9-25E1-9A6A-0FFF35987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560" y="2574960"/>
            <a:ext cx="7748124" cy="915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4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1F5B806-8B2D-AE50-0A27-48994D40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38" y="1178805"/>
            <a:ext cx="2784659" cy="1075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3E24F2-D469-0477-E32A-013755FCD7E6}"/>
              </a:ext>
            </a:extLst>
          </p:cNvPr>
          <p:cNvSpPr txBox="1"/>
          <p:nvPr/>
        </p:nvSpPr>
        <p:spPr>
          <a:xfrm>
            <a:off x="1741439" y="4641559"/>
            <a:ext cx="16621223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309" b="1" dirty="0">
                <a:latin typeface="Lato" panose="020F0502020204030203" pitchFamily="34" charset="0"/>
              </a:rPr>
              <a:t>© - Derechos Reservados: </a:t>
            </a:r>
            <a:r>
              <a:rPr lang="es-419" sz="2309" dirty="0">
                <a:latin typeface="Lato" panose="020F0502020204030203" pitchFamily="34" charset="0"/>
              </a:rPr>
              <a:t>la presente obra, y en general todos sus contenidos, se encuentran protegidos por las normas internacionales y nacionales vigentes sobre propiedad Intelectual, por lo tanto su utilización parcial o total, reproducción, comunicación pública, transformación, distribución, alquiler, préstamo público e importación, total o parcial, en todo o en parte, en formato impreso o digital y en cualquier formato conocido o por conocer, se encuentran prohibidos, y solo serán lícitos en la medida en que se cuente con la autorización previa y expresa por escrito de la Universidad de los Andes.</a:t>
            </a:r>
          </a:p>
          <a:p>
            <a:endParaRPr lang="es-419" sz="2309" dirty="0">
              <a:latin typeface="Lato" panose="020F0502020204030203" pitchFamily="34" charset="0"/>
            </a:endParaRPr>
          </a:p>
          <a:p>
            <a:r>
              <a:rPr lang="es-419" sz="2309" dirty="0">
                <a:latin typeface="Lato" panose="020F0502020204030203" pitchFamily="34" charset="0"/>
              </a:rPr>
              <a:t>De igual manera, la utilización de la imagen de las personas, docentes o estudiantes, sin su previa autorización está expresamente prohibida. En caso de incumplirse con lo mencionado, se procederá de conformidad con los reglamentos y políticas de la universidad, sin perjuicio de las demás acciones legales aplicables.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F0434D-F534-2403-C639-2D7194B7065D}"/>
              </a:ext>
            </a:extLst>
          </p:cNvPr>
          <p:cNvCxnSpPr>
            <a:cxnSpLocks/>
          </p:cNvCxnSpPr>
          <p:nvPr/>
        </p:nvCxnSpPr>
        <p:spPr>
          <a:xfrm>
            <a:off x="1741439" y="4047944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DDB248-E9A3-3F5C-5EC0-E5BE576ADD19}"/>
              </a:ext>
            </a:extLst>
          </p:cNvPr>
          <p:cNvCxnSpPr>
            <a:cxnSpLocks/>
          </p:cNvCxnSpPr>
          <p:nvPr/>
        </p:nvCxnSpPr>
        <p:spPr>
          <a:xfrm>
            <a:off x="1741439" y="8598993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AB3392-A4DF-DC0F-9005-BFDA8D351B43}"/>
              </a:ext>
            </a:extLst>
          </p:cNvPr>
          <p:cNvSpPr/>
          <p:nvPr/>
        </p:nvSpPr>
        <p:spPr>
          <a:xfrm>
            <a:off x="0" y="273448"/>
            <a:ext cx="158465" cy="11308555"/>
          </a:xfrm>
          <a:prstGeom prst="rect">
            <a:avLst/>
          </a:prstGeom>
          <a:solidFill>
            <a:srgbClr val="212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A3E730-9418-BC79-0993-BC738F7162F9}"/>
              </a:ext>
            </a:extLst>
          </p:cNvPr>
          <p:cNvSpPr/>
          <p:nvPr/>
        </p:nvSpPr>
        <p:spPr>
          <a:xfrm>
            <a:off x="0" y="1871356"/>
            <a:ext cx="158465" cy="9753630"/>
          </a:xfrm>
          <a:prstGeom prst="rect">
            <a:avLst/>
          </a:prstGeom>
          <a:solidFill>
            <a:srgbClr val="F9E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pic>
        <p:nvPicPr>
          <p:cNvPr id="16" name="Imagen 15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FFFE140-7A0A-FA90-4C23-6383FB55A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90" y="2529840"/>
            <a:ext cx="5760324" cy="67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8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3">
  <a:themeElements>
    <a:clrScheme name="MISO 1">
      <a:dk1>
        <a:srgbClr val="4C4D4C"/>
      </a:dk1>
      <a:lt1>
        <a:srgbClr val="FEFAFA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191589FF-03B5-B54F-9F12-A00A11A3A487}" vid="{2CB6F1CE-0CB0-934C-9A98-3DD7BE7A1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C2E94BA26B184CBB6282D7591E99F9" ma:contentTypeVersion="16" ma:contentTypeDescription="Crear nuevo documento." ma:contentTypeScope="" ma:versionID="d2cced94f7dcc45aa1f33cd122d49447">
  <xsd:schema xmlns:xsd="http://www.w3.org/2001/XMLSchema" xmlns:xs="http://www.w3.org/2001/XMLSchema" xmlns:p="http://schemas.microsoft.com/office/2006/metadata/properties" xmlns:ns2="1a860d3e-6179-436c-977f-c8fec32702f9" xmlns:ns3="975eb909-7871-4881-a0e4-375dc0be4505" targetNamespace="http://schemas.microsoft.com/office/2006/metadata/properties" ma:root="true" ma:fieldsID="fd8633f808c4f6ac46999f2159d7c5c0" ns2:_="" ns3:_="">
    <xsd:import namespace="1a860d3e-6179-436c-977f-c8fec32702f9"/>
    <xsd:import namespace="975eb909-7871-4881-a0e4-375dc0be450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60d3e-6179-436c-977f-c8fec32702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57bf8d-d566-4d19-80db-30c522907b41}" ma:internalName="TaxCatchAll" ma:showField="CatchAllData" ma:web="1a860d3e-6179-436c-977f-c8fec32702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eb909-7871-4881-a0e4-375dc0be4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860d3e-6179-436c-977f-c8fec32702f9" xsi:nil="true"/>
    <lcf76f155ced4ddcb4097134ff3c332f xmlns="975eb909-7871-4881-a0e4-375dc0be450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9E567B4-0623-4772-AD43-7E6738A3F2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60d3e-6179-436c-977f-c8fec32702f9"/>
    <ds:schemaRef ds:uri="975eb909-7871-4881-a0e4-375dc0be4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04A0EB-C91C-48B1-BC67-6F0C53F43F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3EDA2F-8E98-4E5C-AFDC-D6C798F113C0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975eb909-7871-4881-a0e4-375dc0be4505"/>
    <ds:schemaRef ds:uri="1a860d3e-6179-436c-977f-c8fec32702f9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4401</TotalTime>
  <Words>398</Words>
  <Application>Microsoft Macintosh PowerPoint</Application>
  <PresentationFormat>Custom</PresentationFormat>
  <Paragraphs>86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GT America</vt:lpstr>
      <vt:lpstr>GT America Bold</vt:lpstr>
      <vt:lpstr>GT America Thin</vt:lpstr>
      <vt:lpstr>Lato</vt:lpstr>
      <vt:lpstr>Tema3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 Arturo Bonilla Parra</dc:creator>
  <cp:lastModifiedBy>Juan Felipe Rojas Cendales</cp:lastModifiedBy>
  <cp:revision>120</cp:revision>
  <dcterms:created xsi:type="dcterms:W3CDTF">2020-02-04T21:09:36Z</dcterms:created>
  <dcterms:modified xsi:type="dcterms:W3CDTF">2025-08-24T18:34:06Z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0x01010032C2E94BA26B184CBB6282D7591E99F9</vt:lpwstr>
  </property>
  <property fmtid="{D5CDD505-2E9C-101B-9397-08002B2CF9AE}" pid="3" name="MediaServiceImageTags">
    <vt:lpwstr/>
  </property>
</Properties>
</file>