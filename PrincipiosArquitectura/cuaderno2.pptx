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16"/>
  </p:notesMasterIdLst>
  <p:sldIdLst>
    <p:sldId id="256" r:id="rId5"/>
    <p:sldId id="258" r:id="rId6"/>
    <p:sldId id="265" r:id="rId7"/>
    <p:sldId id="268" r:id="rId8"/>
    <p:sldId id="269" r:id="rId9"/>
    <p:sldId id="270" r:id="rId10"/>
    <p:sldId id="271" r:id="rId11"/>
    <p:sldId id="276" r:id="rId12"/>
    <p:sldId id="273" r:id="rId13"/>
    <p:sldId id="277" r:id="rId14"/>
    <p:sldId id="275" r:id="rId15"/>
  </p:sldIdLst>
  <p:sldSz cx="20104100" cy="1185545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84250"/>
    <a:srgbClr val="FF8CA6"/>
    <a:srgbClr val="974B59"/>
    <a:srgbClr val="965942"/>
    <a:srgbClr val="CFA5AA"/>
    <a:srgbClr val="3421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983" autoAdjust="0"/>
    <p:restoredTop sz="93433"/>
  </p:normalViewPr>
  <p:slideViewPr>
    <p:cSldViewPr snapToGrid="0">
      <p:cViewPr varScale="1">
        <p:scale>
          <a:sx n="68" d="100"/>
          <a:sy n="68" d="100"/>
        </p:scale>
        <p:origin x="304" y="3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 Valeria Mendoza Cipagauta" userId="9d05f6fe-bc3e-4e8b-b0a3-47cfb1c3fad5" providerId="ADAL" clId="{54AE2ED8-8EDD-478C-80C0-2F9D9DDC141D}"/>
    <pc:docChg chg="custSel addSld delSld modSld">
      <pc:chgData name="Ana Valeria Mendoza Cipagauta" userId="9d05f6fe-bc3e-4e8b-b0a3-47cfb1c3fad5" providerId="ADAL" clId="{54AE2ED8-8EDD-478C-80C0-2F9D9DDC141D}" dt="2023-01-20T13:03:02.157" v="5"/>
      <pc:docMkLst>
        <pc:docMk/>
      </pc:docMkLst>
      <pc:sldChg chg="modSp">
        <pc:chgData name="Ana Valeria Mendoza Cipagauta" userId="9d05f6fe-bc3e-4e8b-b0a3-47cfb1c3fad5" providerId="ADAL" clId="{54AE2ED8-8EDD-478C-80C0-2F9D9DDC141D}" dt="2023-01-20T13:02:55.260" v="1" actId="27636"/>
        <pc:sldMkLst>
          <pc:docMk/>
          <pc:sldMk cId="2908288428" sldId="256"/>
        </pc:sldMkLst>
        <pc:spChg chg="mod">
          <ac:chgData name="Ana Valeria Mendoza Cipagauta" userId="9d05f6fe-bc3e-4e8b-b0a3-47cfb1c3fad5" providerId="ADAL" clId="{54AE2ED8-8EDD-478C-80C0-2F9D9DDC141D}" dt="2023-01-20T13:02:55.260" v="1" actId="27636"/>
          <ac:spMkLst>
            <pc:docMk/>
            <pc:sldMk cId="2908288428" sldId="256"/>
            <ac:spMk id="3" creationId="{2D598DFA-329B-2E42-B0CD-A299535D3FF7}"/>
          </ac:spMkLst>
        </pc:spChg>
      </pc:sldChg>
      <pc:sldChg chg="del">
        <pc:chgData name="Ana Valeria Mendoza Cipagauta" userId="9d05f6fe-bc3e-4e8b-b0a3-47cfb1c3fad5" providerId="ADAL" clId="{54AE2ED8-8EDD-478C-80C0-2F9D9DDC141D}" dt="2023-01-20T13:02:59.381" v="4" actId="2696"/>
        <pc:sldMkLst>
          <pc:docMk/>
          <pc:sldMk cId="2526152964" sldId="275"/>
        </pc:sldMkLst>
      </pc:sldChg>
      <pc:sldChg chg="add">
        <pc:chgData name="Ana Valeria Mendoza Cipagauta" userId="9d05f6fe-bc3e-4e8b-b0a3-47cfb1c3fad5" providerId="ADAL" clId="{54AE2ED8-8EDD-478C-80C0-2F9D9DDC141D}" dt="2023-01-20T13:03:02.157" v="5"/>
        <pc:sldMkLst>
          <pc:docMk/>
          <pc:sldMk cId="4171484528" sldId="275"/>
        </pc:sldMkLst>
      </pc:sldChg>
      <pc:sldChg chg="add del">
        <pc:chgData name="Ana Valeria Mendoza Cipagauta" userId="9d05f6fe-bc3e-4e8b-b0a3-47cfb1c3fad5" providerId="ADAL" clId="{54AE2ED8-8EDD-478C-80C0-2F9D9DDC141D}" dt="2023-01-20T13:02:57.261" v="2" actId="2696"/>
        <pc:sldMkLst>
          <pc:docMk/>
          <pc:sldMk cId="4171484528" sldId="276"/>
        </pc:sldMkLst>
      </pc:sldChg>
      <pc:sldMasterChg chg="delSldLayout">
        <pc:chgData name="Ana Valeria Mendoza Cipagauta" userId="9d05f6fe-bc3e-4e8b-b0a3-47cfb1c3fad5" providerId="ADAL" clId="{54AE2ED8-8EDD-478C-80C0-2F9D9DDC141D}" dt="2023-01-20T13:02:57.262" v="3" actId="2696"/>
        <pc:sldMasterMkLst>
          <pc:docMk/>
          <pc:sldMasterMk cId="1671958896" sldId="2147483694"/>
        </pc:sldMasterMkLst>
        <pc:sldLayoutChg chg="del">
          <pc:chgData name="Ana Valeria Mendoza Cipagauta" userId="9d05f6fe-bc3e-4e8b-b0a3-47cfb1c3fad5" providerId="ADAL" clId="{54AE2ED8-8EDD-478C-80C0-2F9D9DDC141D}" dt="2023-01-20T13:02:57.262" v="3" actId="2696"/>
          <pc:sldLayoutMkLst>
            <pc:docMk/>
            <pc:sldMasterMk cId="1671958896" sldId="2147483694"/>
            <pc:sldLayoutMk cId="3847938214" sldId="2147483714"/>
          </pc:sldLayoutMkLst>
        </pc:sldLayoutChg>
      </pc:sldMasterChg>
    </pc:docChg>
  </pc:docChgLst>
  <pc:docChgLst>
    <pc:chgData name="Ana Valeria Mendoza Cipagauta" userId="9d05f6fe-bc3e-4e8b-b0a3-47cfb1c3fad5" providerId="ADAL" clId="{6D512124-8923-4FAC-9B24-8E06F68C638D}"/>
    <pc:docChg chg="custSel addSld modSld">
      <pc:chgData name="Ana Valeria Mendoza Cipagauta" userId="9d05f6fe-bc3e-4e8b-b0a3-47cfb1c3fad5" providerId="ADAL" clId="{6D512124-8923-4FAC-9B24-8E06F68C638D}" dt="2023-01-18T19:45:25.017" v="1" actId="27636"/>
      <pc:docMkLst>
        <pc:docMk/>
      </pc:docMkLst>
      <pc:sldChg chg="modSp">
        <pc:chgData name="Ana Valeria Mendoza Cipagauta" userId="9d05f6fe-bc3e-4e8b-b0a3-47cfb1c3fad5" providerId="ADAL" clId="{6D512124-8923-4FAC-9B24-8E06F68C638D}" dt="2023-01-18T19:45:25.017" v="1" actId="27636"/>
        <pc:sldMkLst>
          <pc:docMk/>
          <pc:sldMk cId="2908288428" sldId="256"/>
        </pc:sldMkLst>
        <pc:spChg chg="mod">
          <ac:chgData name="Ana Valeria Mendoza Cipagauta" userId="9d05f6fe-bc3e-4e8b-b0a3-47cfb1c3fad5" providerId="ADAL" clId="{6D512124-8923-4FAC-9B24-8E06F68C638D}" dt="2023-01-18T19:45:25.017" v="1" actId="27636"/>
          <ac:spMkLst>
            <pc:docMk/>
            <pc:sldMk cId="2908288428" sldId="256"/>
            <ac:spMk id="3" creationId="{2D598DFA-329B-2E42-B0CD-A299535D3FF7}"/>
          </ac:spMkLst>
        </pc:spChg>
      </pc:sldChg>
    </pc:docChg>
  </pc:docChgLst>
  <pc:docChgLst>
    <pc:chgData name="German Gonzalez" userId="e32135cd21606adc" providerId="LiveId" clId="{FB53307D-CCCF-4CE9-9065-6A0D3D25DA22}"/>
    <pc:docChg chg="modSld">
      <pc:chgData name="German Gonzalez" userId="e32135cd21606adc" providerId="LiveId" clId="{FB53307D-CCCF-4CE9-9065-6A0D3D25DA22}" dt="2023-07-22T15:00:30.030" v="12" actId="20577"/>
      <pc:docMkLst>
        <pc:docMk/>
      </pc:docMkLst>
      <pc:sldChg chg="modSp mod">
        <pc:chgData name="German Gonzalez" userId="e32135cd21606adc" providerId="LiveId" clId="{FB53307D-CCCF-4CE9-9065-6A0D3D25DA22}" dt="2023-07-22T15:00:30.030" v="12" actId="20577"/>
        <pc:sldMkLst>
          <pc:docMk/>
          <pc:sldMk cId="1712642654" sldId="272"/>
        </pc:sldMkLst>
        <pc:graphicFrameChg chg="modGraphic">
          <ac:chgData name="German Gonzalez" userId="e32135cd21606adc" providerId="LiveId" clId="{FB53307D-CCCF-4CE9-9065-6A0D3D25DA22}" dt="2023-07-22T15:00:30.030" v="12" actId="20577"/>
          <ac:graphicFrameMkLst>
            <pc:docMk/>
            <pc:sldMk cId="1712642654" sldId="272"/>
            <ac:graphicFrameMk id="3" creationId="{7848254A-8877-FE45-9BF6-EEAC352420F7}"/>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CO"/>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445EE62C-472A-0944-B273-7A532AA1B9AC}" type="datetimeFigureOut">
              <a:rPr lang="en-CO" smtClean="0"/>
              <a:t>16/08/25</a:t>
            </a:fld>
            <a:endParaRPr lang="en-CO"/>
          </a:p>
        </p:txBody>
      </p:sp>
      <p:sp>
        <p:nvSpPr>
          <p:cNvPr id="4" name="Slide Image Placeholder 3"/>
          <p:cNvSpPr>
            <a:spLocks noGrp="1" noRot="1" noChangeAspect="1"/>
          </p:cNvSpPr>
          <p:nvPr>
            <p:ph type="sldImg" idx="2"/>
          </p:nvPr>
        </p:nvSpPr>
        <p:spPr>
          <a:xfrm>
            <a:off x="2609850" y="857250"/>
            <a:ext cx="3924300" cy="2314575"/>
          </a:xfrm>
          <a:prstGeom prst="rect">
            <a:avLst/>
          </a:prstGeom>
          <a:noFill/>
          <a:ln w="12700">
            <a:solidFill>
              <a:prstClr val="black"/>
            </a:solidFill>
          </a:ln>
        </p:spPr>
        <p:txBody>
          <a:bodyPr vert="horz" lIns="91440" tIns="45720" rIns="91440" bIns="45720" rtlCol="0" anchor="ctr"/>
          <a:lstStyle/>
          <a:p>
            <a:endParaRPr lang="en-CO"/>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O"/>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CO"/>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BE9ACABF-6E5F-1440-8A94-6FA0FACD68FC}" type="slidenum">
              <a:rPr lang="en-CO" smtClean="0"/>
              <a:t>‹#›</a:t>
            </a:fld>
            <a:endParaRPr lang="en-CO"/>
          </a:p>
        </p:txBody>
      </p:sp>
    </p:spTree>
    <p:extLst>
      <p:ext uri="{BB962C8B-B14F-4D97-AF65-F5344CB8AC3E}">
        <p14:creationId xmlns:p14="http://schemas.microsoft.com/office/powerpoint/2010/main" val="410014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noProof="0" dirty="0"/>
          </a:p>
        </p:txBody>
      </p:sp>
      <p:sp>
        <p:nvSpPr>
          <p:cNvPr id="4" name="Slide Number Placeholder 3"/>
          <p:cNvSpPr>
            <a:spLocks noGrp="1"/>
          </p:cNvSpPr>
          <p:nvPr>
            <p:ph type="sldNum" sz="quarter" idx="5"/>
          </p:nvPr>
        </p:nvSpPr>
        <p:spPr/>
        <p:txBody>
          <a:bodyPr/>
          <a:lstStyle/>
          <a:p>
            <a:fld id="{BE9ACABF-6E5F-1440-8A94-6FA0FACD68FC}" type="slidenum">
              <a:rPr lang="en-CO" smtClean="0"/>
              <a:t>1</a:t>
            </a:fld>
            <a:endParaRPr lang="en-CO"/>
          </a:p>
        </p:txBody>
      </p:sp>
    </p:spTree>
    <p:extLst>
      <p:ext uri="{BB962C8B-B14F-4D97-AF65-F5344CB8AC3E}">
        <p14:creationId xmlns:p14="http://schemas.microsoft.com/office/powerpoint/2010/main" val="604090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2</a:t>
            </a:fld>
            <a:endParaRPr lang="en-CO"/>
          </a:p>
        </p:txBody>
      </p:sp>
    </p:spTree>
    <p:extLst>
      <p:ext uri="{BB962C8B-B14F-4D97-AF65-F5344CB8AC3E}">
        <p14:creationId xmlns:p14="http://schemas.microsoft.com/office/powerpoint/2010/main" val="1848712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3</a:t>
            </a:fld>
            <a:endParaRPr lang="en-CO"/>
          </a:p>
        </p:txBody>
      </p:sp>
    </p:spTree>
    <p:extLst>
      <p:ext uri="{BB962C8B-B14F-4D97-AF65-F5344CB8AC3E}">
        <p14:creationId xmlns:p14="http://schemas.microsoft.com/office/powerpoint/2010/main" val="1681058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4</a:t>
            </a:fld>
            <a:endParaRPr lang="en-CO"/>
          </a:p>
        </p:txBody>
      </p:sp>
    </p:spTree>
    <p:extLst>
      <p:ext uri="{BB962C8B-B14F-4D97-AF65-F5344CB8AC3E}">
        <p14:creationId xmlns:p14="http://schemas.microsoft.com/office/powerpoint/2010/main" val="2687604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5</a:t>
            </a:fld>
            <a:endParaRPr lang="en-CO"/>
          </a:p>
        </p:txBody>
      </p:sp>
    </p:spTree>
    <p:extLst>
      <p:ext uri="{BB962C8B-B14F-4D97-AF65-F5344CB8AC3E}">
        <p14:creationId xmlns:p14="http://schemas.microsoft.com/office/powerpoint/2010/main" val="36730438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6</a:t>
            </a:fld>
            <a:endParaRPr lang="en-CO"/>
          </a:p>
        </p:txBody>
      </p:sp>
    </p:spTree>
    <p:extLst>
      <p:ext uri="{BB962C8B-B14F-4D97-AF65-F5344CB8AC3E}">
        <p14:creationId xmlns:p14="http://schemas.microsoft.com/office/powerpoint/2010/main" val="34105593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7</a:t>
            </a:fld>
            <a:endParaRPr lang="en-CO"/>
          </a:p>
        </p:txBody>
      </p:sp>
    </p:spTree>
    <p:extLst>
      <p:ext uri="{BB962C8B-B14F-4D97-AF65-F5344CB8AC3E}">
        <p14:creationId xmlns:p14="http://schemas.microsoft.com/office/powerpoint/2010/main" val="40899044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7127A-715E-7193-26CC-AEB3215C82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00BDD0-0413-620D-0D09-515EFAFF2F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1370D1-E53A-CE6D-9D8E-3A904C558335}"/>
              </a:ext>
            </a:extLst>
          </p:cNvPr>
          <p:cNvSpPr>
            <a:spLocks noGrp="1"/>
          </p:cNvSpPr>
          <p:nvPr>
            <p:ph type="body" idx="1"/>
          </p:nvPr>
        </p:nvSpPr>
        <p:spPr/>
        <p:txBody>
          <a:bodyPr/>
          <a:lstStyle/>
          <a:p>
            <a:endParaRPr lang="en-CO" sz="1600" dirty="0"/>
          </a:p>
        </p:txBody>
      </p:sp>
      <p:sp>
        <p:nvSpPr>
          <p:cNvPr id="4" name="Slide Number Placeholder 3">
            <a:extLst>
              <a:ext uri="{FF2B5EF4-FFF2-40B4-BE49-F238E27FC236}">
                <a16:creationId xmlns:a16="http://schemas.microsoft.com/office/drawing/2014/main" id="{4F308C96-467D-25ED-23EA-E2A053859025}"/>
              </a:ext>
            </a:extLst>
          </p:cNvPr>
          <p:cNvSpPr>
            <a:spLocks noGrp="1"/>
          </p:cNvSpPr>
          <p:nvPr>
            <p:ph type="sldNum" sz="quarter" idx="5"/>
          </p:nvPr>
        </p:nvSpPr>
        <p:spPr/>
        <p:txBody>
          <a:bodyPr/>
          <a:lstStyle/>
          <a:p>
            <a:fld id="{BE9ACABF-6E5F-1440-8A94-6FA0FACD68FC}" type="slidenum">
              <a:rPr lang="en-CO" smtClean="0"/>
              <a:t>8</a:t>
            </a:fld>
            <a:endParaRPr lang="en-CO"/>
          </a:p>
        </p:txBody>
      </p:sp>
    </p:spTree>
    <p:extLst>
      <p:ext uri="{BB962C8B-B14F-4D97-AF65-F5344CB8AC3E}">
        <p14:creationId xmlns:p14="http://schemas.microsoft.com/office/powerpoint/2010/main" val="3084090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O" sz="1600" dirty="0"/>
          </a:p>
        </p:txBody>
      </p:sp>
      <p:sp>
        <p:nvSpPr>
          <p:cNvPr id="4" name="Slide Number Placeholder 3"/>
          <p:cNvSpPr>
            <a:spLocks noGrp="1"/>
          </p:cNvSpPr>
          <p:nvPr>
            <p:ph type="sldNum" sz="quarter" idx="5"/>
          </p:nvPr>
        </p:nvSpPr>
        <p:spPr/>
        <p:txBody>
          <a:bodyPr/>
          <a:lstStyle/>
          <a:p>
            <a:fld id="{BE9ACABF-6E5F-1440-8A94-6FA0FACD68FC}" type="slidenum">
              <a:rPr lang="en-CO" smtClean="0"/>
              <a:t>9</a:t>
            </a:fld>
            <a:endParaRPr lang="en-CO"/>
          </a:p>
        </p:txBody>
      </p:sp>
    </p:spTree>
    <p:extLst>
      <p:ext uri="{BB962C8B-B14F-4D97-AF65-F5344CB8AC3E}">
        <p14:creationId xmlns:p14="http://schemas.microsoft.com/office/powerpoint/2010/main" val="25189370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9584E-C4C4-6E8D-2D9E-7037912AF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A893A0-8CD8-7063-3AEF-74D6DCC1D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63DD0D-DBAC-ECA2-DD74-6C11840404E0}"/>
              </a:ext>
            </a:extLst>
          </p:cNvPr>
          <p:cNvSpPr>
            <a:spLocks noGrp="1"/>
          </p:cNvSpPr>
          <p:nvPr>
            <p:ph type="body" idx="1"/>
          </p:nvPr>
        </p:nvSpPr>
        <p:spPr/>
        <p:txBody>
          <a:bodyPr/>
          <a:lstStyle/>
          <a:p>
            <a:endParaRPr lang="en-CO" sz="1600" dirty="0"/>
          </a:p>
        </p:txBody>
      </p:sp>
      <p:sp>
        <p:nvSpPr>
          <p:cNvPr id="4" name="Slide Number Placeholder 3">
            <a:extLst>
              <a:ext uri="{FF2B5EF4-FFF2-40B4-BE49-F238E27FC236}">
                <a16:creationId xmlns:a16="http://schemas.microsoft.com/office/drawing/2014/main" id="{D09C7203-2389-A12F-3526-2381BFC32337}"/>
              </a:ext>
            </a:extLst>
          </p:cNvPr>
          <p:cNvSpPr>
            <a:spLocks noGrp="1"/>
          </p:cNvSpPr>
          <p:nvPr>
            <p:ph type="sldNum" sz="quarter" idx="5"/>
          </p:nvPr>
        </p:nvSpPr>
        <p:spPr/>
        <p:txBody>
          <a:bodyPr/>
          <a:lstStyle/>
          <a:p>
            <a:fld id="{BE9ACABF-6E5F-1440-8A94-6FA0FACD68FC}" type="slidenum">
              <a:rPr lang="en-CO" smtClean="0"/>
              <a:t>10</a:t>
            </a:fld>
            <a:endParaRPr lang="en-CO"/>
          </a:p>
        </p:txBody>
      </p:sp>
    </p:spTree>
    <p:extLst>
      <p:ext uri="{BB962C8B-B14F-4D97-AF65-F5344CB8AC3E}">
        <p14:creationId xmlns:p14="http://schemas.microsoft.com/office/powerpoint/2010/main" val="24493317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13013" y="1940233"/>
            <a:ext cx="15078075" cy="4127453"/>
          </a:xfrm>
        </p:spPr>
        <p:txBody>
          <a:bodyPr anchor="b"/>
          <a:lstStyle>
            <a:lvl1pPr algn="ctr">
              <a:defRPr sz="9894"/>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13013" y="6226856"/>
            <a:ext cx="15078075" cy="2862322"/>
          </a:xfrm>
        </p:spPr>
        <p:txBody>
          <a:bodyPr/>
          <a:lstStyle>
            <a:lvl1pPr marL="0" indent="0" algn="ctr">
              <a:buNone/>
              <a:defRPr sz="3958"/>
            </a:lvl1pPr>
            <a:lvl2pPr marL="753923" indent="0" algn="ctr">
              <a:buNone/>
              <a:defRPr sz="3298"/>
            </a:lvl2pPr>
            <a:lvl3pPr marL="1507846" indent="0" algn="ctr">
              <a:buNone/>
              <a:defRPr sz="2968"/>
            </a:lvl3pPr>
            <a:lvl4pPr marL="2261768" indent="0" algn="ctr">
              <a:buNone/>
              <a:defRPr sz="2638"/>
            </a:lvl4pPr>
            <a:lvl5pPr marL="3015691" indent="0" algn="ctr">
              <a:buNone/>
              <a:defRPr sz="2638"/>
            </a:lvl5pPr>
            <a:lvl6pPr marL="3769614" indent="0" algn="ctr">
              <a:buNone/>
              <a:defRPr sz="2638"/>
            </a:lvl6pPr>
            <a:lvl7pPr marL="4523537" indent="0" algn="ctr">
              <a:buNone/>
              <a:defRPr sz="2638"/>
            </a:lvl7pPr>
            <a:lvl8pPr marL="5277460" indent="0" algn="ctr">
              <a:buNone/>
              <a:defRPr sz="2638"/>
            </a:lvl8pPr>
            <a:lvl9pPr marL="6031382" indent="0" algn="ctr">
              <a:buNone/>
              <a:defRPr sz="2638"/>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C469C3E-277C-4E1F-A249-5B730364B4FA}" type="datetimeFigureOut">
              <a:rPr lang="es-CO" smtClean="0"/>
              <a:t>16/08/25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41030112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C469C3E-277C-4E1F-A249-5B730364B4FA}" type="datetimeFigureOut">
              <a:rPr lang="es-CO" smtClean="0"/>
              <a:t>16/08/25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966886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371686" y="2955631"/>
            <a:ext cx="17339786" cy="4931537"/>
          </a:xfrm>
        </p:spPr>
        <p:txBody>
          <a:bodyPr anchor="b"/>
          <a:lstStyle>
            <a:lvl1pPr>
              <a:defRPr sz="9894"/>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1686" y="7933822"/>
            <a:ext cx="17339786" cy="2593379"/>
          </a:xfrm>
        </p:spPr>
        <p:txBody>
          <a:bodyPr/>
          <a:lstStyle>
            <a:lvl1pPr marL="0" indent="0">
              <a:buNone/>
              <a:defRPr sz="3958">
                <a:solidFill>
                  <a:schemeClr val="tx1">
                    <a:tint val="75000"/>
                  </a:schemeClr>
                </a:solidFill>
              </a:defRPr>
            </a:lvl1pPr>
            <a:lvl2pPr marL="753923" indent="0">
              <a:buNone/>
              <a:defRPr sz="3298">
                <a:solidFill>
                  <a:schemeClr val="tx1">
                    <a:tint val="75000"/>
                  </a:schemeClr>
                </a:solidFill>
              </a:defRPr>
            </a:lvl2pPr>
            <a:lvl3pPr marL="1507846" indent="0">
              <a:buNone/>
              <a:defRPr sz="2968">
                <a:solidFill>
                  <a:schemeClr val="tx1">
                    <a:tint val="75000"/>
                  </a:schemeClr>
                </a:solidFill>
              </a:defRPr>
            </a:lvl3pPr>
            <a:lvl4pPr marL="2261768" indent="0">
              <a:buNone/>
              <a:defRPr sz="2638">
                <a:solidFill>
                  <a:schemeClr val="tx1">
                    <a:tint val="75000"/>
                  </a:schemeClr>
                </a:solidFill>
              </a:defRPr>
            </a:lvl4pPr>
            <a:lvl5pPr marL="3015691" indent="0">
              <a:buNone/>
              <a:defRPr sz="2638">
                <a:solidFill>
                  <a:schemeClr val="tx1">
                    <a:tint val="75000"/>
                  </a:schemeClr>
                </a:solidFill>
              </a:defRPr>
            </a:lvl5pPr>
            <a:lvl6pPr marL="3769614" indent="0">
              <a:buNone/>
              <a:defRPr sz="2638">
                <a:solidFill>
                  <a:schemeClr val="tx1">
                    <a:tint val="75000"/>
                  </a:schemeClr>
                </a:solidFill>
              </a:defRPr>
            </a:lvl6pPr>
            <a:lvl7pPr marL="4523537" indent="0">
              <a:buNone/>
              <a:defRPr sz="2638">
                <a:solidFill>
                  <a:schemeClr val="tx1">
                    <a:tint val="75000"/>
                  </a:schemeClr>
                </a:solidFill>
              </a:defRPr>
            </a:lvl7pPr>
            <a:lvl8pPr marL="5277460" indent="0">
              <a:buNone/>
              <a:defRPr sz="2638">
                <a:solidFill>
                  <a:schemeClr val="tx1">
                    <a:tint val="75000"/>
                  </a:schemeClr>
                </a:solidFill>
              </a:defRPr>
            </a:lvl8pPr>
            <a:lvl9pPr marL="6031382" indent="0">
              <a:buNone/>
              <a:defRPr sz="2638">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C469C3E-277C-4E1F-A249-5B730364B4FA}" type="datetimeFigureOut">
              <a:rPr lang="es-CO" smtClean="0"/>
              <a:t>16/08/25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2826345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382157" y="3155965"/>
            <a:ext cx="8544243" cy="752217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10177700" y="3155965"/>
            <a:ext cx="8544243" cy="752217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C469C3E-277C-4E1F-A249-5B730364B4FA}" type="datetimeFigureOut">
              <a:rPr lang="es-CO" smtClean="0"/>
              <a:t>16/08/25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1678059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384776" y="631194"/>
            <a:ext cx="17339786" cy="2291506"/>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84776" y="2906233"/>
            <a:ext cx="8504976" cy="1424300"/>
          </a:xfrm>
        </p:spPr>
        <p:txBody>
          <a:bodyPr anchor="b"/>
          <a:lstStyle>
            <a:lvl1pPr marL="0" indent="0">
              <a:buNone/>
              <a:defRPr sz="3958" b="1"/>
            </a:lvl1pPr>
            <a:lvl2pPr marL="753923" indent="0">
              <a:buNone/>
              <a:defRPr sz="3298" b="1"/>
            </a:lvl2pPr>
            <a:lvl3pPr marL="1507846" indent="0">
              <a:buNone/>
              <a:defRPr sz="2968" b="1"/>
            </a:lvl3pPr>
            <a:lvl4pPr marL="2261768" indent="0">
              <a:buNone/>
              <a:defRPr sz="2638" b="1"/>
            </a:lvl4pPr>
            <a:lvl5pPr marL="3015691" indent="0">
              <a:buNone/>
              <a:defRPr sz="2638" b="1"/>
            </a:lvl5pPr>
            <a:lvl6pPr marL="3769614" indent="0">
              <a:buNone/>
              <a:defRPr sz="2638" b="1"/>
            </a:lvl6pPr>
            <a:lvl7pPr marL="4523537" indent="0">
              <a:buNone/>
              <a:defRPr sz="2638" b="1"/>
            </a:lvl7pPr>
            <a:lvl8pPr marL="5277460" indent="0">
              <a:buNone/>
              <a:defRPr sz="2638" b="1"/>
            </a:lvl8pPr>
            <a:lvl9pPr marL="6031382" indent="0">
              <a:buNone/>
              <a:defRPr sz="2638" b="1"/>
            </a:lvl9pPr>
          </a:lstStyle>
          <a:p>
            <a:pPr lvl="0"/>
            <a:r>
              <a:rPr lang="es-ES"/>
              <a:t>Haga clic para modificar los estilos de texto del patrón</a:t>
            </a:r>
          </a:p>
        </p:txBody>
      </p:sp>
      <p:sp>
        <p:nvSpPr>
          <p:cNvPr id="4" name="Content Placeholder 3"/>
          <p:cNvSpPr>
            <a:spLocks noGrp="1"/>
          </p:cNvSpPr>
          <p:nvPr>
            <p:ph sz="half" idx="2"/>
          </p:nvPr>
        </p:nvSpPr>
        <p:spPr>
          <a:xfrm>
            <a:off x="1384776" y="4330532"/>
            <a:ext cx="8504976" cy="636956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10177701" y="2906233"/>
            <a:ext cx="8546861" cy="1424300"/>
          </a:xfrm>
        </p:spPr>
        <p:txBody>
          <a:bodyPr anchor="b"/>
          <a:lstStyle>
            <a:lvl1pPr marL="0" indent="0">
              <a:buNone/>
              <a:defRPr sz="3958" b="1"/>
            </a:lvl1pPr>
            <a:lvl2pPr marL="753923" indent="0">
              <a:buNone/>
              <a:defRPr sz="3298" b="1"/>
            </a:lvl2pPr>
            <a:lvl3pPr marL="1507846" indent="0">
              <a:buNone/>
              <a:defRPr sz="2968" b="1"/>
            </a:lvl3pPr>
            <a:lvl4pPr marL="2261768" indent="0">
              <a:buNone/>
              <a:defRPr sz="2638" b="1"/>
            </a:lvl4pPr>
            <a:lvl5pPr marL="3015691" indent="0">
              <a:buNone/>
              <a:defRPr sz="2638" b="1"/>
            </a:lvl5pPr>
            <a:lvl6pPr marL="3769614" indent="0">
              <a:buNone/>
              <a:defRPr sz="2638" b="1"/>
            </a:lvl6pPr>
            <a:lvl7pPr marL="4523537" indent="0">
              <a:buNone/>
              <a:defRPr sz="2638" b="1"/>
            </a:lvl7pPr>
            <a:lvl8pPr marL="5277460" indent="0">
              <a:buNone/>
              <a:defRPr sz="2638" b="1"/>
            </a:lvl8pPr>
            <a:lvl9pPr marL="6031382" indent="0">
              <a:buNone/>
              <a:defRPr sz="2638" b="1"/>
            </a:lvl9pPr>
          </a:lstStyle>
          <a:p>
            <a:pPr lvl="0"/>
            <a:r>
              <a:rPr lang="es-ES"/>
              <a:t>Haga clic para modificar los estilos de texto del patrón</a:t>
            </a:r>
          </a:p>
        </p:txBody>
      </p:sp>
      <p:sp>
        <p:nvSpPr>
          <p:cNvPr id="6" name="Content Placeholder 5"/>
          <p:cNvSpPr>
            <a:spLocks noGrp="1"/>
          </p:cNvSpPr>
          <p:nvPr>
            <p:ph sz="quarter" idx="4"/>
          </p:nvPr>
        </p:nvSpPr>
        <p:spPr>
          <a:xfrm>
            <a:off x="10177701" y="4330532"/>
            <a:ext cx="8546861" cy="636956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C469C3E-277C-4E1F-A249-5B730364B4FA}" type="datetimeFigureOut">
              <a:rPr lang="es-CO" smtClean="0"/>
              <a:t>16/08/25</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3741842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C469C3E-277C-4E1F-A249-5B730364B4FA}" type="datetimeFigureOut">
              <a:rPr lang="es-CO" smtClean="0"/>
              <a:t>16/08/25</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108679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469C3E-277C-4E1F-A249-5B730364B4FA}" type="datetimeFigureOut">
              <a:rPr lang="es-CO" smtClean="0"/>
              <a:t>16/08/25</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0489EC60-5D13-492C-8D6B-471F73FDA5E8}" type="slidenum">
              <a:rPr lang="es-CO" smtClean="0"/>
              <a:t>‹#›</a:t>
            </a:fld>
            <a:endParaRPr lang="es-CO"/>
          </a:p>
        </p:txBody>
      </p:sp>
      <p:sp>
        <p:nvSpPr>
          <p:cNvPr id="5" name="Title 4">
            <a:extLst>
              <a:ext uri="{FF2B5EF4-FFF2-40B4-BE49-F238E27FC236}">
                <a16:creationId xmlns:a16="http://schemas.microsoft.com/office/drawing/2014/main" id="{6482AC05-58CE-4E49-B563-09D5951AEB92}"/>
              </a:ext>
            </a:extLst>
          </p:cNvPr>
          <p:cNvSpPr>
            <a:spLocks noGrp="1"/>
          </p:cNvSpPr>
          <p:nvPr>
            <p:ph type="title"/>
          </p:nvPr>
        </p:nvSpPr>
        <p:spPr/>
        <p:txBody>
          <a:bodyPr/>
          <a:lstStyle/>
          <a:p>
            <a:r>
              <a:rPr lang="en-US"/>
              <a:t>Click to edit Master title style</a:t>
            </a:r>
            <a:endParaRPr lang="en-CO"/>
          </a:p>
        </p:txBody>
      </p:sp>
    </p:spTree>
    <p:extLst>
      <p:ext uri="{BB962C8B-B14F-4D97-AF65-F5344CB8AC3E}">
        <p14:creationId xmlns:p14="http://schemas.microsoft.com/office/powerpoint/2010/main" val="26444861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384776" y="790363"/>
            <a:ext cx="6484095" cy="2766272"/>
          </a:xfrm>
        </p:spPr>
        <p:txBody>
          <a:bodyPr anchor="b"/>
          <a:lstStyle>
            <a:lvl1pPr>
              <a:defRPr sz="5277"/>
            </a:lvl1pPr>
          </a:lstStyle>
          <a:p>
            <a:r>
              <a:rPr lang="es-ES"/>
              <a:t>Haga clic para modificar el estilo de título del patrón</a:t>
            </a:r>
            <a:endParaRPr lang="en-US" dirty="0"/>
          </a:p>
        </p:txBody>
      </p:sp>
      <p:sp>
        <p:nvSpPr>
          <p:cNvPr id="3" name="Content Placeholder 2"/>
          <p:cNvSpPr>
            <a:spLocks noGrp="1"/>
          </p:cNvSpPr>
          <p:nvPr>
            <p:ph idx="1"/>
          </p:nvPr>
        </p:nvSpPr>
        <p:spPr>
          <a:xfrm>
            <a:off x="8546861" y="1706966"/>
            <a:ext cx="10177701" cy="8425054"/>
          </a:xfrm>
        </p:spPr>
        <p:txBody>
          <a:bodyPr/>
          <a:lstStyle>
            <a:lvl1pPr>
              <a:defRPr sz="5277"/>
            </a:lvl1pPr>
            <a:lvl2pPr>
              <a:defRPr sz="4617"/>
            </a:lvl2pPr>
            <a:lvl3pPr>
              <a:defRPr sz="3958"/>
            </a:lvl3pPr>
            <a:lvl4pPr>
              <a:defRPr sz="3298"/>
            </a:lvl4pPr>
            <a:lvl5pPr>
              <a:defRPr sz="3298"/>
            </a:lvl5pPr>
            <a:lvl6pPr>
              <a:defRPr sz="3298"/>
            </a:lvl6pPr>
            <a:lvl7pPr>
              <a:defRPr sz="3298"/>
            </a:lvl7pPr>
            <a:lvl8pPr>
              <a:defRPr sz="3298"/>
            </a:lvl8pPr>
            <a:lvl9pPr>
              <a:defRPr sz="3298"/>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384776" y="3556635"/>
            <a:ext cx="6484095" cy="6589106"/>
          </a:xfrm>
        </p:spPr>
        <p:txBody>
          <a:bodyPr/>
          <a:lstStyle>
            <a:lvl1pPr marL="0" indent="0">
              <a:buNone/>
              <a:defRPr sz="2638"/>
            </a:lvl1pPr>
            <a:lvl2pPr marL="753923" indent="0">
              <a:buNone/>
              <a:defRPr sz="2309"/>
            </a:lvl2pPr>
            <a:lvl3pPr marL="1507846" indent="0">
              <a:buNone/>
              <a:defRPr sz="1979"/>
            </a:lvl3pPr>
            <a:lvl4pPr marL="2261768" indent="0">
              <a:buNone/>
              <a:defRPr sz="1649"/>
            </a:lvl4pPr>
            <a:lvl5pPr marL="3015691" indent="0">
              <a:buNone/>
              <a:defRPr sz="1649"/>
            </a:lvl5pPr>
            <a:lvl6pPr marL="3769614" indent="0">
              <a:buNone/>
              <a:defRPr sz="1649"/>
            </a:lvl6pPr>
            <a:lvl7pPr marL="4523537" indent="0">
              <a:buNone/>
              <a:defRPr sz="1649"/>
            </a:lvl7pPr>
            <a:lvl8pPr marL="5277460" indent="0">
              <a:buNone/>
              <a:defRPr sz="1649"/>
            </a:lvl8pPr>
            <a:lvl9pPr marL="6031382" indent="0">
              <a:buNone/>
              <a:defRPr sz="1649"/>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C469C3E-277C-4E1F-A249-5B730364B4FA}" type="datetimeFigureOut">
              <a:rPr lang="es-CO" smtClean="0"/>
              <a:t>16/08/25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8980443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384776" y="790363"/>
            <a:ext cx="6484095" cy="2766272"/>
          </a:xfrm>
        </p:spPr>
        <p:txBody>
          <a:bodyPr anchor="b"/>
          <a:lstStyle>
            <a:lvl1pPr>
              <a:defRPr sz="5277"/>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8546861" y="1706966"/>
            <a:ext cx="10177701" cy="8425054"/>
          </a:xfrm>
        </p:spPr>
        <p:txBody>
          <a:bodyPr anchor="t"/>
          <a:lstStyle>
            <a:lvl1pPr marL="0" indent="0">
              <a:buNone/>
              <a:defRPr sz="5277"/>
            </a:lvl1pPr>
            <a:lvl2pPr marL="753923" indent="0">
              <a:buNone/>
              <a:defRPr sz="4617"/>
            </a:lvl2pPr>
            <a:lvl3pPr marL="1507846" indent="0">
              <a:buNone/>
              <a:defRPr sz="3958"/>
            </a:lvl3pPr>
            <a:lvl4pPr marL="2261768" indent="0">
              <a:buNone/>
              <a:defRPr sz="3298"/>
            </a:lvl4pPr>
            <a:lvl5pPr marL="3015691" indent="0">
              <a:buNone/>
              <a:defRPr sz="3298"/>
            </a:lvl5pPr>
            <a:lvl6pPr marL="3769614" indent="0">
              <a:buNone/>
              <a:defRPr sz="3298"/>
            </a:lvl6pPr>
            <a:lvl7pPr marL="4523537" indent="0">
              <a:buNone/>
              <a:defRPr sz="3298"/>
            </a:lvl7pPr>
            <a:lvl8pPr marL="5277460" indent="0">
              <a:buNone/>
              <a:defRPr sz="3298"/>
            </a:lvl8pPr>
            <a:lvl9pPr marL="6031382" indent="0">
              <a:buNone/>
              <a:defRPr sz="3298"/>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384776" y="3556635"/>
            <a:ext cx="6484095" cy="6589106"/>
          </a:xfrm>
        </p:spPr>
        <p:txBody>
          <a:bodyPr/>
          <a:lstStyle>
            <a:lvl1pPr marL="0" indent="0">
              <a:buNone/>
              <a:defRPr sz="2638"/>
            </a:lvl1pPr>
            <a:lvl2pPr marL="753923" indent="0">
              <a:buNone/>
              <a:defRPr sz="2309"/>
            </a:lvl2pPr>
            <a:lvl3pPr marL="1507846" indent="0">
              <a:buNone/>
              <a:defRPr sz="1979"/>
            </a:lvl3pPr>
            <a:lvl4pPr marL="2261768" indent="0">
              <a:buNone/>
              <a:defRPr sz="1649"/>
            </a:lvl4pPr>
            <a:lvl5pPr marL="3015691" indent="0">
              <a:buNone/>
              <a:defRPr sz="1649"/>
            </a:lvl5pPr>
            <a:lvl6pPr marL="3769614" indent="0">
              <a:buNone/>
              <a:defRPr sz="1649"/>
            </a:lvl6pPr>
            <a:lvl7pPr marL="4523537" indent="0">
              <a:buNone/>
              <a:defRPr sz="1649"/>
            </a:lvl7pPr>
            <a:lvl8pPr marL="5277460" indent="0">
              <a:buNone/>
              <a:defRPr sz="1649"/>
            </a:lvl8pPr>
            <a:lvl9pPr marL="6031382" indent="0">
              <a:buNone/>
              <a:defRPr sz="1649"/>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C469C3E-277C-4E1F-A249-5B730364B4FA}" type="datetimeFigureOut">
              <a:rPr lang="es-CO" smtClean="0"/>
              <a:t>16/08/25</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4236099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C469C3E-277C-4E1F-A249-5B730364B4FA}" type="datetimeFigureOut">
              <a:rPr lang="es-CO" smtClean="0"/>
              <a:t>16/08/25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3901031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4386996" y="631193"/>
            <a:ext cx="4334947" cy="10046946"/>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382157" y="631193"/>
            <a:ext cx="12753538" cy="10046946"/>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C469C3E-277C-4E1F-A249-5B730364B4FA}" type="datetimeFigureOut">
              <a:rPr lang="es-CO" smtClean="0"/>
              <a:t>16/08/25</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0489EC60-5D13-492C-8D6B-471F73FDA5E8}" type="slidenum">
              <a:rPr lang="es-CO" smtClean="0"/>
              <a:t>‹#›</a:t>
            </a:fld>
            <a:endParaRPr lang="es-CO"/>
          </a:p>
        </p:txBody>
      </p:sp>
    </p:spTree>
    <p:extLst>
      <p:ext uri="{BB962C8B-B14F-4D97-AF65-F5344CB8AC3E}">
        <p14:creationId xmlns:p14="http://schemas.microsoft.com/office/powerpoint/2010/main" val="7495887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ítulo derecha - fondo azul">
    <p:bg>
      <p:bgPr>
        <a:solidFill>
          <a:srgbClr val="342175"/>
        </a:solidFill>
        <a:effectLst/>
      </p:bgPr>
    </p:bg>
    <p:spTree>
      <p:nvGrpSpPr>
        <p:cNvPr id="1" name=""/>
        <p:cNvGrpSpPr/>
        <p:nvPr/>
      </p:nvGrpSpPr>
      <p:grpSpPr>
        <a:xfrm>
          <a:off x="0" y="0"/>
          <a:ext cx="0" cy="0"/>
          <a:chOff x="0" y="0"/>
          <a:chExt cx="0" cy="0"/>
        </a:xfrm>
      </p:grpSpPr>
      <p:sp>
        <p:nvSpPr>
          <p:cNvPr id="50" name="Marcador de texto 49">
            <a:extLst>
              <a:ext uri="{FF2B5EF4-FFF2-40B4-BE49-F238E27FC236}">
                <a16:creationId xmlns:a16="http://schemas.microsoft.com/office/drawing/2014/main" id="{596BCF93-6DE0-442F-AA83-FBFDAB95DFAB}"/>
              </a:ext>
            </a:extLst>
          </p:cNvPr>
          <p:cNvSpPr>
            <a:spLocks noGrp="1"/>
          </p:cNvSpPr>
          <p:nvPr>
            <p:ph type="body" sz="quarter" idx="10" hasCustomPrompt="1"/>
          </p:nvPr>
        </p:nvSpPr>
        <p:spPr>
          <a:xfrm>
            <a:off x="11415994" y="5373094"/>
            <a:ext cx="5303905" cy="943706"/>
          </a:xfrm>
        </p:spPr>
        <p:txBody>
          <a:bodyPr/>
          <a:lstStyle>
            <a:lvl1pPr marL="0" indent="0" algn="ctr">
              <a:buNone/>
              <a:defRPr lang="es-ES" sz="5150" kern="1200" spc="15" dirty="0" smtClean="0">
                <a:solidFill>
                  <a:srgbClr val="FFFFFF"/>
                </a:solidFill>
                <a:latin typeface="GT America"/>
                <a:ea typeface="+mn-ea"/>
                <a:cs typeface="GT America"/>
              </a:defRPr>
            </a:lvl1pPr>
          </a:lstStyle>
          <a:p>
            <a:pPr lvl="0"/>
            <a:r>
              <a:rPr lang="es-ES" dirty="0"/>
              <a:t>Título</a:t>
            </a:r>
          </a:p>
        </p:txBody>
      </p:sp>
      <p:sp>
        <p:nvSpPr>
          <p:cNvPr id="67" name="object 4">
            <a:extLst>
              <a:ext uri="{FF2B5EF4-FFF2-40B4-BE49-F238E27FC236}">
                <a16:creationId xmlns:a16="http://schemas.microsoft.com/office/drawing/2014/main" id="{C12A065A-7C27-40A8-AA7E-3555F4C887AB}"/>
              </a:ext>
            </a:extLst>
          </p:cNvPr>
          <p:cNvSpPr/>
          <p:nvPr/>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8" name="object 5">
            <a:extLst>
              <a:ext uri="{FF2B5EF4-FFF2-40B4-BE49-F238E27FC236}">
                <a16:creationId xmlns:a16="http://schemas.microsoft.com/office/drawing/2014/main" id="{427FDD6C-7AC9-4896-BBA6-16154F68F579}"/>
              </a:ext>
            </a:extLst>
          </p:cNvPr>
          <p:cNvSpPr/>
          <p:nvPr/>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9" name="object 6">
            <a:extLst>
              <a:ext uri="{FF2B5EF4-FFF2-40B4-BE49-F238E27FC236}">
                <a16:creationId xmlns:a16="http://schemas.microsoft.com/office/drawing/2014/main" id="{953A2053-6469-4CA1-BFF3-27FB46B80B50}"/>
              </a:ext>
            </a:extLst>
          </p:cNvPr>
          <p:cNvSpPr/>
          <p:nvPr/>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0" name="object 7">
            <a:extLst>
              <a:ext uri="{FF2B5EF4-FFF2-40B4-BE49-F238E27FC236}">
                <a16:creationId xmlns:a16="http://schemas.microsoft.com/office/drawing/2014/main" id="{5BEE9C81-C824-44C2-8B82-5B785F68440F}"/>
              </a:ext>
            </a:extLst>
          </p:cNvPr>
          <p:cNvSpPr/>
          <p:nvPr/>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1" name="object 8">
            <a:extLst>
              <a:ext uri="{FF2B5EF4-FFF2-40B4-BE49-F238E27FC236}">
                <a16:creationId xmlns:a16="http://schemas.microsoft.com/office/drawing/2014/main" id="{C68F89CB-FCB1-4F38-A174-FEA6B5B54169}"/>
              </a:ext>
            </a:extLst>
          </p:cNvPr>
          <p:cNvSpPr/>
          <p:nvPr/>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2" name="object 9">
            <a:extLst>
              <a:ext uri="{FF2B5EF4-FFF2-40B4-BE49-F238E27FC236}">
                <a16:creationId xmlns:a16="http://schemas.microsoft.com/office/drawing/2014/main" id="{E962C8AB-58E7-481F-88A2-A4EDFB35497E}"/>
              </a:ext>
            </a:extLst>
          </p:cNvPr>
          <p:cNvSpPr txBox="1"/>
          <p:nvPr/>
        </p:nvSpPr>
        <p:spPr>
          <a:xfrm>
            <a:off x="4165296" y="6804105"/>
            <a:ext cx="3521075" cy="1636345"/>
          </a:xfrm>
          <a:prstGeom prst="rect">
            <a:avLst/>
          </a:prstGeom>
        </p:spPr>
        <p:txBody>
          <a:bodyPr vert="horz" wrap="square" lIns="0" tIns="12700" rIns="0" bIns="0" rtlCol="0">
            <a:spAutoFit/>
          </a:bodyPr>
          <a:lstStyle/>
          <a:p>
            <a:pPr marL="12699" defTabSz="914400">
              <a:spcBef>
                <a:spcPts val="100"/>
              </a:spcBef>
            </a:pPr>
            <a:r>
              <a:rPr sz="10550" b="1" dirty="0">
                <a:solidFill>
                  <a:srgbClr val="2BAAE1"/>
                </a:solidFill>
                <a:latin typeface="GT America Bold"/>
                <a:cs typeface="GT America Bold"/>
              </a:rPr>
              <a:t>MISO</a:t>
            </a:r>
            <a:endParaRPr sz="10550" dirty="0">
              <a:solidFill>
                <a:prstClr val="black"/>
              </a:solidFill>
              <a:latin typeface="GT America Bold"/>
              <a:cs typeface="GT America Bold"/>
            </a:endParaRPr>
          </a:p>
        </p:txBody>
      </p:sp>
      <p:sp>
        <p:nvSpPr>
          <p:cNvPr id="73" name="object 10">
            <a:extLst>
              <a:ext uri="{FF2B5EF4-FFF2-40B4-BE49-F238E27FC236}">
                <a16:creationId xmlns:a16="http://schemas.microsoft.com/office/drawing/2014/main" id="{8DE9B7B0-98C0-47A1-BDBD-CA6F24CB6F8F}"/>
              </a:ext>
            </a:extLst>
          </p:cNvPr>
          <p:cNvSpPr txBox="1"/>
          <p:nvPr/>
        </p:nvSpPr>
        <p:spPr>
          <a:xfrm>
            <a:off x="3366904" y="8288018"/>
            <a:ext cx="5118100" cy="407162"/>
          </a:xfrm>
          <a:prstGeom prst="rect">
            <a:avLst/>
          </a:prstGeom>
        </p:spPr>
        <p:txBody>
          <a:bodyPr vert="horz" wrap="square" lIns="0" tIns="14604" rIns="0" bIns="0" rtlCol="0">
            <a:spAutoFit/>
          </a:bodyPr>
          <a:lstStyle/>
          <a:p>
            <a:pPr marL="12699" defTabSz="914400">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solidFill>
                <a:prstClr val="black"/>
              </a:solidFill>
              <a:latin typeface="GT America Thin"/>
              <a:cs typeface="GT America Thin"/>
            </a:endParaRPr>
          </a:p>
        </p:txBody>
      </p:sp>
      <p:sp>
        <p:nvSpPr>
          <p:cNvPr id="74" name="object 11">
            <a:extLst>
              <a:ext uri="{FF2B5EF4-FFF2-40B4-BE49-F238E27FC236}">
                <a16:creationId xmlns:a16="http://schemas.microsoft.com/office/drawing/2014/main" id="{4F88753D-903E-4624-AA78-314F78FABC53}"/>
              </a:ext>
            </a:extLst>
          </p:cNvPr>
          <p:cNvSpPr/>
          <p:nvPr/>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5" name="object 12">
            <a:extLst>
              <a:ext uri="{FF2B5EF4-FFF2-40B4-BE49-F238E27FC236}">
                <a16:creationId xmlns:a16="http://schemas.microsoft.com/office/drawing/2014/main" id="{6AA3D325-B7F5-4BE1-9791-ED288C3BA581}"/>
              </a:ext>
            </a:extLst>
          </p:cNvPr>
          <p:cNvSpPr/>
          <p:nvPr/>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6" name="object 13">
            <a:extLst>
              <a:ext uri="{FF2B5EF4-FFF2-40B4-BE49-F238E27FC236}">
                <a16:creationId xmlns:a16="http://schemas.microsoft.com/office/drawing/2014/main" id="{FCF593A5-0849-4543-B4C9-D07E405D43E5}"/>
              </a:ext>
            </a:extLst>
          </p:cNvPr>
          <p:cNvSpPr/>
          <p:nvPr/>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7" name="object 14">
            <a:extLst>
              <a:ext uri="{FF2B5EF4-FFF2-40B4-BE49-F238E27FC236}">
                <a16:creationId xmlns:a16="http://schemas.microsoft.com/office/drawing/2014/main" id="{2D7AF1DB-637A-43AF-80E5-F31A52C66D8A}"/>
              </a:ext>
            </a:extLst>
          </p:cNvPr>
          <p:cNvSpPr/>
          <p:nvPr/>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8" name="object 15">
            <a:extLst>
              <a:ext uri="{FF2B5EF4-FFF2-40B4-BE49-F238E27FC236}">
                <a16:creationId xmlns:a16="http://schemas.microsoft.com/office/drawing/2014/main" id="{F96D07C3-3AB7-4EE5-A223-FDAAD894D70B}"/>
              </a:ext>
            </a:extLst>
          </p:cNvPr>
          <p:cNvSpPr/>
          <p:nvPr/>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9" name="object 16">
            <a:extLst>
              <a:ext uri="{FF2B5EF4-FFF2-40B4-BE49-F238E27FC236}">
                <a16:creationId xmlns:a16="http://schemas.microsoft.com/office/drawing/2014/main" id="{8A90BB90-3DA0-47C0-9E58-65AB628A8A0E}"/>
              </a:ext>
            </a:extLst>
          </p:cNvPr>
          <p:cNvSpPr/>
          <p:nvPr/>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0" name="object 17">
            <a:extLst>
              <a:ext uri="{FF2B5EF4-FFF2-40B4-BE49-F238E27FC236}">
                <a16:creationId xmlns:a16="http://schemas.microsoft.com/office/drawing/2014/main" id="{1C621E47-F80E-4EC7-8C3E-EA4AC2C499EC}"/>
              </a:ext>
            </a:extLst>
          </p:cNvPr>
          <p:cNvSpPr/>
          <p:nvPr/>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1" name="object 18">
            <a:extLst>
              <a:ext uri="{FF2B5EF4-FFF2-40B4-BE49-F238E27FC236}">
                <a16:creationId xmlns:a16="http://schemas.microsoft.com/office/drawing/2014/main" id="{1A14C7C0-7FA5-496A-97FA-8736A24D89E7}"/>
              </a:ext>
            </a:extLst>
          </p:cNvPr>
          <p:cNvSpPr/>
          <p:nvPr/>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2" name="object 19">
            <a:extLst>
              <a:ext uri="{FF2B5EF4-FFF2-40B4-BE49-F238E27FC236}">
                <a16:creationId xmlns:a16="http://schemas.microsoft.com/office/drawing/2014/main" id="{0DBA6063-A179-4CB3-B25D-55A98691DA17}"/>
              </a:ext>
            </a:extLst>
          </p:cNvPr>
          <p:cNvSpPr/>
          <p:nvPr/>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3" name="object 20">
            <a:extLst>
              <a:ext uri="{FF2B5EF4-FFF2-40B4-BE49-F238E27FC236}">
                <a16:creationId xmlns:a16="http://schemas.microsoft.com/office/drawing/2014/main" id="{A6CF6F57-A992-4DA6-93D6-14847FF13203}"/>
              </a:ext>
            </a:extLst>
          </p:cNvPr>
          <p:cNvSpPr/>
          <p:nvPr/>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4" name="object 21">
            <a:extLst>
              <a:ext uri="{FF2B5EF4-FFF2-40B4-BE49-F238E27FC236}">
                <a16:creationId xmlns:a16="http://schemas.microsoft.com/office/drawing/2014/main" id="{9C37B140-257B-4ED0-9375-88DF6F1A8647}"/>
              </a:ext>
            </a:extLst>
          </p:cNvPr>
          <p:cNvSpPr/>
          <p:nvPr/>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5" name="object 22">
            <a:extLst>
              <a:ext uri="{FF2B5EF4-FFF2-40B4-BE49-F238E27FC236}">
                <a16:creationId xmlns:a16="http://schemas.microsoft.com/office/drawing/2014/main" id="{CACE08B5-1F52-425F-861D-DC6F5D131080}"/>
              </a:ext>
            </a:extLst>
          </p:cNvPr>
          <p:cNvSpPr/>
          <p:nvPr/>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6" name="object 23">
            <a:extLst>
              <a:ext uri="{FF2B5EF4-FFF2-40B4-BE49-F238E27FC236}">
                <a16:creationId xmlns:a16="http://schemas.microsoft.com/office/drawing/2014/main" id="{B3C5A46B-E89D-4FF7-8B2E-53C4DBEBF1AB}"/>
              </a:ext>
            </a:extLst>
          </p:cNvPr>
          <p:cNvSpPr/>
          <p:nvPr/>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7" name="object 24">
            <a:extLst>
              <a:ext uri="{FF2B5EF4-FFF2-40B4-BE49-F238E27FC236}">
                <a16:creationId xmlns:a16="http://schemas.microsoft.com/office/drawing/2014/main" id="{F9F24890-B240-4B38-B677-5C1F04091C77}"/>
              </a:ext>
            </a:extLst>
          </p:cNvPr>
          <p:cNvSpPr/>
          <p:nvPr/>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4" name="object 4">
            <a:extLst>
              <a:ext uri="{FF2B5EF4-FFF2-40B4-BE49-F238E27FC236}">
                <a16:creationId xmlns:a16="http://schemas.microsoft.com/office/drawing/2014/main" id="{6A9484B0-F8DA-3942-AEB4-AC77CA4CE475}"/>
              </a:ext>
            </a:extLst>
          </p:cNvPr>
          <p:cNvSpPr/>
          <p:nvPr userDrawn="1"/>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5" name="object 5">
            <a:extLst>
              <a:ext uri="{FF2B5EF4-FFF2-40B4-BE49-F238E27FC236}">
                <a16:creationId xmlns:a16="http://schemas.microsoft.com/office/drawing/2014/main" id="{8698A834-C399-FE4A-8AF7-4C083617CB7A}"/>
              </a:ext>
            </a:extLst>
          </p:cNvPr>
          <p:cNvSpPr/>
          <p:nvPr userDrawn="1"/>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6" name="object 6">
            <a:extLst>
              <a:ext uri="{FF2B5EF4-FFF2-40B4-BE49-F238E27FC236}">
                <a16:creationId xmlns:a16="http://schemas.microsoft.com/office/drawing/2014/main" id="{713501B0-9E0E-6645-A7CE-91BB42BEB3EB}"/>
              </a:ext>
            </a:extLst>
          </p:cNvPr>
          <p:cNvSpPr/>
          <p:nvPr userDrawn="1"/>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7" name="object 7">
            <a:extLst>
              <a:ext uri="{FF2B5EF4-FFF2-40B4-BE49-F238E27FC236}">
                <a16:creationId xmlns:a16="http://schemas.microsoft.com/office/drawing/2014/main" id="{E0AB0AA3-FC6C-B442-8456-AD7F97AEE4F7}"/>
              </a:ext>
            </a:extLst>
          </p:cNvPr>
          <p:cNvSpPr/>
          <p:nvPr userDrawn="1"/>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8" name="object 8">
            <a:extLst>
              <a:ext uri="{FF2B5EF4-FFF2-40B4-BE49-F238E27FC236}">
                <a16:creationId xmlns:a16="http://schemas.microsoft.com/office/drawing/2014/main" id="{9C8A4095-0BD9-5C44-B5C0-04E5BCAFD5D7}"/>
              </a:ext>
            </a:extLst>
          </p:cNvPr>
          <p:cNvSpPr/>
          <p:nvPr userDrawn="1"/>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9" name="object 9">
            <a:extLst>
              <a:ext uri="{FF2B5EF4-FFF2-40B4-BE49-F238E27FC236}">
                <a16:creationId xmlns:a16="http://schemas.microsoft.com/office/drawing/2014/main" id="{6D5C7BA6-D3B5-084C-AAFC-8B119C6FCE6B}"/>
              </a:ext>
            </a:extLst>
          </p:cNvPr>
          <p:cNvSpPr txBox="1"/>
          <p:nvPr userDrawn="1"/>
        </p:nvSpPr>
        <p:spPr>
          <a:xfrm>
            <a:off x="4165296" y="6804105"/>
            <a:ext cx="3521075" cy="1636345"/>
          </a:xfrm>
          <a:prstGeom prst="rect">
            <a:avLst/>
          </a:prstGeom>
        </p:spPr>
        <p:txBody>
          <a:bodyPr vert="horz" wrap="square" lIns="0" tIns="12700" rIns="0" bIns="0" rtlCol="0">
            <a:spAutoFit/>
          </a:bodyPr>
          <a:lstStyle/>
          <a:p>
            <a:pPr marL="12699" defTabSz="914400">
              <a:spcBef>
                <a:spcPts val="100"/>
              </a:spcBef>
            </a:pPr>
            <a:r>
              <a:rPr sz="10550" b="1" dirty="0">
                <a:solidFill>
                  <a:srgbClr val="2BAAE1"/>
                </a:solidFill>
                <a:latin typeface="GT America Bold"/>
                <a:cs typeface="GT America Bold"/>
              </a:rPr>
              <a:t>MISO</a:t>
            </a:r>
            <a:endParaRPr sz="10550" dirty="0">
              <a:solidFill>
                <a:prstClr val="black"/>
              </a:solidFill>
              <a:latin typeface="GT America Bold"/>
              <a:cs typeface="GT America Bold"/>
            </a:endParaRPr>
          </a:p>
        </p:txBody>
      </p:sp>
      <p:sp>
        <p:nvSpPr>
          <p:cNvPr id="30" name="object 10">
            <a:extLst>
              <a:ext uri="{FF2B5EF4-FFF2-40B4-BE49-F238E27FC236}">
                <a16:creationId xmlns:a16="http://schemas.microsoft.com/office/drawing/2014/main" id="{82202673-B67E-1346-B14E-FD3C26EE47B9}"/>
              </a:ext>
            </a:extLst>
          </p:cNvPr>
          <p:cNvSpPr txBox="1"/>
          <p:nvPr userDrawn="1"/>
        </p:nvSpPr>
        <p:spPr>
          <a:xfrm>
            <a:off x="3366904" y="8288018"/>
            <a:ext cx="5118100" cy="407162"/>
          </a:xfrm>
          <a:prstGeom prst="rect">
            <a:avLst/>
          </a:prstGeom>
        </p:spPr>
        <p:txBody>
          <a:bodyPr vert="horz" wrap="square" lIns="0" tIns="14604" rIns="0" bIns="0" rtlCol="0">
            <a:spAutoFit/>
          </a:bodyPr>
          <a:lstStyle/>
          <a:p>
            <a:pPr marL="12699" defTabSz="914400">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solidFill>
                <a:prstClr val="black"/>
              </a:solidFill>
              <a:latin typeface="GT America Thin"/>
              <a:cs typeface="GT America Thin"/>
            </a:endParaRPr>
          </a:p>
        </p:txBody>
      </p:sp>
      <p:sp>
        <p:nvSpPr>
          <p:cNvPr id="31" name="object 11">
            <a:extLst>
              <a:ext uri="{FF2B5EF4-FFF2-40B4-BE49-F238E27FC236}">
                <a16:creationId xmlns:a16="http://schemas.microsoft.com/office/drawing/2014/main" id="{DBC11555-86E2-D644-878F-9F1BC77B8DF6}"/>
              </a:ext>
            </a:extLst>
          </p:cNvPr>
          <p:cNvSpPr/>
          <p:nvPr userDrawn="1"/>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2" name="object 12">
            <a:extLst>
              <a:ext uri="{FF2B5EF4-FFF2-40B4-BE49-F238E27FC236}">
                <a16:creationId xmlns:a16="http://schemas.microsoft.com/office/drawing/2014/main" id="{891AEE34-A4D3-754C-93D6-13460BA10354}"/>
              </a:ext>
            </a:extLst>
          </p:cNvPr>
          <p:cNvSpPr/>
          <p:nvPr userDrawn="1"/>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3" name="object 13">
            <a:extLst>
              <a:ext uri="{FF2B5EF4-FFF2-40B4-BE49-F238E27FC236}">
                <a16:creationId xmlns:a16="http://schemas.microsoft.com/office/drawing/2014/main" id="{39891505-45EC-E642-B8BB-D51703AB6297}"/>
              </a:ext>
            </a:extLst>
          </p:cNvPr>
          <p:cNvSpPr/>
          <p:nvPr userDrawn="1"/>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4" name="object 14">
            <a:extLst>
              <a:ext uri="{FF2B5EF4-FFF2-40B4-BE49-F238E27FC236}">
                <a16:creationId xmlns:a16="http://schemas.microsoft.com/office/drawing/2014/main" id="{A9A10BBC-C781-914C-BB86-52D279784C53}"/>
              </a:ext>
            </a:extLst>
          </p:cNvPr>
          <p:cNvSpPr/>
          <p:nvPr userDrawn="1"/>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5" name="object 15">
            <a:extLst>
              <a:ext uri="{FF2B5EF4-FFF2-40B4-BE49-F238E27FC236}">
                <a16:creationId xmlns:a16="http://schemas.microsoft.com/office/drawing/2014/main" id="{4128F62F-287A-F54D-92ED-3B9739C5760D}"/>
              </a:ext>
            </a:extLst>
          </p:cNvPr>
          <p:cNvSpPr/>
          <p:nvPr userDrawn="1"/>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6" name="object 16">
            <a:extLst>
              <a:ext uri="{FF2B5EF4-FFF2-40B4-BE49-F238E27FC236}">
                <a16:creationId xmlns:a16="http://schemas.microsoft.com/office/drawing/2014/main" id="{9541C34C-174C-6943-98EE-1AECE5B74A70}"/>
              </a:ext>
            </a:extLst>
          </p:cNvPr>
          <p:cNvSpPr/>
          <p:nvPr userDrawn="1"/>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7" name="object 17">
            <a:extLst>
              <a:ext uri="{FF2B5EF4-FFF2-40B4-BE49-F238E27FC236}">
                <a16:creationId xmlns:a16="http://schemas.microsoft.com/office/drawing/2014/main" id="{CDC678A1-7F8B-6145-9FA6-F789269E1CD2}"/>
              </a:ext>
            </a:extLst>
          </p:cNvPr>
          <p:cNvSpPr/>
          <p:nvPr userDrawn="1"/>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8" name="object 18">
            <a:extLst>
              <a:ext uri="{FF2B5EF4-FFF2-40B4-BE49-F238E27FC236}">
                <a16:creationId xmlns:a16="http://schemas.microsoft.com/office/drawing/2014/main" id="{D564D977-A150-4248-8049-C15579447985}"/>
              </a:ext>
            </a:extLst>
          </p:cNvPr>
          <p:cNvSpPr/>
          <p:nvPr userDrawn="1"/>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9" name="object 19">
            <a:extLst>
              <a:ext uri="{FF2B5EF4-FFF2-40B4-BE49-F238E27FC236}">
                <a16:creationId xmlns:a16="http://schemas.microsoft.com/office/drawing/2014/main" id="{419A55DF-1CB9-5D4D-BBF6-0C145438DDDB}"/>
              </a:ext>
            </a:extLst>
          </p:cNvPr>
          <p:cNvSpPr/>
          <p:nvPr userDrawn="1"/>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0" name="object 20">
            <a:extLst>
              <a:ext uri="{FF2B5EF4-FFF2-40B4-BE49-F238E27FC236}">
                <a16:creationId xmlns:a16="http://schemas.microsoft.com/office/drawing/2014/main" id="{6E2D8DD1-4DE5-3F44-BEFA-11DBAB77446E}"/>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1" name="object 21">
            <a:extLst>
              <a:ext uri="{FF2B5EF4-FFF2-40B4-BE49-F238E27FC236}">
                <a16:creationId xmlns:a16="http://schemas.microsoft.com/office/drawing/2014/main" id="{FF1AAF08-9EC7-0F48-AD70-BE5CA3BE2461}"/>
              </a:ext>
            </a:extLst>
          </p:cNvPr>
          <p:cNvSpPr/>
          <p:nvPr userDrawn="1"/>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2" name="object 22">
            <a:extLst>
              <a:ext uri="{FF2B5EF4-FFF2-40B4-BE49-F238E27FC236}">
                <a16:creationId xmlns:a16="http://schemas.microsoft.com/office/drawing/2014/main" id="{66A14E71-8851-7949-8634-48CDA7549E45}"/>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3" name="object 23">
            <a:extLst>
              <a:ext uri="{FF2B5EF4-FFF2-40B4-BE49-F238E27FC236}">
                <a16:creationId xmlns:a16="http://schemas.microsoft.com/office/drawing/2014/main" id="{0A7A9DCD-8185-1B48-90AD-58F373A655CB}"/>
              </a:ext>
            </a:extLst>
          </p:cNvPr>
          <p:cNvSpPr/>
          <p:nvPr userDrawn="1"/>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4" name="object 24">
            <a:extLst>
              <a:ext uri="{FF2B5EF4-FFF2-40B4-BE49-F238E27FC236}">
                <a16:creationId xmlns:a16="http://schemas.microsoft.com/office/drawing/2014/main" id="{CA3D13B8-0C93-D443-87F1-694A1BEBFA5F}"/>
              </a:ext>
            </a:extLst>
          </p:cNvPr>
          <p:cNvSpPr/>
          <p:nvPr userDrawn="1"/>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857132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ítulo a la derecha - fondo blanco">
    <p:bg>
      <p:bgPr>
        <a:solidFill>
          <a:schemeClr val="bg1"/>
        </a:solidFill>
        <a:effectLst/>
      </p:bgPr>
    </p:bg>
    <p:spTree>
      <p:nvGrpSpPr>
        <p:cNvPr id="1" name=""/>
        <p:cNvGrpSpPr/>
        <p:nvPr/>
      </p:nvGrpSpPr>
      <p:grpSpPr>
        <a:xfrm>
          <a:off x="0" y="0"/>
          <a:ext cx="0" cy="0"/>
          <a:chOff x="0" y="0"/>
          <a:chExt cx="0" cy="0"/>
        </a:xfrm>
      </p:grpSpPr>
      <p:sp>
        <p:nvSpPr>
          <p:cNvPr id="2" name="object 9">
            <a:extLst>
              <a:ext uri="{FF2B5EF4-FFF2-40B4-BE49-F238E27FC236}">
                <a16:creationId xmlns:a16="http://schemas.microsoft.com/office/drawing/2014/main" id="{379144B4-8526-4FBA-9FE7-4C4F4A861EA9}"/>
              </a:ext>
            </a:extLst>
          </p:cNvPr>
          <p:cNvSpPr txBox="1"/>
          <p:nvPr/>
        </p:nvSpPr>
        <p:spPr>
          <a:xfrm>
            <a:off x="4165296" y="6804105"/>
            <a:ext cx="3521075" cy="1636345"/>
          </a:xfrm>
          <a:prstGeom prst="rect">
            <a:avLst/>
          </a:prstGeom>
        </p:spPr>
        <p:txBody>
          <a:bodyPr vert="horz" wrap="square" lIns="0" tIns="12700" rIns="0" bIns="0" rtlCol="0">
            <a:spAutoFit/>
          </a:bodyPr>
          <a:lstStyle/>
          <a:p>
            <a:pPr marL="12699">
              <a:spcBef>
                <a:spcPts val="100"/>
              </a:spcBef>
            </a:pPr>
            <a:r>
              <a:rPr sz="10550" b="1" dirty="0">
                <a:solidFill>
                  <a:srgbClr val="2BAAE1"/>
                </a:solidFill>
                <a:latin typeface="GT America Bold"/>
                <a:cs typeface="GT America Bold"/>
              </a:rPr>
              <a:t>MISO</a:t>
            </a:r>
            <a:endParaRPr sz="10550" dirty="0">
              <a:latin typeface="GT America Bold"/>
              <a:cs typeface="GT America Bold"/>
            </a:endParaRPr>
          </a:p>
        </p:txBody>
      </p:sp>
      <p:sp>
        <p:nvSpPr>
          <p:cNvPr id="3" name="object 10">
            <a:extLst>
              <a:ext uri="{FF2B5EF4-FFF2-40B4-BE49-F238E27FC236}">
                <a16:creationId xmlns:a16="http://schemas.microsoft.com/office/drawing/2014/main" id="{EB89E1CA-2EF2-4970-A4CA-508B7FF81810}"/>
              </a:ext>
            </a:extLst>
          </p:cNvPr>
          <p:cNvSpPr txBox="1"/>
          <p:nvPr/>
        </p:nvSpPr>
        <p:spPr>
          <a:xfrm>
            <a:off x="3366904" y="8288018"/>
            <a:ext cx="5118100" cy="407162"/>
          </a:xfrm>
          <a:prstGeom prst="rect">
            <a:avLst/>
          </a:prstGeom>
        </p:spPr>
        <p:txBody>
          <a:bodyPr vert="horz" wrap="square" lIns="0" tIns="14604" rIns="0" bIns="0" rtlCol="0">
            <a:spAutoFit/>
          </a:bodyPr>
          <a:lstStyle/>
          <a:p>
            <a:pPr marL="12699">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latin typeface="GT America Thin"/>
              <a:cs typeface="GT America Thin"/>
            </a:endParaRPr>
          </a:p>
        </p:txBody>
      </p:sp>
      <p:sp>
        <p:nvSpPr>
          <p:cNvPr id="4" name="object 11">
            <a:extLst>
              <a:ext uri="{FF2B5EF4-FFF2-40B4-BE49-F238E27FC236}">
                <a16:creationId xmlns:a16="http://schemas.microsoft.com/office/drawing/2014/main" id="{7680B916-344D-4856-BB05-B38F82BDBDE6}"/>
              </a:ext>
            </a:extLst>
          </p:cNvPr>
          <p:cNvSpPr/>
          <p:nvPr/>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endParaRPr/>
          </a:p>
        </p:txBody>
      </p:sp>
      <p:sp>
        <p:nvSpPr>
          <p:cNvPr id="5" name="object 12">
            <a:extLst>
              <a:ext uri="{FF2B5EF4-FFF2-40B4-BE49-F238E27FC236}">
                <a16:creationId xmlns:a16="http://schemas.microsoft.com/office/drawing/2014/main" id="{7322C8ED-85BA-44B9-9A28-941F57348002}"/>
              </a:ext>
            </a:extLst>
          </p:cNvPr>
          <p:cNvSpPr/>
          <p:nvPr/>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6" name="object 13">
            <a:extLst>
              <a:ext uri="{FF2B5EF4-FFF2-40B4-BE49-F238E27FC236}">
                <a16:creationId xmlns:a16="http://schemas.microsoft.com/office/drawing/2014/main" id="{28757609-A84E-4F08-9160-3C3FC1E213C7}"/>
              </a:ext>
            </a:extLst>
          </p:cNvPr>
          <p:cNvSpPr/>
          <p:nvPr/>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endParaRPr/>
          </a:p>
        </p:txBody>
      </p:sp>
      <p:sp>
        <p:nvSpPr>
          <p:cNvPr id="7" name="object 14">
            <a:extLst>
              <a:ext uri="{FF2B5EF4-FFF2-40B4-BE49-F238E27FC236}">
                <a16:creationId xmlns:a16="http://schemas.microsoft.com/office/drawing/2014/main" id="{C5E80038-1A8D-4109-8E13-5B526754A336}"/>
              </a:ext>
            </a:extLst>
          </p:cNvPr>
          <p:cNvSpPr/>
          <p:nvPr/>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8" name="object 15">
            <a:extLst>
              <a:ext uri="{FF2B5EF4-FFF2-40B4-BE49-F238E27FC236}">
                <a16:creationId xmlns:a16="http://schemas.microsoft.com/office/drawing/2014/main" id="{DDD5D5B0-17CA-4139-9854-1AAC4BF646D3}"/>
              </a:ext>
            </a:extLst>
          </p:cNvPr>
          <p:cNvSpPr/>
          <p:nvPr/>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endParaRPr/>
          </a:p>
        </p:txBody>
      </p:sp>
      <p:sp>
        <p:nvSpPr>
          <p:cNvPr id="9" name="object 16">
            <a:extLst>
              <a:ext uri="{FF2B5EF4-FFF2-40B4-BE49-F238E27FC236}">
                <a16:creationId xmlns:a16="http://schemas.microsoft.com/office/drawing/2014/main" id="{467BDE7C-2E30-4FFC-8AE4-C74378D0211A}"/>
              </a:ext>
            </a:extLst>
          </p:cNvPr>
          <p:cNvSpPr/>
          <p:nvPr/>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10" name="object 17">
            <a:extLst>
              <a:ext uri="{FF2B5EF4-FFF2-40B4-BE49-F238E27FC236}">
                <a16:creationId xmlns:a16="http://schemas.microsoft.com/office/drawing/2014/main" id="{D7CBC121-9763-4BE7-B30F-98A9C3A69962}"/>
              </a:ext>
            </a:extLst>
          </p:cNvPr>
          <p:cNvSpPr/>
          <p:nvPr/>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1" name="object 18">
            <a:extLst>
              <a:ext uri="{FF2B5EF4-FFF2-40B4-BE49-F238E27FC236}">
                <a16:creationId xmlns:a16="http://schemas.microsoft.com/office/drawing/2014/main" id="{6EC78C8B-C656-4A82-8E74-6968C43CD600}"/>
              </a:ext>
            </a:extLst>
          </p:cNvPr>
          <p:cNvSpPr/>
          <p:nvPr/>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2" name="object 19">
            <a:extLst>
              <a:ext uri="{FF2B5EF4-FFF2-40B4-BE49-F238E27FC236}">
                <a16:creationId xmlns:a16="http://schemas.microsoft.com/office/drawing/2014/main" id="{FDF498A1-00FC-4274-8E31-17A3F30D26AA}"/>
              </a:ext>
            </a:extLst>
          </p:cNvPr>
          <p:cNvSpPr/>
          <p:nvPr/>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3" name="object 20">
            <a:extLst>
              <a:ext uri="{FF2B5EF4-FFF2-40B4-BE49-F238E27FC236}">
                <a16:creationId xmlns:a16="http://schemas.microsoft.com/office/drawing/2014/main" id="{3FCCB3F0-8DC9-47AC-92F8-F7CC7B890FB2}"/>
              </a:ext>
            </a:extLst>
          </p:cNvPr>
          <p:cNvSpPr/>
          <p:nvPr/>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endParaRPr/>
          </a:p>
        </p:txBody>
      </p:sp>
      <p:sp>
        <p:nvSpPr>
          <p:cNvPr id="14" name="object 21">
            <a:extLst>
              <a:ext uri="{FF2B5EF4-FFF2-40B4-BE49-F238E27FC236}">
                <a16:creationId xmlns:a16="http://schemas.microsoft.com/office/drawing/2014/main" id="{19E9EF25-6994-4124-BB25-1668FEEAA030}"/>
              </a:ext>
            </a:extLst>
          </p:cNvPr>
          <p:cNvSpPr/>
          <p:nvPr/>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endParaRPr/>
          </a:p>
        </p:txBody>
      </p:sp>
      <p:sp>
        <p:nvSpPr>
          <p:cNvPr id="15" name="object 22">
            <a:extLst>
              <a:ext uri="{FF2B5EF4-FFF2-40B4-BE49-F238E27FC236}">
                <a16:creationId xmlns:a16="http://schemas.microsoft.com/office/drawing/2014/main" id="{3DFCF5EC-C759-4BC9-976B-749A55B5CE83}"/>
              </a:ext>
            </a:extLst>
          </p:cNvPr>
          <p:cNvSpPr/>
          <p:nvPr/>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endParaRPr/>
          </a:p>
        </p:txBody>
      </p:sp>
      <p:sp>
        <p:nvSpPr>
          <p:cNvPr id="16" name="object 23">
            <a:extLst>
              <a:ext uri="{FF2B5EF4-FFF2-40B4-BE49-F238E27FC236}">
                <a16:creationId xmlns:a16="http://schemas.microsoft.com/office/drawing/2014/main" id="{A23855B9-7333-4415-AC9D-2A5AE7DA10DE}"/>
              </a:ext>
            </a:extLst>
          </p:cNvPr>
          <p:cNvSpPr/>
          <p:nvPr/>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endParaRPr/>
          </a:p>
        </p:txBody>
      </p:sp>
      <p:sp>
        <p:nvSpPr>
          <p:cNvPr id="17" name="object 24">
            <a:extLst>
              <a:ext uri="{FF2B5EF4-FFF2-40B4-BE49-F238E27FC236}">
                <a16:creationId xmlns:a16="http://schemas.microsoft.com/office/drawing/2014/main" id="{E832B23B-542D-440B-9707-9D2906BF1C92}"/>
              </a:ext>
            </a:extLst>
          </p:cNvPr>
          <p:cNvSpPr/>
          <p:nvPr/>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endParaRPr/>
          </a:p>
        </p:txBody>
      </p:sp>
      <p:sp>
        <p:nvSpPr>
          <p:cNvPr id="19" name="object 4">
            <a:extLst>
              <a:ext uri="{FF2B5EF4-FFF2-40B4-BE49-F238E27FC236}">
                <a16:creationId xmlns:a16="http://schemas.microsoft.com/office/drawing/2014/main" id="{2BDF57BC-14AD-45B8-A927-0180574745C9}"/>
              </a:ext>
            </a:extLst>
          </p:cNvPr>
          <p:cNvSpPr/>
          <p:nvPr/>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endParaRPr/>
          </a:p>
        </p:txBody>
      </p:sp>
      <p:sp>
        <p:nvSpPr>
          <p:cNvPr id="20" name="object 5">
            <a:extLst>
              <a:ext uri="{FF2B5EF4-FFF2-40B4-BE49-F238E27FC236}">
                <a16:creationId xmlns:a16="http://schemas.microsoft.com/office/drawing/2014/main" id="{0944E5DF-CF18-42B5-883C-D60075DC41F8}"/>
              </a:ext>
            </a:extLst>
          </p:cNvPr>
          <p:cNvSpPr/>
          <p:nvPr/>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endParaRPr/>
          </a:p>
        </p:txBody>
      </p:sp>
      <p:sp>
        <p:nvSpPr>
          <p:cNvPr id="21" name="object 6">
            <a:extLst>
              <a:ext uri="{FF2B5EF4-FFF2-40B4-BE49-F238E27FC236}">
                <a16:creationId xmlns:a16="http://schemas.microsoft.com/office/drawing/2014/main" id="{0FFA4639-A5D4-42C5-9F54-89E02BE0D4F8}"/>
              </a:ext>
            </a:extLst>
          </p:cNvPr>
          <p:cNvSpPr/>
          <p:nvPr/>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endParaRPr/>
          </a:p>
        </p:txBody>
      </p:sp>
      <p:sp>
        <p:nvSpPr>
          <p:cNvPr id="22" name="object 7">
            <a:extLst>
              <a:ext uri="{FF2B5EF4-FFF2-40B4-BE49-F238E27FC236}">
                <a16:creationId xmlns:a16="http://schemas.microsoft.com/office/drawing/2014/main" id="{C3F3A592-C18E-4F81-9B0B-FAD84C849F78}"/>
              </a:ext>
            </a:extLst>
          </p:cNvPr>
          <p:cNvSpPr/>
          <p:nvPr/>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endParaRPr/>
          </a:p>
        </p:txBody>
      </p:sp>
      <p:sp>
        <p:nvSpPr>
          <p:cNvPr id="23" name="object 8">
            <a:extLst>
              <a:ext uri="{FF2B5EF4-FFF2-40B4-BE49-F238E27FC236}">
                <a16:creationId xmlns:a16="http://schemas.microsoft.com/office/drawing/2014/main" id="{8038BBEA-E71F-4B94-B51A-30745837DA8E}"/>
              </a:ext>
            </a:extLst>
          </p:cNvPr>
          <p:cNvSpPr/>
          <p:nvPr/>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endParaRPr/>
          </a:p>
        </p:txBody>
      </p:sp>
      <p:sp>
        <p:nvSpPr>
          <p:cNvPr id="27" name="Marcador de texto 25">
            <a:extLst>
              <a:ext uri="{FF2B5EF4-FFF2-40B4-BE49-F238E27FC236}">
                <a16:creationId xmlns:a16="http://schemas.microsoft.com/office/drawing/2014/main" id="{30A12454-B9DC-4DDB-BB37-293B9A23741A}"/>
              </a:ext>
            </a:extLst>
          </p:cNvPr>
          <p:cNvSpPr>
            <a:spLocks noGrp="1"/>
          </p:cNvSpPr>
          <p:nvPr>
            <p:ph type="body" sz="quarter" idx="10" hasCustomPrompt="1"/>
          </p:nvPr>
        </p:nvSpPr>
        <p:spPr>
          <a:xfrm>
            <a:off x="11036010" y="5586594"/>
            <a:ext cx="4559300" cy="809837"/>
          </a:xfrm>
        </p:spPr>
        <p:txBody>
          <a:bodyPr/>
          <a:lstStyle>
            <a:lvl1pPr marL="0" indent="0">
              <a:buNone/>
              <a:defRPr lang="es-ES" sz="5150" b="0" kern="1200" spc="10" dirty="0" smtClean="0">
                <a:solidFill>
                  <a:schemeClr val="tx1"/>
                </a:solidFill>
                <a:latin typeface="GT America"/>
                <a:ea typeface="+mj-ea"/>
                <a:cs typeface="GT America"/>
              </a:defRPr>
            </a:lvl1pPr>
          </a:lstStyle>
          <a:p>
            <a:pPr lvl="0"/>
            <a:r>
              <a:rPr lang="es-ES" dirty="0"/>
              <a:t>Título</a:t>
            </a:r>
            <a:endParaRPr lang="es-CO" dirty="0"/>
          </a:p>
        </p:txBody>
      </p:sp>
      <p:sp>
        <p:nvSpPr>
          <p:cNvPr id="24" name="object 9">
            <a:extLst>
              <a:ext uri="{FF2B5EF4-FFF2-40B4-BE49-F238E27FC236}">
                <a16:creationId xmlns:a16="http://schemas.microsoft.com/office/drawing/2014/main" id="{17AC649C-F953-AF45-B24A-74DC73993AE2}"/>
              </a:ext>
            </a:extLst>
          </p:cNvPr>
          <p:cNvSpPr txBox="1"/>
          <p:nvPr userDrawn="1"/>
        </p:nvSpPr>
        <p:spPr>
          <a:xfrm>
            <a:off x="4165296" y="6804105"/>
            <a:ext cx="3521075" cy="1636345"/>
          </a:xfrm>
          <a:prstGeom prst="rect">
            <a:avLst/>
          </a:prstGeom>
        </p:spPr>
        <p:txBody>
          <a:bodyPr vert="horz" wrap="square" lIns="0" tIns="12700" rIns="0" bIns="0" rtlCol="0">
            <a:spAutoFit/>
          </a:bodyPr>
          <a:lstStyle/>
          <a:p>
            <a:pPr marL="12699">
              <a:spcBef>
                <a:spcPts val="100"/>
              </a:spcBef>
            </a:pPr>
            <a:r>
              <a:rPr sz="10550" b="1" dirty="0">
                <a:solidFill>
                  <a:srgbClr val="2BAAE1"/>
                </a:solidFill>
                <a:latin typeface="GT America Bold"/>
                <a:cs typeface="GT America Bold"/>
              </a:rPr>
              <a:t>MISO</a:t>
            </a:r>
            <a:endParaRPr sz="10550" dirty="0">
              <a:latin typeface="GT America Bold"/>
              <a:cs typeface="GT America Bold"/>
            </a:endParaRPr>
          </a:p>
        </p:txBody>
      </p:sp>
      <p:sp>
        <p:nvSpPr>
          <p:cNvPr id="25" name="object 10">
            <a:extLst>
              <a:ext uri="{FF2B5EF4-FFF2-40B4-BE49-F238E27FC236}">
                <a16:creationId xmlns:a16="http://schemas.microsoft.com/office/drawing/2014/main" id="{7F2733B0-6D43-154E-868C-C6BD44604690}"/>
              </a:ext>
            </a:extLst>
          </p:cNvPr>
          <p:cNvSpPr txBox="1"/>
          <p:nvPr userDrawn="1"/>
        </p:nvSpPr>
        <p:spPr>
          <a:xfrm>
            <a:off x="3366904" y="8288018"/>
            <a:ext cx="5118100" cy="407162"/>
          </a:xfrm>
          <a:prstGeom prst="rect">
            <a:avLst/>
          </a:prstGeom>
        </p:spPr>
        <p:txBody>
          <a:bodyPr vert="horz" wrap="square" lIns="0" tIns="14604" rIns="0" bIns="0" rtlCol="0">
            <a:spAutoFit/>
          </a:bodyPr>
          <a:lstStyle/>
          <a:p>
            <a:pPr marL="12699">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latin typeface="GT America Thin"/>
              <a:cs typeface="GT America Thin"/>
            </a:endParaRPr>
          </a:p>
        </p:txBody>
      </p:sp>
      <p:sp>
        <p:nvSpPr>
          <p:cNvPr id="26" name="object 11">
            <a:extLst>
              <a:ext uri="{FF2B5EF4-FFF2-40B4-BE49-F238E27FC236}">
                <a16:creationId xmlns:a16="http://schemas.microsoft.com/office/drawing/2014/main" id="{C9E2229B-D6C0-B04D-83FB-E9A816CBE956}"/>
              </a:ext>
            </a:extLst>
          </p:cNvPr>
          <p:cNvSpPr/>
          <p:nvPr userDrawn="1"/>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endParaRPr/>
          </a:p>
        </p:txBody>
      </p:sp>
      <p:sp>
        <p:nvSpPr>
          <p:cNvPr id="28" name="object 12">
            <a:extLst>
              <a:ext uri="{FF2B5EF4-FFF2-40B4-BE49-F238E27FC236}">
                <a16:creationId xmlns:a16="http://schemas.microsoft.com/office/drawing/2014/main" id="{7A2288C5-077D-1743-85E1-4ECEFBD1F431}"/>
              </a:ext>
            </a:extLst>
          </p:cNvPr>
          <p:cNvSpPr/>
          <p:nvPr userDrawn="1"/>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29" name="object 13">
            <a:extLst>
              <a:ext uri="{FF2B5EF4-FFF2-40B4-BE49-F238E27FC236}">
                <a16:creationId xmlns:a16="http://schemas.microsoft.com/office/drawing/2014/main" id="{835C88AC-A107-7042-A036-E51E76415B90}"/>
              </a:ext>
            </a:extLst>
          </p:cNvPr>
          <p:cNvSpPr/>
          <p:nvPr userDrawn="1"/>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endParaRPr/>
          </a:p>
        </p:txBody>
      </p:sp>
      <p:sp>
        <p:nvSpPr>
          <p:cNvPr id="30" name="object 14">
            <a:extLst>
              <a:ext uri="{FF2B5EF4-FFF2-40B4-BE49-F238E27FC236}">
                <a16:creationId xmlns:a16="http://schemas.microsoft.com/office/drawing/2014/main" id="{6A3AA805-12B7-E442-B945-30D7D0F5D4F9}"/>
              </a:ext>
            </a:extLst>
          </p:cNvPr>
          <p:cNvSpPr/>
          <p:nvPr userDrawn="1"/>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31" name="object 15">
            <a:extLst>
              <a:ext uri="{FF2B5EF4-FFF2-40B4-BE49-F238E27FC236}">
                <a16:creationId xmlns:a16="http://schemas.microsoft.com/office/drawing/2014/main" id="{0AA6B5E5-961E-2640-A80B-26975E30CD92}"/>
              </a:ext>
            </a:extLst>
          </p:cNvPr>
          <p:cNvSpPr/>
          <p:nvPr userDrawn="1"/>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endParaRPr/>
          </a:p>
        </p:txBody>
      </p:sp>
      <p:sp>
        <p:nvSpPr>
          <p:cNvPr id="32" name="object 16">
            <a:extLst>
              <a:ext uri="{FF2B5EF4-FFF2-40B4-BE49-F238E27FC236}">
                <a16:creationId xmlns:a16="http://schemas.microsoft.com/office/drawing/2014/main" id="{175672B5-4116-C241-91B0-35EC4C7558E3}"/>
              </a:ext>
            </a:extLst>
          </p:cNvPr>
          <p:cNvSpPr/>
          <p:nvPr userDrawn="1"/>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33" name="object 17">
            <a:extLst>
              <a:ext uri="{FF2B5EF4-FFF2-40B4-BE49-F238E27FC236}">
                <a16:creationId xmlns:a16="http://schemas.microsoft.com/office/drawing/2014/main" id="{F290B3F7-F827-5347-8F2F-2DE09B8AC4DA}"/>
              </a:ext>
            </a:extLst>
          </p:cNvPr>
          <p:cNvSpPr/>
          <p:nvPr userDrawn="1"/>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34" name="object 18">
            <a:extLst>
              <a:ext uri="{FF2B5EF4-FFF2-40B4-BE49-F238E27FC236}">
                <a16:creationId xmlns:a16="http://schemas.microsoft.com/office/drawing/2014/main" id="{AB7F6A5C-8D68-2A47-86F0-2A45FCBACAD9}"/>
              </a:ext>
            </a:extLst>
          </p:cNvPr>
          <p:cNvSpPr/>
          <p:nvPr userDrawn="1"/>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35" name="object 19">
            <a:extLst>
              <a:ext uri="{FF2B5EF4-FFF2-40B4-BE49-F238E27FC236}">
                <a16:creationId xmlns:a16="http://schemas.microsoft.com/office/drawing/2014/main" id="{0BEC6072-6810-9442-AD0C-8019A3AC643B}"/>
              </a:ext>
            </a:extLst>
          </p:cNvPr>
          <p:cNvSpPr/>
          <p:nvPr userDrawn="1"/>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36" name="object 20">
            <a:extLst>
              <a:ext uri="{FF2B5EF4-FFF2-40B4-BE49-F238E27FC236}">
                <a16:creationId xmlns:a16="http://schemas.microsoft.com/office/drawing/2014/main" id="{9B250FE4-36BF-F146-9400-1814D11DC010}"/>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endParaRPr/>
          </a:p>
        </p:txBody>
      </p:sp>
      <p:sp>
        <p:nvSpPr>
          <p:cNvPr id="37" name="object 21">
            <a:extLst>
              <a:ext uri="{FF2B5EF4-FFF2-40B4-BE49-F238E27FC236}">
                <a16:creationId xmlns:a16="http://schemas.microsoft.com/office/drawing/2014/main" id="{901CB690-F8A5-314D-AA60-61A529B056E5}"/>
              </a:ext>
            </a:extLst>
          </p:cNvPr>
          <p:cNvSpPr/>
          <p:nvPr userDrawn="1"/>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endParaRPr/>
          </a:p>
        </p:txBody>
      </p:sp>
      <p:sp>
        <p:nvSpPr>
          <p:cNvPr id="38" name="object 22">
            <a:extLst>
              <a:ext uri="{FF2B5EF4-FFF2-40B4-BE49-F238E27FC236}">
                <a16:creationId xmlns:a16="http://schemas.microsoft.com/office/drawing/2014/main" id="{670E0DBE-C1CD-EC4B-9631-D439DAADD578}"/>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endParaRPr/>
          </a:p>
        </p:txBody>
      </p:sp>
      <p:sp>
        <p:nvSpPr>
          <p:cNvPr id="39" name="object 23">
            <a:extLst>
              <a:ext uri="{FF2B5EF4-FFF2-40B4-BE49-F238E27FC236}">
                <a16:creationId xmlns:a16="http://schemas.microsoft.com/office/drawing/2014/main" id="{2DD5A65C-0AF7-3841-AB61-CB516969BA2C}"/>
              </a:ext>
            </a:extLst>
          </p:cNvPr>
          <p:cNvSpPr/>
          <p:nvPr userDrawn="1"/>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endParaRPr/>
          </a:p>
        </p:txBody>
      </p:sp>
      <p:sp>
        <p:nvSpPr>
          <p:cNvPr id="40" name="object 24">
            <a:extLst>
              <a:ext uri="{FF2B5EF4-FFF2-40B4-BE49-F238E27FC236}">
                <a16:creationId xmlns:a16="http://schemas.microsoft.com/office/drawing/2014/main" id="{CBF7C7F1-A62B-7946-8E02-45E004FA6408}"/>
              </a:ext>
            </a:extLst>
          </p:cNvPr>
          <p:cNvSpPr/>
          <p:nvPr userDrawn="1"/>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endParaRPr/>
          </a:p>
        </p:txBody>
      </p:sp>
      <p:sp>
        <p:nvSpPr>
          <p:cNvPr id="41" name="object 4">
            <a:extLst>
              <a:ext uri="{FF2B5EF4-FFF2-40B4-BE49-F238E27FC236}">
                <a16:creationId xmlns:a16="http://schemas.microsoft.com/office/drawing/2014/main" id="{EAC3854A-CBC3-A447-AAF1-52893408CDCA}"/>
              </a:ext>
            </a:extLst>
          </p:cNvPr>
          <p:cNvSpPr/>
          <p:nvPr userDrawn="1"/>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endParaRPr/>
          </a:p>
        </p:txBody>
      </p:sp>
      <p:sp>
        <p:nvSpPr>
          <p:cNvPr id="42" name="object 5">
            <a:extLst>
              <a:ext uri="{FF2B5EF4-FFF2-40B4-BE49-F238E27FC236}">
                <a16:creationId xmlns:a16="http://schemas.microsoft.com/office/drawing/2014/main" id="{3D614B4C-F3EE-D746-AE1D-3A2CC38E6723}"/>
              </a:ext>
            </a:extLst>
          </p:cNvPr>
          <p:cNvSpPr/>
          <p:nvPr userDrawn="1"/>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endParaRPr/>
          </a:p>
        </p:txBody>
      </p:sp>
      <p:sp>
        <p:nvSpPr>
          <p:cNvPr id="43" name="object 6">
            <a:extLst>
              <a:ext uri="{FF2B5EF4-FFF2-40B4-BE49-F238E27FC236}">
                <a16:creationId xmlns:a16="http://schemas.microsoft.com/office/drawing/2014/main" id="{266ED586-2D27-A34D-AE62-88FC460EF07F}"/>
              </a:ext>
            </a:extLst>
          </p:cNvPr>
          <p:cNvSpPr/>
          <p:nvPr userDrawn="1"/>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endParaRPr/>
          </a:p>
        </p:txBody>
      </p:sp>
      <p:sp>
        <p:nvSpPr>
          <p:cNvPr id="44" name="object 7">
            <a:extLst>
              <a:ext uri="{FF2B5EF4-FFF2-40B4-BE49-F238E27FC236}">
                <a16:creationId xmlns:a16="http://schemas.microsoft.com/office/drawing/2014/main" id="{FF569CA1-924D-C144-8D08-0C31DC9CB07D}"/>
              </a:ext>
            </a:extLst>
          </p:cNvPr>
          <p:cNvSpPr/>
          <p:nvPr userDrawn="1"/>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endParaRPr/>
          </a:p>
        </p:txBody>
      </p:sp>
      <p:sp>
        <p:nvSpPr>
          <p:cNvPr id="45" name="object 8">
            <a:extLst>
              <a:ext uri="{FF2B5EF4-FFF2-40B4-BE49-F238E27FC236}">
                <a16:creationId xmlns:a16="http://schemas.microsoft.com/office/drawing/2014/main" id="{4D484B88-E07B-074A-9430-B8CFAEEE19A3}"/>
              </a:ext>
            </a:extLst>
          </p:cNvPr>
          <p:cNvSpPr/>
          <p:nvPr userDrawn="1"/>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endParaRPr/>
          </a:p>
        </p:txBody>
      </p:sp>
    </p:spTree>
    <p:extLst>
      <p:ext uri="{BB962C8B-B14F-4D97-AF65-F5344CB8AC3E}">
        <p14:creationId xmlns:p14="http://schemas.microsoft.com/office/powerpoint/2010/main" val="2277711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ítulo centrado - fondo azul">
    <p:bg>
      <p:bgPr>
        <a:solidFill>
          <a:srgbClr val="342175"/>
        </a:solidFill>
        <a:effectLst/>
      </p:bgPr>
    </p:bg>
    <p:spTree>
      <p:nvGrpSpPr>
        <p:cNvPr id="1" name=""/>
        <p:cNvGrpSpPr/>
        <p:nvPr/>
      </p:nvGrpSpPr>
      <p:grpSpPr>
        <a:xfrm>
          <a:off x="0" y="0"/>
          <a:ext cx="0" cy="0"/>
          <a:chOff x="0" y="0"/>
          <a:chExt cx="0" cy="0"/>
        </a:xfrm>
      </p:grpSpPr>
      <p:sp>
        <p:nvSpPr>
          <p:cNvPr id="24" name="object 4">
            <a:extLst>
              <a:ext uri="{FF2B5EF4-FFF2-40B4-BE49-F238E27FC236}">
                <a16:creationId xmlns:a16="http://schemas.microsoft.com/office/drawing/2014/main" id="{0DD370BE-C9EE-4479-A519-B1F99E6EFD1F}"/>
              </a:ext>
            </a:extLst>
          </p:cNvPr>
          <p:cNvSpPr/>
          <p:nvPr/>
        </p:nvSpPr>
        <p:spPr>
          <a:xfrm>
            <a:off x="12359808" y="8120684"/>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endParaRPr/>
          </a:p>
        </p:txBody>
      </p:sp>
      <p:sp>
        <p:nvSpPr>
          <p:cNvPr id="25" name="object 5">
            <a:extLst>
              <a:ext uri="{FF2B5EF4-FFF2-40B4-BE49-F238E27FC236}">
                <a16:creationId xmlns:a16="http://schemas.microsoft.com/office/drawing/2014/main" id="{6CC36620-FBC7-46F9-AEB1-87EEE3612054}"/>
              </a:ext>
            </a:extLst>
          </p:cNvPr>
          <p:cNvSpPr/>
          <p:nvPr/>
        </p:nvSpPr>
        <p:spPr>
          <a:xfrm>
            <a:off x="10822744" y="8120684"/>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endParaRPr/>
          </a:p>
        </p:txBody>
      </p:sp>
      <p:sp>
        <p:nvSpPr>
          <p:cNvPr id="26" name="object 6">
            <a:extLst>
              <a:ext uri="{FF2B5EF4-FFF2-40B4-BE49-F238E27FC236}">
                <a16:creationId xmlns:a16="http://schemas.microsoft.com/office/drawing/2014/main" id="{0452F128-277B-4AAF-80AE-DD2857DAC8D6}"/>
              </a:ext>
            </a:extLst>
          </p:cNvPr>
          <p:cNvSpPr/>
          <p:nvPr/>
        </p:nvSpPr>
        <p:spPr>
          <a:xfrm>
            <a:off x="9285691" y="8120684"/>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endParaRPr/>
          </a:p>
        </p:txBody>
      </p:sp>
      <p:sp>
        <p:nvSpPr>
          <p:cNvPr id="28" name="object 7">
            <a:extLst>
              <a:ext uri="{FF2B5EF4-FFF2-40B4-BE49-F238E27FC236}">
                <a16:creationId xmlns:a16="http://schemas.microsoft.com/office/drawing/2014/main" id="{2E007DEF-227D-4942-8676-A19E00251D9B}"/>
              </a:ext>
            </a:extLst>
          </p:cNvPr>
          <p:cNvSpPr/>
          <p:nvPr/>
        </p:nvSpPr>
        <p:spPr>
          <a:xfrm>
            <a:off x="7748638" y="8120684"/>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endParaRPr/>
          </a:p>
        </p:txBody>
      </p:sp>
      <p:sp>
        <p:nvSpPr>
          <p:cNvPr id="29" name="object 8">
            <a:extLst>
              <a:ext uri="{FF2B5EF4-FFF2-40B4-BE49-F238E27FC236}">
                <a16:creationId xmlns:a16="http://schemas.microsoft.com/office/drawing/2014/main" id="{3C81411D-10DB-463E-B674-4FCF77AD68D8}"/>
              </a:ext>
            </a:extLst>
          </p:cNvPr>
          <p:cNvSpPr/>
          <p:nvPr/>
        </p:nvSpPr>
        <p:spPr>
          <a:xfrm>
            <a:off x="6211574" y="8120684"/>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endParaRPr/>
          </a:p>
        </p:txBody>
      </p:sp>
      <p:sp>
        <p:nvSpPr>
          <p:cNvPr id="31" name="object 10">
            <a:extLst>
              <a:ext uri="{FF2B5EF4-FFF2-40B4-BE49-F238E27FC236}">
                <a16:creationId xmlns:a16="http://schemas.microsoft.com/office/drawing/2014/main" id="{A2E5B1DD-0EF7-44BB-86B0-6BA14DE4789E}"/>
              </a:ext>
            </a:extLst>
          </p:cNvPr>
          <p:cNvSpPr txBox="1"/>
          <p:nvPr/>
        </p:nvSpPr>
        <p:spPr>
          <a:xfrm>
            <a:off x="9198864" y="5217637"/>
            <a:ext cx="5770880" cy="458459"/>
          </a:xfrm>
          <a:prstGeom prst="rect">
            <a:avLst/>
          </a:prstGeom>
        </p:spPr>
        <p:txBody>
          <a:bodyPr vert="horz" wrap="square" lIns="0" tIns="12065" rIns="0" bIns="0" rtlCol="0">
            <a:spAutoFit/>
          </a:bodyPr>
          <a:lstStyle/>
          <a:p>
            <a:pPr marL="12699">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latin typeface="GT America Thin"/>
              <a:cs typeface="GT America Thin"/>
            </a:endParaRPr>
          </a:p>
        </p:txBody>
      </p:sp>
      <p:sp>
        <p:nvSpPr>
          <p:cNvPr id="32" name="object 11">
            <a:extLst>
              <a:ext uri="{FF2B5EF4-FFF2-40B4-BE49-F238E27FC236}">
                <a16:creationId xmlns:a16="http://schemas.microsoft.com/office/drawing/2014/main" id="{0A3A1D4A-CC7C-4D38-B3AE-22AA71954620}"/>
              </a:ext>
            </a:extLst>
          </p:cNvPr>
          <p:cNvSpPr/>
          <p:nvPr/>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endParaRPr/>
          </a:p>
        </p:txBody>
      </p:sp>
      <p:sp>
        <p:nvSpPr>
          <p:cNvPr id="33" name="object 12">
            <a:extLst>
              <a:ext uri="{FF2B5EF4-FFF2-40B4-BE49-F238E27FC236}">
                <a16:creationId xmlns:a16="http://schemas.microsoft.com/office/drawing/2014/main" id="{6BD2CC71-EC38-4ED2-A627-60F38D2A4A79}"/>
              </a:ext>
            </a:extLst>
          </p:cNvPr>
          <p:cNvSpPr/>
          <p:nvPr/>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4" name="object 13">
            <a:extLst>
              <a:ext uri="{FF2B5EF4-FFF2-40B4-BE49-F238E27FC236}">
                <a16:creationId xmlns:a16="http://schemas.microsoft.com/office/drawing/2014/main" id="{408E8C0C-8320-48DF-B167-514A0DCFF1EA}"/>
              </a:ext>
            </a:extLst>
          </p:cNvPr>
          <p:cNvSpPr/>
          <p:nvPr/>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endParaRPr/>
          </a:p>
        </p:txBody>
      </p:sp>
      <p:sp>
        <p:nvSpPr>
          <p:cNvPr id="35" name="object 14">
            <a:extLst>
              <a:ext uri="{FF2B5EF4-FFF2-40B4-BE49-F238E27FC236}">
                <a16:creationId xmlns:a16="http://schemas.microsoft.com/office/drawing/2014/main" id="{01A28FDC-0707-488B-88D7-5E1543BC235D}"/>
              </a:ext>
            </a:extLst>
          </p:cNvPr>
          <p:cNvSpPr/>
          <p:nvPr/>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6" name="object 15">
            <a:extLst>
              <a:ext uri="{FF2B5EF4-FFF2-40B4-BE49-F238E27FC236}">
                <a16:creationId xmlns:a16="http://schemas.microsoft.com/office/drawing/2014/main" id="{2AF050C7-A4C7-40D7-AF5A-DB1A4D703682}"/>
              </a:ext>
            </a:extLst>
          </p:cNvPr>
          <p:cNvSpPr/>
          <p:nvPr/>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endParaRPr/>
          </a:p>
        </p:txBody>
      </p:sp>
      <p:sp>
        <p:nvSpPr>
          <p:cNvPr id="37" name="object 16">
            <a:extLst>
              <a:ext uri="{FF2B5EF4-FFF2-40B4-BE49-F238E27FC236}">
                <a16:creationId xmlns:a16="http://schemas.microsoft.com/office/drawing/2014/main" id="{79C55B6D-D8B7-448E-98B0-34E056151AF8}"/>
              </a:ext>
            </a:extLst>
          </p:cNvPr>
          <p:cNvSpPr/>
          <p:nvPr/>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8" name="object 17">
            <a:extLst>
              <a:ext uri="{FF2B5EF4-FFF2-40B4-BE49-F238E27FC236}">
                <a16:creationId xmlns:a16="http://schemas.microsoft.com/office/drawing/2014/main" id="{B3EF9D17-1762-486C-AA31-BD4B67CE69D1}"/>
              </a:ext>
            </a:extLst>
          </p:cNvPr>
          <p:cNvSpPr/>
          <p:nvPr/>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39" name="object 18">
            <a:extLst>
              <a:ext uri="{FF2B5EF4-FFF2-40B4-BE49-F238E27FC236}">
                <a16:creationId xmlns:a16="http://schemas.microsoft.com/office/drawing/2014/main" id="{D92A3342-C68B-4BFE-B0A5-DEE6FB897D2A}"/>
              </a:ext>
            </a:extLst>
          </p:cNvPr>
          <p:cNvSpPr/>
          <p:nvPr/>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40" name="object 19">
            <a:extLst>
              <a:ext uri="{FF2B5EF4-FFF2-40B4-BE49-F238E27FC236}">
                <a16:creationId xmlns:a16="http://schemas.microsoft.com/office/drawing/2014/main" id="{5AC17AF6-EA0E-40A4-B2C1-6B3A6CD97C05}"/>
              </a:ext>
            </a:extLst>
          </p:cNvPr>
          <p:cNvSpPr/>
          <p:nvPr/>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41" name="object 20">
            <a:extLst>
              <a:ext uri="{FF2B5EF4-FFF2-40B4-BE49-F238E27FC236}">
                <a16:creationId xmlns:a16="http://schemas.microsoft.com/office/drawing/2014/main" id="{952BA1FD-08CA-40F9-9B97-B7B811220606}"/>
              </a:ext>
            </a:extLst>
          </p:cNvPr>
          <p:cNvSpPr/>
          <p:nvPr/>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endParaRPr/>
          </a:p>
        </p:txBody>
      </p:sp>
      <p:sp>
        <p:nvSpPr>
          <p:cNvPr id="42" name="object 21">
            <a:extLst>
              <a:ext uri="{FF2B5EF4-FFF2-40B4-BE49-F238E27FC236}">
                <a16:creationId xmlns:a16="http://schemas.microsoft.com/office/drawing/2014/main" id="{2889C62D-BCBD-495E-93ED-2E0AC88065CF}"/>
              </a:ext>
            </a:extLst>
          </p:cNvPr>
          <p:cNvSpPr/>
          <p:nvPr/>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endParaRPr/>
          </a:p>
        </p:txBody>
      </p:sp>
      <p:sp>
        <p:nvSpPr>
          <p:cNvPr id="43" name="object 22">
            <a:extLst>
              <a:ext uri="{FF2B5EF4-FFF2-40B4-BE49-F238E27FC236}">
                <a16:creationId xmlns:a16="http://schemas.microsoft.com/office/drawing/2014/main" id="{4ECD9530-1E44-4F91-908D-CBD6257AD1BD}"/>
              </a:ext>
            </a:extLst>
          </p:cNvPr>
          <p:cNvSpPr/>
          <p:nvPr/>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44" name="object 23">
            <a:extLst>
              <a:ext uri="{FF2B5EF4-FFF2-40B4-BE49-F238E27FC236}">
                <a16:creationId xmlns:a16="http://schemas.microsoft.com/office/drawing/2014/main" id="{C6080D5A-7733-4C37-8A7F-7149ECA8D93E}"/>
              </a:ext>
            </a:extLst>
          </p:cNvPr>
          <p:cNvSpPr/>
          <p:nvPr/>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endParaRPr/>
          </a:p>
        </p:txBody>
      </p:sp>
      <p:sp>
        <p:nvSpPr>
          <p:cNvPr id="45" name="object 24">
            <a:extLst>
              <a:ext uri="{FF2B5EF4-FFF2-40B4-BE49-F238E27FC236}">
                <a16:creationId xmlns:a16="http://schemas.microsoft.com/office/drawing/2014/main" id="{A4F7D278-869B-40BE-82A5-35C2C1D1EC05}"/>
              </a:ext>
            </a:extLst>
          </p:cNvPr>
          <p:cNvSpPr/>
          <p:nvPr/>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endParaRPr/>
          </a:p>
        </p:txBody>
      </p:sp>
      <p:sp>
        <p:nvSpPr>
          <p:cNvPr id="47" name="object 9">
            <a:extLst>
              <a:ext uri="{FF2B5EF4-FFF2-40B4-BE49-F238E27FC236}">
                <a16:creationId xmlns:a16="http://schemas.microsoft.com/office/drawing/2014/main" id="{1F1A160C-6F38-4ADD-A8D9-49C1826DE6D7}"/>
              </a:ext>
            </a:extLst>
          </p:cNvPr>
          <p:cNvSpPr txBox="1">
            <a:spLocks/>
          </p:cNvSpPr>
          <p:nvPr/>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50" name="Marcador de texto 49">
            <a:extLst>
              <a:ext uri="{FF2B5EF4-FFF2-40B4-BE49-F238E27FC236}">
                <a16:creationId xmlns:a16="http://schemas.microsoft.com/office/drawing/2014/main" id="{596BCF93-6DE0-442F-AA83-FBFDAB95DFAB}"/>
              </a:ext>
            </a:extLst>
          </p:cNvPr>
          <p:cNvSpPr>
            <a:spLocks noGrp="1"/>
          </p:cNvSpPr>
          <p:nvPr>
            <p:ph type="body" sz="quarter" idx="10" hasCustomPrompt="1"/>
          </p:nvPr>
        </p:nvSpPr>
        <p:spPr>
          <a:xfrm>
            <a:off x="6991477" y="8482645"/>
            <a:ext cx="5303905" cy="943706"/>
          </a:xfrm>
        </p:spPr>
        <p:txBody>
          <a:bodyPr/>
          <a:lstStyle>
            <a:lvl1pPr marL="0" indent="0" algn="ctr">
              <a:buNone/>
              <a:defRPr lang="es-ES" sz="5150" kern="1200" spc="15" dirty="0" smtClean="0">
                <a:solidFill>
                  <a:srgbClr val="FFFFFF"/>
                </a:solidFill>
                <a:latin typeface="GT America"/>
                <a:ea typeface="+mn-ea"/>
                <a:cs typeface="GT America"/>
              </a:defRPr>
            </a:lvl1pPr>
          </a:lstStyle>
          <a:p>
            <a:pPr lvl="0"/>
            <a:r>
              <a:rPr lang="es-ES" dirty="0"/>
              <a:t>Título</a:t>
            </a:r>
          </a:p>
        </p:txBody>
      </p:sp>
      <p:sp>
        <p:nvSpPr>
          <p:cNvPr id="27" name="object 4">
            <a:extLst>
              <a:ext uri="{FF2B5EF4-FFF2-40B4-BE49-F238E27FC236}">
                <a16:creationId xmlns:a16="http://schemas.microsoft.com/office/drawing/2014/main" id="{A252CD70-906A-5E46-8AA4-C762E8ECD5A7}"/>
              </a:ext>
            </a:extLst>
          </p:cNvPr>
          <p:cNvSpPr/>
          <p:nvPr userDrawn="1"/>
        </p:nvSpPr>
        <p:spPr>
          <a:xfrm>
            <a:off x="12359808" y="8120684"/>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endParaRPr/>
          </a:p>
        </p:txBody>
      </p:sp>
      <p:sp>
        <p:nvSpPr>
          <p:cNvPr id="30" name="object 5">
            <a:extLst>
              <a:ext uri="{FF2B5EF4-FFF2-40B4-BE49-F238E27FC236}">
                <a16:creationId xmlns:a16="http://schemas.microsoft.com/office/drawing/2014/main" id="{2C07B2A4-8F50-5242-8938-A16E772EDBC7}"/>
              </a:ext>
            </a:extLst>
          </p:cNvPr>
          <p:cNvSpPr/>
          <p:nvPr userDrawn="1"/>
        </p:nvSpPr>
        <p:spPr>
          <a:xfrm>
            <a:off x="10822744" y="8120684"/>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endParaRPr/>
          </a:p>
        </p:txBody>
      </p:sp>
      <p:sp>
        <p:nvSpPr>
          <p:cNvPr id="46" name="object 6">
            <a:extLst>
              <a:ext uri="{FF2B5EF4-FFF2-40B4-BE49-F238E27FC236}">
                <a16:creationId xmlns:a16="http://schemas.microsoft.com/office/drawing/2014/main" id="{B61E0EE2-83A6-E545-8741-6BFFA1A4BF3C}"/>
              </a:ext>
            </a:extLst>
          </p:cNvPr>
          <p:cNvSpPr/>
          <p:nvPr userDrawn="1"/>
        </p:nvSpPr>
        <p:spPr>
          <a:xfrm>
            <a:off x="9285691" y="8120684"/>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endParaRPr/>
          </a:p>
        </p:txBody>
      </p:sp>
      <p:sp>
        <p:nvSpPr>
          <p:cNvPr id="48" name="object 7">
            <a:extLst>
              <a:ext uri="{FF2B5EF4-FFF2-40B4-BE49-F238E27FC236}">
                <a16:creationId xmlns:a16="http://schemas.microsoft.com/office/drawing/2014/main" id="{8E58896A-38B0-E14A-8997-A017554DE67A}"/>
              </a:ext>
            </a:extLst>
          </p:cNvPr>
          <p:cNvSpPr/>
          <p:nvPr userDrawn="1"/>
        </p:nvSpPr>
        <p:spPr>
          <a:xfrm>
            <a:off x="7748638" y="8120684"/>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endParaRPr/>
          </a:p>
        </p:txBody>
      </p:sp>
      <p:sp>
        <p:nvSpPr>
          <p:cNvPr id="49" name="object 8">
            <a:extLst>
              <a:ext uri="{FF2B5EF4-FFF2-40B4-BE49-F238E27FC236}">
                <a16:creationId xmlns:a16="http://schemas.microsoft.com/office/drawing/2014/main" id="{2EE54B99-A907-B945-8CCD-D2DB182FD1E1}"/>
              </a:ext>
            </a:extLst>
          </p:cNvPr>
          <p:cNvSpPr/>
          <p:nvPr userDrawn="1"/>
        </p:nvSpPr>
        <p:spPr>
          <a:xfrm>
            <a:off x="6211574" y="8120684"/>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endParaRPr/>
          </a:p>
        </p:txBody>
      </p:sp>
      <p:sp>
        <p:nvSpPr>
          <p:cNvPr id="51" name="object 10">
            <a:extLst>
              <a:ext uri="{FF2B5EF4-FFF2-40B4-BE49-F238E27FC236}">
                <a16:creationId xmlns:a16="http://schemas.microsoft.com/office/drawing/2014/main" id="{5A1D3919-490E-2C40-A029-3FF708F75DD6}"/>
              </a:ext>
            </a:extLst>
          </p:cNvPr>
          <p:cNvSpPr txBox="1"/>
          <p:nvPr userDrawn="1"/>
        </p:nvSpPr>
        <p:spPr>
          <a:xfrm>
            <a:off x="9198864" y="5217637"/>
            <a:ext cx="5770880" cy="458459"/>
          </a:xfrm>
          <a:prstGeom prst="rect">
            <a:avLst/>
          </a:prstGeom>
        </p:spPr>
        <p:txBody>
          <a:bodyPr vert="horz" wrap="square" lIns="0" tIns="12065" rIns="0" bIns="0" rtlCol="0">
            <a:spAutoFit/>
          </a:bodyPr>
          <a:lstStyle/>
          <a:p>
            <a:pPr marL="12699">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latin typeface="GT America Thin"/>
              <a:cs typeface="GT America Thin"/>
            </a:endParaRPr>
          </a:p>
        </p:txBody>
      </p:sp>
      <p:sp>
        <p:nvSpPr>
          <p:cNvPr id="52" name="object 11">
            <a:extLst>
              <a:ext uri="{FF2B5EF4-FFF2-40B4-BE49-F238E27FC236}">
                <a16:creationId xmlns:a16="http://schemas.microsoft.com/office/drawing/2014/main" id="{C38B9151-0E56-B342-9B48-B074865DF62E}"/>
              </a:ext>
            </a:extLst>
          </p:cNvPr>
          <p:cNvSpPr/>
          <p:nvPr userDrawn="1"/>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endParaRPr/>
          </a:p>
        </p:txBody>
      </p:sp>
      <p:sp>
        <p:nvSpPr>
          <p:cNvPr id="53" name="object 12">
            <a:extLst>
              <a:ext uri="{FF2B5EF4-FFF2-40B4-BE49-F238E27FC236}">
                <a16:creationId xmlns:a16="http://schemas.microsoft.com/office/drawing/2014/main" id="{672C652E-9210-D144-AAFE-3D0A1D99F969}"/>
              </a:ext>
            </a:extLst>
          </p:cNvPr>
          <p:cNvSpPr/>
          <p:nvPr userDrawn="1"/>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54" name="object 13">
            <a:extLst>
              <a:ext uri="{FF2B5EF4-FFF2-40B4-BE49-F238E27FC236}">
                <a16:creationId xmlns:a16="http://schemas.microsoft.com/office/drawing/2014/main" id="{ABA2F8DA-A9D9-9C4B-82DB-C907C5ABEA7B}"/>
              </a:ext>
            </a:extLst>
          </p:cNvPr>
          <p:cNvSpPr/>
          <p:nvPr userDrawn="1"/>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endParaRPr/>
          </a:p>
        </p:txBody>
      </p:sp>
      <p:sp>
        <p:nvSpPr>
          <p:cNvPr id="55" name="object 14">
            <a:extLst>
              <a:ext uri="{FF2B5EF4-FFF2-40B4-BE49-F238E27FC236}">
                <a16:creationId xmlns:a16="http://schemas.microsoft.com/office/drawing/2014/main" id="{C4CA5A63-BD19-6040-B2B3-5FE3F7997A72}"/>
              </a:ext>
            </a:extLst>
          </p:cNvPr>
          <p:cNvSpPr/>
          <p:nvPr userDrawn="1"/>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56" name="object 15">
            <a:extLst>
              <a:ext uri="{FF2B5EF4-FFF2-40B4-BE49-F238E27FC236}">
                <a16:creationId xmlns:a16="http://schemas.microsoft.com/office/drawing/2014/main" id="{855FB243-8412-BF4B-96EE-B3B181C4B5D8}"/>
              </a:ext>
            </a:extLst>
          </p:cNvPr>
          <p:cNvSpPr/>
          <p:nvPr userDrawn="1"/>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endParaRPr/>
          </a:p>
        </p:txBody>
      </p:sp>
      <p:sp>
        <p:nvSpPr>
          <p:cNvPr id="57" name="object 16">
            <a:extLst>
              <a:ext uri="{FF2B5EF4-FFF2-40B4-BE49-F238E27FC236}">
                <a16:creationId xmlns:a16="http://schemas.microsoft.com/office/drawing/2014/main" id="{7522AE22-522A-444E-A43A-95AF34460D88}"/>
              </a:ext>
            </a:extLst>
          </p:cNvPr>
          <p:cNvSpPr/>
          <p:nvPr userDrawn="1"/>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58" name="object 17">
            <a:extLst>
              <a:ext uri="{FF2B5EF4-FFF2-40B4-BE49-F238E27FC236}">
                <a16:creationId xmlns:a16="http://schemas.microsoft.com/office/drawing/2014/main" id="{4F1491BF-C22E-2D47-ABF7-3F83E5CCF596}"/>
              </a:ext>
            </a:extLst>
          </p:cNvPr>
          <p:cNvSpPr/>
          <p:nvPr userDrawn="1"/>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59" name="object 18">
            <a:extLst>
              <a:ext uri="{FF2B5EF4-FFF2-40B4-BE49-F238E27FC236}">
                <a16:creationId xmlns:a16="http://schemas.microsoft.com/office/drawing/2014/main" id="{773713B7-5530-C943-88DF-3F82542DF6B0}"/>
              </a:ext>
            </a:extLst>
          </p:cNvPr>
          <p:cNvSpPr/>
          <p:nvPr userDrawn="1"/>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60" name="object 19">
            <a:extLst>
              <a:ext uri="{FF2B5EF4-FFF2-40B4-BE49-F238E27FC236}">
                <a16:creationId xmlns:a16="http://schemas.microsoft.com/office/drawing/2014/main" id="{7588C906-0804-8946-9814-503C77F4FB76}"/>
              </a:ext>
            </a:extLst>
          </p:cNvPr>
          <p:cNvSpPr/>
          <p:nvPr userDrawn="1"/>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61" name="object 20">
            <a:extLst>
              <a:ext uri="{FF2B5EF4-FFF2-40B4-BE49-F238E27FC236}">
                <a16:creationId xmlns:a16="http://schemas.microsoft.com/office/drawing/2014/main" id="{1224459D-8A29-F14F-B974-76841C177968}"/>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endParaRPr/>
          </a:p>
        </p:txBody>
      </p:sp>
      <p:sp>
        <p:nvSpPr>
          <p:cNvPr id="62" name="object 21">
            <a:extLst>
              <a:ext uri="{FF2B5EF4-FFF2-40B4-BE49-F238E27FC236}">
                <a16:creationId xmlns:a16="http://schemas.microsoft.com/office/drawing/2014/main" id="{F01D0FC8-1000-BB43-A19F-DD9054C12E50}"/>
              </a:ext>
            </a:extLst>
          </p:cNvPr>
          <p:cNvSpPr/>
          <p:nvPr userDrawn="1"/>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endParaRPr/>
          </a:p>
        </p:txBody>
      </p:sp>
      <p:sp>
        <p:nvSpPr>
          <p:cNvPr id="63" name="object 22">
            <a:extLst>
              <a:ext uri="{FF2B5EF4-FFF2-40B4-BE49-F238E27FC236}">
                <a16:creationId xmlns:a16="http://schemas.microsoft.com/office/drawing/2014/main" id="{A91A5EC2-6CCA-214C-80ED-A630B9E2BEA6}"/>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64" name="object 23">
            <a:extLst>
              <a:ext uri="{FF2B5EF4-FFF2-40B4-BE49-F238E27FC236}">
                <a16:creationId xmlns:a16="http://schemas.microsoft.com/office/drawing/2014/main" id="{8BF7E66E-3587-D447-9356-2DEF2831F8F5}"/>
              </a:ext>
            </a:extLst>
          </p:cNvPr>
          <p:cNvSpPr/>
          <p:nvPr userDrawn="1"/>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endParaRPr/>
          </a:p>
        </p:txBody>
      </p:sp>
      <p:sp>
        <p:nvSpPr>
          <p:cNvPr id="65" name="object 24">
            <a:extLst>
              <a:ext uri="{FF2B5EF4-FFF2-40B4-BE49-F238E27FC236}">
                <a16:creationId xmlns:a16="http://schemas.microsoft.com/office/drawing/2014/main" id="{47D78474-8427-0E49-8D0F-92A10E3C673C}"/>
              </a:ext>
            </a:extLst>
          </p:cNvPr>
          <p:cNvSpPr/>
          <p:nvPr userDrawn="1"/>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endParaRPr/>
          </a:p>
        </p:txBody>
      </p:sp>
      <p:sp>
        <p:nvSpPr>
          <p:cNvPr id="66" name="object 9">
            <a:extLst>
              <a:ext uri="{FF2B5EF4-FFF2-40B4-BE49-F238E27FC236}">
                <a16:creationId xmlns:a16="http://schemas.microsoft.com/office/drawing/2014/main" id="{38AE06D4-D5D5-2545-B745-34D5E64A3E72}"/>
              </a:ext>
            </a:extLst>
          </p:cNvPr>
          <p:cNvSpPr txBox="1">
            <a:spLocks/>
          </p:cNvSpPr>
          <p:nvPr userDrawn="1"/>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Tree>
    <p:extLst>
      <p:ext uri="{BB962C8B-B14F-4D97-AF65-F5344CB8AC3E}">
        <p14:creationId xmlns:p14="http://schemas.microsoft.com/office/powerpoint/2010/main" val="7097856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ítulo centrado - fondo blanco">
    <p:bg>
      <p:bgPr>
        <a:solidFill>
          <a:schemeClr val="bg1"/>
        </a:solidFill>
        <a:effectLst/>
      </p:bgPr>
    </p:bg>
    <p:spTree>
      <p:nvGrpSpPr>
        <p:cNvPr id="1" name=""/>
        <p:cNvGrpSpPr/>
        <p:nvPr/>
      </p:nvGrpSpPr>
      <p:grpSpPr>
        <a:xfrm>
          <a:off x="0" y="0"/>
          <a:ext cx="0" cy="0"/>
          <a:chOff x="0" y="0"/>
          <a:chExt cx="0" cy="0"/>
        </a:xfrm>
      </p:grpSpPr>
      <p:sp>
        <p:nvSpPr>
          <p:cNvPr id="46" name="object 3">
            <a:extLst>
              <a:ext uri="{FF2B5EF4-FFF2-40B4-BE49-F238E27FC236}">
                <a16:creationId xmlns:a16="http://schemas.microsoft.com/office/drawing/2014/main" id="{F5B55B80-F91D-4AED-8DB3-AD2B94786812}"/>
              </a:ext>
            </a:extLst>
          </p:cNvPr>
          <p:cNvSpPr/>
          <p:nvPr/>
        </p:nvSpPr>
        <p:spPr>
          <a:xfrm>
            <a:off x="12299556" y="8144935"/>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7" name="object 4">
            <a:extLst>
              <a:ext uri="{FF2B5EF4-FFF2-40B4-BE49-F238E27FC236}">
                <a16:creationId xmlns:a16="http://schemas.microsoft.com/office/drawing/2014/main" id="{59F6F8F2-9549-4E60-9CC2-FCA0D7999E49}"/>
              </a:ext>
            </a:extLst>
          </p:cNvPr>
          <p:cNvSpPr/>
          <p:nvPr/>
        </p:nvSpPr>
        <p:spPr>
          <a:xfrm>
            <a:off x="10762492" y="8144935"/>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8" name="object 5">
            <a:extLst>
              <a:ext uri="{FF2B5EF4-FFF2-40B4-BE49-F238E27FC236}">
                <a16:creationId xmlns:a16="http://schemas.microsoft.com/office/drawing/2014/main" id="{7CA6ED11-484F-47E7-8F15-8D43EE89A2D2}"/>
              </a:ext>
            </a:extLst>
          </p:cNvPr>
          <p:cNvSpPr/>
          <p:nvPr/>
        </p:nvSpPr>
        <p:spPr>
          <a:xfrm>
            <a:off x="9225439" y="8144935"/>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9" name="object 6">
            <a:extLst>
              <a:ext uri="{FF2B5EF4-FFF2-40B4-BE49-F238E27FC236}">
                <a16:creationId xmlns:a16="http://schemas.microsoft.com/office/drawing/2014/main" id="{E7B6A472-EDE0-47E0-BE33-079F327A4D31}"/>
              </a:ext>
            </a:extLst>
          </p:cNvPr>
          <p:cNvSpPr/>
          <p:nvPr/>
        </p:nvSpPr>
        <p:spPr>
          <a:xfrm>
            <a:off x="7688386" y="8144935"/>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0" name="object 7">
            <a:extLst>
              <a:ext uri="{FF2B5EF4-FFF2-40B4-BE49-F238E27FC236}">
                <a16:creationId xmlns:a16="http://schemas.microsoft.com/office/drawing/2014/main" id="{3A42E184-9AEC-423D-B7B0-1E473B027D44}"/>
              </a:ext>
            </a:extLst>
          </p:cNvPr>
          <p:cNvSpPr/>
          <p:nvPr/>
        </p:nvSpPr>
        <p:spPr>
          <a:xfrm>
            <a:off x="6151322" y="8144935"/>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1" name="object 8">
            <a:extLst>
              <a:ext uri="{FF2B5EF4-FFF2-40B4-BE49-F238E27FC236}">
                <a16:creationId xmlns:a16="http://schemas.microsoft.com/office/drawing/2014/main" id="{31A0B6AC-E5D1-40F2-A5A8-4DB89C1505CF}"/>
              </a:ext>
            </a:extLst>
          </p:cNvPr>
          <p:cNvSpPr txBox="1">
            <a:spLocks/>
          </p:cNvSpPr>
          <p:nvPr/>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52" name="object 9">
            <a:extLst>
              <a:ext uri="{FF2B5EF4-FFF2-40B4-BE49-F238E27FC236}">
                <a16:creationId xmlns:a16="http://schemas.microsoft.com/office/drawing/2014/main" id="{D6CCEB1C-722F-4E1F-835C-D869AD140A72}"/>
              </a:ext>
            </a:extLst>
          </p:cNvPr>
          <p:cNvSpPr txBox="1"/>
          <p:nvPr/>
        </p:nvSpPr>
        <p:spPr>
          <a:xfrm>
            <a:off x="9198864" y="5217637"/>
            <a:ext cx="5770880" cy="458459"/>
          </a:xfrm>
          <a:prstGeom prst="rect">
            <a:avLst/>
          </a:prstGeom>
        </p:spPr>
        <p:txBody>
          <a:bodyPr vert="horz" wrap="square" lIns="0" tIns="12065" rIns="0" bIns="0" rtlCol="0">
            <a:spAutoFit/>
          </a:bodyPr>
          <a:lstStyle/>
          <a:p>
            <a:pPr marL="12699" defTabSz="914400">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solidFill>
                <a:prstClr val="black"/>
              </a:solidFill>
              <a:latin typeface="GT America Thin"/>
              <a:cs typeface="GT America Thin"/>
            </a:endParaRPr>
          </a:p>
        </p:txBody>
      </p:sp>
      <p:sp>
        <p:nvSpPr>
          <p:cNvPr id="53" name="object 10">
            <a:extLst>
              <a:ext uri="{FF2B5EF4-FFF2-40B4-BE49-F238E27FC236}">
                <a16:creationId xmlns:a16="http://schemas.microsoft.com/office/drawing/2014/main" id="{24199D36-AC00-4B12-93A2-C2ED45FF17B6}"/>
              </a:ext>
            </a:extLst>
          </p:cNvPr>
          <p:cNvSpPr/>
          <p:nvPr/>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4" name="object 11">
            <a:extLst>
              <a:ext uri="{FF2B5EF4-FFF2-40B4-BE49-F238E27FC236}">
                <a16:creationId xmlns:a16="http://schemas.microsoft.com/office/drawing/2014/main" id="{C302700F-D539-411D-AF71-147A008F7345}"/>
              </a:ext>
            </a:extLst>
          </p:cNvPr>
          <p:cNvSpPr/>
          <p:nvPr/>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5" name="object 12">
            <a:extLst>
              <a:ext uri="{FF2B5EF4-FFF2-40B4-BE49-F238E27FC236}">
                <a16:creationId xmlns:a16="http://schemas.microsoft.com/office/drawing/2014/main" id="{1FF09462-3BA9-4C7E-A3D9-36C7C79AE645}"/>
              </a:ext>
            </a:extLst>
          </p:cNvPr>
          <p:cNvSpPr/>
          <p:nvPr/>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6" name="object 13">
            <a:extLst>
              <a:ext uri="{FF2B5EF4-FFF2-40B4-BE49-F238E27FC236}">
                <a16:creationId xmlns:a16="http://schemas.microsoft.com/office/drawing/2014/main" id="{FEBBB93D-5A1C-44E0-9331-6016EB29B6FF}"/>
              </a:ext>
            </a:extLst>
          </p:cNvPr>
          <p:cNvSpPr/>
          <p:nvPr/>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7" name="object 14">
            <a:extLst>
              <a:ext uri="{FF2B5EF4-FFF2-40B4-BE49-F238E27FC236}">
                <a16:creationId xmlns:a16="http://schemas.microsoft.com/office/drawing/2014/main" id="{5F137981-A4CD-45F0-9AA1-CCBBE8306D68}"/>
              </a:ext>
            </a:extLst>
          </p:cNvPr>
          <p:cNvSpPr/>
          <p:nvPr/>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8" name="object 15">
            <a:extLst>
              <a:ext uri="{FF2B5EF4-FFF2-40B4-BE49-F238E27FC236}">
                <a16:creationId xmlns:a16="http://schemas.microsoft.com/office/drawing/2014/main" id="{A7BCFF4A-3A87-43D7-A7D9-A6FA64AC0F08}"/>
              </a:ext>
            </a:extLst>
          </p:cNvPr>
          <p:cNvSpPr/>
          <p:nvPr/>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9" name="object 16">
            <a:extLst>
              <a:ext uri="{FF2B5EF4-FFF2-40B4-BE49-F238E27FC236}">
                <a16:creationId xmlns:a16="http://schemas.microsoft.com/office/drawing/2014/main" id="{8D292F96-8782-462C-8A07-10584846A2CD}"/>
              </a:ext>
            </a:extLst>
          </p:cNvPr>
          <p:cNvSpPr/>
          <p:nvPr/>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0" name="object 17">
            <a:extLst>
              <a:ext uri="{FF2B5EF4-FFF2-40B4-BE49-F238E27FC236}">
                <a16:creationId xmlns:a16="http://schemas.microsoft.com/office/drawing/2014/main" id="{169F8950-E386-406E-B72C-4E8679C02625}"/>
              </a:ext>
            </a:extLst>
          </p:cNvPr>
          <p:cNvSpPr/>
          <p:nvPr/>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1" name="object 18">
            <a:extLst>
              <a:ext uri="{FF2B5EF4-FFF2-40B4-BE49-F238E27FC236}">
                <a16:creationId xmlns:a16="http://schemas.microsoft.com/office/drawing/2014/main" id="{BF9E2035-8220-48E9-9883-E2035E9401BB}"/>
              </a:ext>
            </a:extLst>
          </p:cNvPr>
          <p:cNvSpPr/>
          <p:nvPr/>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2" name="object 19">
            <a:extLst>
              <a:ext uri="{FF2B5EF4-FFF2-40B4-BE49-F238E27FC236}">
                <a16:creationId xmlns:a16="http://schemas.microsoft.com/office/drawing/2014/main" id="{F0B9024F-172F-42A7-9B5B-70C49921FBBE}"/>
              </a:ext>
            </a:extLst>
          </p:cNvPr>
          <p:cNvSpPr/>
          <p:nvPr/>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3" name="object 20">
            <a:extLst>
              <a:ext uri="{FF2B5EF4-FFF2-40B4-BE49-F238E27FC236}">
                <a16:creationId xmlns:a16="http://schemas.microsoft.com/office/drawing/2014/main" id="{2D956D51-E3CB-437E-B8E1-31644542C558}"/>
              </a:ext>
            </a:extLst>
          </p:cNvPr>
          <p:cNvSpPr/>
          <p:nvPr/>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4" name="object 21">
            <a:extLst>
              <a:ext uri="{FF2B5EF4-FFF2-40B4-BE49-F238E27FC236}">
                <a16:creationId xmlns:a16="http://schemas.microsoft.com/office/drawing/2014/main" id="{72F22BD7-43A4-46CE-9309-1913B8229B96}"/>
              </a:ext>
            </a:extLst>
          </p:cNvPr>
          <p:cNvSpPr/>
          <p:nvPr/>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5" name="object 22">
            <a:extLst>
              <a:ext uri="{FF2B5EF4-FFF2-40B4-BE49-F238E27FC236}">
                <a16:creationId xmlns:a16="http://schemas.microsoft.com/office/drawing/2014/main" id="{3EFDB32E-A823-4F47-857F-C041BABD66FA}"/>
              </a:ext>
            </a:extLst>
          </p:cNvPr>
          <p:cNvSpPr/>
          <p:nvPr/>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6" name="object 23">
            <a:extLst>
              <a:ext uri="{FF2B5EF4-FFF2-40B4-BE49-F238E27FC236}">
                <a16:creationId xmlns:a16="http://schemas.microsoft.com/office/drawing/2014/main" id="{4435C06B-E9EF-48FD-AAAA-505B41BA5254}"/>
              </a:ext>
            </a:extLst>
          </p:cNvPr>
          <p:cNvSpPr/>
          <p:nvPr/>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7" name="Marcador de texto 49">
            <a:extLst>
              <a:ext uri="{FF2B5EF4-FFF2-40B4-BE49-F238E27FC236}">
                <a16:creationId xmlns:a16="http://schemas.microsoft.com/office/drawing/2014/main" id="{3F5E93B8-6609-4939-9667-85EA33BDAECF}"/>
              </a:ext>
            </a:extLst>
          </p:cNvPr>
          <p:cNvSpPr>
            <a:spLocks noGrp="1"/>
          </p:cNvSpPr>
          <p:nvPr>
            <p:ph type="body" sz="quarter" idx="10" hasCustomPrompt="1"/>
          </p:nvPr>
        </p:nvSpPr>
        <p:spPr>
          <a:xfrm>
            <a:off x="6991477" y="8683496"/>
            <a:ext cx="5303905" cy="943706"/>
          </a:xfrm>
        </p:spPr>
        <p:txBody>
          <a:bodyPr/>
          <a:lstStyle>
            <a:lvl1pPr marL="0" indent="0" algn="ctr">
              <a:buNone/>
              <a:defRPr lang="es-ES" sz="5150" kern="1200" spc="15" dirty="0" smtClean="0">
                <a:solidFill>
                  <a:schemeClr val="tx1"/>
                </a:solidFill>
                <a:latin typeface="GT America"/>
                <a:ea typeface="+mn-ea"/>
                <a:cs typeface="GT America"/>
              </a:defRPr>
            </a:lvl1pPr>
          </a:lstStyle>
          <a:p>
            <a:pPr lvl="0"/>
            <a:r>
              <a:rPr lang="es-ES" dirty="0"/>
              <a:t>Título</a:t>
            </a:r>
          </a:p>
        </p:txBody>
      </p:sp>
      <p:sp>
        <p:nvSpPr>
          <p:cNvPr id="24" name="object 3">
            <a:extLst>
              <a:ext uri="{FF2B5EF4-FFF2-40B4-BE49-F238E27FC236}">
                <a16:creationId xmlns:a16="http://schemas.microsoft.com/office/drawing/2014/main" id="{8F7949E4-9FE3-E843-BC24-AAD406A12A3A}"/>
              </a:ext>
            </a:extLst>
          </p:cNvPr>
          <p:cNvSpPr/>
          <p:nvPr userDrawn="1"/>
        </p:nvSpPr>
        <p:spPr>
          <a:xfrm>
            <a:off x="12299556" y="8144935"/>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5" name="object 4">
            <a:extLst>
              <a:ext uri="{FF2B5EF4-FFF2-40B4-BE49-F238E27FC236}">
                <a16:creationId xmlns:a16="http://schemas.microsoft.com/office/drawing/2014/main" id="{7885FFCA-4F47-7A49-9EDB-82031A050E2B}"/>
              </a:ext>
            </a:extLst>
          </p:cNvPr>
          <p:cNvSpPr/>
          <p:nvPr userDrawn="1"/>
        </p:nvSpPr>
        <p:spPr>
          <a:xfrm>
            <a:off x="10762492" y="8144935"/>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6" name="object 5">
            <a:extLst>
              <a:ext uri="{FF2B5EF4-FFF2-40B4-BE49-F238E27FC236}">
                <a16:creationId xmlns:a16="http://schemas.microsoft.com/office/drawing/2014/main" id="{17D4FA60-4B8F-7A4F-BCDE-08E917C474D0}"/>
              </a:ext>
            </a:extLst>
          </p:cNvPr>
          <p:cNvSpPr/>
          <p:nvPr userDrawn="1"/>
        </p:nvSpPr>
        <p:spPr>
          <a:xfrm>
            <a:off x="9225439" y="8144935"/>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7" name="object 6">
            <a:extLst>
              <a:ext uri="{FF2B5EF4-FFF2-40B4-BE49-F238E27FC236}">
                <a16:creationId xmlns:a16="http://schemas.microsoft.com/office/drawing/2014/main" id="{3ADE5F61-DFCC-FE4A-84D5-6F52D4EBFDC2}"/>
              </a:ext>
            </a:extLst>
          </p:cNvPr>
          <p:cNvSpPr/>
          <p:nvPr userDrawn="1"/>
        </p:nvSpPr>
        <p:spPr>
          <a:xfrm>
            <a:off x="7688386" y="8144935"/>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8" name="object 7">
            <a:extLst>
              <a:ext uri="{FF2B5EF4-FFF2-40B4-BE49-F238E27FC236}">
                <a16:creationId xmlns:a16="http://schemas.microsoft.com/office/drawing/2014/main" id="{9F344F8C-FD67-554F-957F-A8034BC6349B}"/>
              </a:ext>
            </a:extLst>
          </p:cNvPr>
          <p:cNvSpPr/>
          <p:nvPr userDrawn="1"/>
        </p:nvSpPr>
        <p:spPr>
          <a:xfrm>
            <a:off x="6151322" y="8144935"/>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29" name="object 8">
            <a:extLst>
              <a:ext uri="{FF2B5EF4-FFF2-40B4-BE49-F238E27FC236}">
                <a16:creationId xmlns:a16="http://schemas.microsoft.com/office/drawing/2014/main" id="{572E963D-A50F-274E-8712-28616CC44718}"/>
              </a:ext>
            </a:extLst>
          </p:cNvPr>
          <p:cNvSpPr txBox="1">
            <a:spLocks/>
          </p:cNvSpPr>
          <p:nvPr userDrawn="1"/>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30" name="object 9">
            <a:extLst>
              <a:ext uri="{FF2B5EF4-FFF2-40B4-BE49-F238E27FC236}">
                <a16:creationId xmlns:a16="http://schemas.microsoft.com/office/drawing/2014/main" id="{9C544DA1-C647-B144-920D-6A3B50281502}"/>
              </a:ext>
            </a:extLst>
          </p:cNvPr>
          <p:cNvSpPr txBox="1"/>
          <p:nvPr userDrawn="1"/>
        </p:nvSpPr>
        <p:spPr>
          <a:xfrm>
            <a:off x="9198864" y="5217637"/>
            <a:ext cx="5770880" cy="458459"/>
          </a:xfrm>
          <a:prstGeom prst="rect">
            <a:avLst/>
          </a:prstGeom>
        </p:spPr>
        <p:txBody>
          <a:bodyPr vert="horz" wrap="square" lIns="0" tIns="12065" rIns="0" bIns="0" rtlCol="0">
            <a:spAutoFit/>
          </a:bodyPr>
          <a:lstStyle/>
          <a:p>
            <a:pPr marL="12699" defTabSz="914400">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solidFill>
                <a:prstClr val="black"/>
              </a:solidFill>
              <a:latin typeface="GT America Thin"/>
              <a:cs typeface="GT America Thin"/>
            </a:endParaRPr>
          </a:p>
        </p:txBody>
      </p:sp>
      <p:sp>
        <p:nvSpPr>
          <p:cNvPr id="31" name="object 10">
            <a:extLst>
              <a:ext uri="{FF2B5EF4-FFF2-40B4-BE49-F238E27FC236}">
                <a16:creationId xmlns:a16="http://schemas.microsoft.com/office/drawing/2014/main" id="{9510FC97-6053-1C46-9F93-DA4CF953D51F}"/>
              </a:ext>
            </a:extLst>
          </p:cNvPr>
          <p:cNvSpPr/>
          <p:nvPr userDrawn="1"/>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2" name="object 11">
            <a:extLst>
              <a:ext uri="{FF2B5EF4-FFF2-40B4-BE49-F238E27FC236}">
                <a16:creationId xmlns:a16="http://schemas.microsoft.com/office/drawing/2014/main" id="{D2883D3C-4A97-B24B-AFBF-8AF1F55D5855}"/>
              </a:ext>
            </a:extLst>
          </p:cNvPr>
          <p:cNvSpPr/>
          <p:nvPr userDrawn="1"/>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3" name="object 12">
            <a:extLst>
              <a:ext uri="{FF2B5EF4-FFF2-40B4-BE49-F238E27FC236}">
                <a16:creationId xmlns:a16="http://schemas.microsoft.com/office/drawing/2014/main" id="{34C5B976-3C81-3545-A6D3-43D4219CF555}"/>
              </a:ext>
            </a:extLst>
          </p:cNvPr>
          <p:cNvSpPr/>
          <p:nvPr userDrawn="1"/>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4" name="object 13">
            <a:extLst>
              <a:ext uri="{FF2B5EF4-FFF2-40B4-BE49-F238E27FC236}">
                <a16:creationId xmlns:a16="http://schemas.microsoft.com/office/drawing/2014/main" id="{FFF3CF60-E9F7-6A4F-ACF0-8B8BCFEE1915}"/>
              </a:ext>
            </a:extLst>
          </p:cNvPr>
          <p:cNvSpPr/>
          <p:nvPr userDrawn="1"/>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5" name="object 14">
            <a:extLst>
              <a:ext uri="{FF2B5EF4-FFF2-40B4-BE49-F238E27FC236}">
                <a16:creationId xmlns:a16="http://schemas.microsoft.com/office/drawing/2014/main" id="{D35FEBC2-2834-634B-808D-1F61D282191D}"/>
              </a:ext>
            </a:extLst>
          </p:cNvPr>
          <p:cNvSpPr/>
          <p:nvPr userDrawn="1"/>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6" name="object 15">
            <a:extLst>
              <a:ext uri="{FF2B5EF4-FFF2-40B4-BE49-F238E27FC236}">
                <a16:creationId xmlns:a16="http://schemas.microsoft.com/office/drawing/2014/main" id="{B956163E-C304-FB4B-9A84-047354E7D5CC}"/>
              </a:ext>
            </a:extLst>
          </p:cNvPr>
          <p:cNvSpPr/>
          <p:nvPr userDrawn="1"/>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7" name="object 16">
            <a:extLst>
              <a:ext uri="{FF2B5EF4-FFF2-40B4-BE49-F238E27FC236}">
                <a16:creationId xmlns:a16="http://schemas.microsoft.com/office/drawing/2014/main" id="{FE9D06D4-5794-F14C-860B-C7C8CC2997DA}"/>
              </a:ext>
            </a:extLst>
          </p:cNvPr>
          <p:cNvSpPr/>
          <p:nvPr userDrawn="1"/>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8" name="object 17">
            <a:extLst>
              <a:ext uri="{FF2B5EF4-FFF2-40B4-BE49-F238E27FC236}">
                <a16:creationId xmlns:a16="http://schemas.microsoft.com/office/drawing/2014/main" id="{ACCD3DFD-36CD-B844-8F6E-4576F9324EFC}"/>
              </a:ext>
            </a:extLst>
          </p:cNvPr>
          <p:cNvSpPr/>
          <p:nvPr userDrawn="1"/>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39" name="object 18">
            <a:extLst>
              <a:ext uri="{FF2B5EF4-FFF2-40B4-BE49-F238E27FC236}">
                <a16:creationId xmlns:a16="http://schemas.microsoft.com/office/drawing/2014/main" id="{4FB37C75-3E4B-F742-BF10-C3561C91185D}"/>
              </a:ext>
            </a:extLst>
          </p:cNvPr>
          <p:cNvSpPr/>
          <p:nvPr userDrawn="1"/>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0" name="object 19">
            <a:extLst>
              <a:ext uri="{FF2B5EF4-FFF2-40B4-BE49-F238E27FC236}">
                <a16:creationId xmlns:a16="http://schemas.microsoft.com/office/drawing/2014/main" id="{4D9F86F6-916E-0649-94DA-F96453FC3D65}"/>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1" name="object 20">
            <a:extLst>
              <a:ext uri="{FF2B5EF4-FFF2-40B4-BE49-F238E27FC236}">
                <a16:creationId xmlns:a16="http://schemas.microsoft.com/office/drawing/2014/main" id="{DFE5203F-2403-1C47-A7C6-AB202AED1F61}"/>
              </a:ext>
            </a:extLst>
          </p:cNvPr>
          <p:cNvSpPr/>
          <p:nvPr userDrawn="1"/>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2" name="object 21">
            <a:extLst>
              <a:ext uri="{FF2B5EF4-FFF2-40B4-BE49-F238E27FC236}">
                <a16:creationId xmlns:a16="http://schemas.microsoft.com/office/drawing/2014/main" id="{54EDD20F-6F2E-1D42-A947-D5400E7E5ED9}"/>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3" name="object 22">
            <a:extLst>
              <a:ext uri="{FF2B5EF4-FFF2-40B4-BE49-F238E27FC236}">
                <a16:creationId xmlns:a16="http://schemas.microsoft.com/office/drawing/2014/main" id="{EAF0179D-DDDA-6148-B7B0-67F99D5AF01C}"/>
              </a:ext>
            </a:extLst>
          </p:cNvPr>
          <p:cNvSpPr/>
          <p:nvPr userDrawn="1"/>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4" name="object 23">
            <a:extLst>
              <a:ext uri="{FF2B5EF4-FFF2-40B4-BE49-F238E27FC236}">
                <a16:creationId xmlns:a16="http://schemas.microsoft.com/office/drawing/2014/main" id="{940DCEB7-206E-3047-ABDD-2AF10B3B8C6B}"/>
              </a:ext>
            </a:extLst>
          </p:cNvPr>
          <p:cNvSpPr/>
          <p:nvPr userDrawn="1"/>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42685665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ítulo y contenido">
    <p:spTree>
      <p:nvGrpSpPr>
        <p:cNvPr id="1" name=""/>
        <p:cNvGrpSpPr/>
        <p:nvPr/>
      </p:nvGrpSpPr>
      <p:grpSpPr>
        <a:xfrm>
          <a:off x="0" y="0"/>
          <a:ext cx="0" cy="0"/>
          <a:chOff x="0" y="0"/>
          <a:chExt cx="0" cy="0"/>
        </a:xfrm>
      </p:grpSpPr>
      <p:sp>
        <p:nvSpPr>
          <p:cNvPr id="13" name="Marcador de texto 10">
            <a:extLst>
              <a:ext uri="{FF2B5EF4-FFF2-40B4-BE49-F238E27FC236}">
                <a16:creationId xmlns:a16="http://schemas.microsoft.com/office/drawing/2014/main" id="{B52D28F9-F37F-4DF5-A2D1-AA68FCF34B41}"/>
              </a:ext>
            </a:extLst>
          </p:cNvPr>
          <p:cNvSpPr>
            <a:spLocks noGrp="1"/>
          </p:cNvSpPr>
          <p:nvPr>
            <p:ph type="body" sz="quarter" idx="10" hasCustomPrompt="1"/>
          </p:nvPr>
        </p:nvSpPr>
        <p:spPr>
          <a:xfrm>
            <a:off x="893445" y="2608154"/>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14" name="Marcador de texto 10">
            <a:extLst>
              <a:ext uri="{FF2B5EF4-FFF2-40B4-BE49-F238E27FC236}">
                <a16:creationId xmlns:a16="http://schemas.microsoft.com/office/drawing/2014/main" id="{57789202-1793-4245-AFD0-7A37AFAF345E}"/>
              </a:ext>
            </a:extLst>
          </p:cNvPr>
          <p:cNvSpPr>
            <a:spLocks noGrp="1"/>
          </p:cNvSpPr>
          <p:nvPr>
            <p:ph type="body" sz="quarter" idx="11" hasCustomPrompt="1"/>
          </p:nvPr>
        </p:nvSpPr>
        <p:spPr>
          <a:xfrm>
            <a:off x="893445" y="3791885"/>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8" name="Marcador de texto 17">
            <a:extLst>
              <a:ext uri="{FF2B5EF4-FFF2-40B4-BE49-F238E27FC236}">
                <a16:creationId xmlns:a16="http://schemas.microsoft.com/office/drawing/2014/main" id="{B1648929-BBD8-40CA-8CD6-942223EF4E87}"/>
              </a:ext>
            </a:extLst>
          </p:cNvPr>
          <p:cNvSpPr>
            <a:spLocks noGrp="1"/>
          </p:cNvSpPr>
          <p:nvPr>
            <p:ph type="body" sz="quarter" idx="12" hasCustomPrompt="1"/>
          </p:nvPr>
        </p:nvSpPr>
        <p:spPr>
          <a:xfrm>
            <a:off x="7804943" y="2608154"/>
            <a:ext cx="11405712" cy="8442138"/>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15470189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Imagen y contenido">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7216753" y="249966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7216753" y="368339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1" name="Marcador de posición de imagen 10">
            <a:extLst>
              <a:ext uri="{FF2B5EF4-FFF2-40B4-BE49-F238E27FC236}">
                <a16:creationId xmlns:a16="http://schemas.microsoft.com/office/drawing/2014/main" id="{19777898-8777-4729-86D3-6D903457F0BF}"/>
              </a:ext>
            </a:extLst>
          </p:cNvPr>
          <p:cNvSpPr>
            <a:spLocks noGrp="1"/>
          </p:cNvSpPr>
          <p:nvPr>
            <p:ph type="pic" sz="quarter" idx="12"/>
          </p:nvPr>
        </p:nvSpPr>
        <p:spPr>
          <a:xfrm>
            <a:off x="1054100" y="2500313"/>
            <a:ext cx="5408693" cy="8596312"/>
          </a:xfrm>
        </p:spPr>
        <p:txBody>
          <a:bodyPr/>
          <a:lstStyle/>
          <a:p>
            <a:r>
              <a:rPr lang="es-ES"/>
              <a:t>Haga clic en el icono para agregar una imagen</a:t>
            </a:r>
            <a:endParaRPr lang="es-CO"/>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7216753" y="531261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33701190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rofesor a la izquierda">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7216753" y="249966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7216753" y="368339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7216753" y="531261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10874773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rofesor a la derecha">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893445" y="240667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893445" y="359040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893445" y="521962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9136606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ítulo derecha - fondo azul">
    <p:bg>
      <p:bgPr>
        <a:solidFill>
          <a:srgbClr val="342175"/>
        </a:solidFill>
        <a:effectLst/>
      </p:bgPr>
    </p:bg>
    <p:spTree>
      <p:nvGrpSpPr>
        <p:cNvPr id="1" name=""/>
        <p:cNvGrpSpPr/>
        <p:nvPr/>
      </p:nvGrpSpPr>
      <p:grpSpPr>
        <a:xfrm>
          <a:off x="0" y="0"/>
          <a:ext cx="0" cy="0"/>
          <a:chOff x="0" y="0"/>
          <a:chExt cx="0" cy="0"/>
        </a:xfrm>
      </p:grpSpPr>
      <p:sp>
        <p:nvSpPr>
          <p:cNvPr id="50" name="Marcador de texto 49">
            <a:extLst>
              <a:ext uri="{FF2B5EF4-FFF2-40B4-BE49-F238E27FC236}">
                <a16:creationId xmlns:a16="http://schemas.microsoft.com/office/drawing/2014/main" id="{596BCF93-6DE0-442F-AA83-FBFDAB95DFAB}"/>
              </a:ext>
            </a:extLst>
          </p:cNvPr>
          <p:cNvSpPr>
            <a:spLocks noGrp="1"/>
          </p:cNvSpPr>
          <p:nvPr>
            <p:ph type="body" sz="quarter" idx="10" hasCustomPrompt="1"/>
          </p:nvPr>
        </p:nvSpPr>
        <p:spPr>
          <a:xfrm>
            <a:off x="11415994" y="5373094"/>
            <a:ext cx="5303905" cy="943706"/>
          </a:xfrm>
        </p:spPr>
        <p:txBody>
          <a:bodyPr/>
          <a:lstStyle>
            <a:lvl1pPr marL="0" indent="0" algn="ctr">
              <a:buNone/>
              <a:defRPr lang="es-ES" sz="5150" kern="1200" spc="15" dirty="0" smtClean="0">
                <a:solidFill>
                  <a:srgbClr val="FFFFFF"/>
                </a:solidFill>
                <a:latin typeface="GT America"/>
                <a:ea typeface="+mn-ea"/>
                <a:cs typeface="GT America"/>
              </a:defRPr>
            </a:lvl1pPr>
          </a:lstStyle>
          <a:p>
            <a:pPr lvl="0"/>
            <a:r>
              <a:rPr lang="es-ES" dirty="0"/>
              <a:t>Título</a:t>
            </a:r>
          </a:p>
        </p:txBody>
      </p:sp>
      <p:sp>
        <p:nvSpPr>
          <p:cNvPr id="67" name="object 4">
            <a:extLst>
              <a:ext uri="{FF2B5EF4-FFF2-40B4-BE49-F238E27FC236}">
                <a16:creationId xmlns:a16="http://schemas.microsoft.com/office/drawing/2014/main" id="{C12A065A-7C27-40A8-AA7E-3555F4C887AB}"/>
              </a:ext>
            </a:extLst>
          </p:cNvPr>
          <p:cNvSpPr/>
          <p:nvPr userDrawn="1"/>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8" name="object 5">
            <a:extLst>
              <a:ext uri="{FF2B5EF4-FFF2-40B4-BE49-F238E27FC236}">
                <a16:creationId xmlns:a16="http://schemas.microsoft.com/office/drawing/2014/main" id="{427FDD6C-7AC9-4896-BBA6-16154F68F579}"/>
              </a:ext>
            </a:extLst>
          </p:cNvPr>
          <p:cNvSpPr/>
          <p:nvPr userDrawn="1"/>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9" name="object 6">
            <a:extLst>
              <a:ext uri="{FF2B5EF4-FFF2-40B4-BE49-F238E27FC236}">
                <a16:creationId xmlns:a16="http://schemas.microsoft.com/office/drawing/2014/main" id="{953A2053-6469-4CA1-BFF3-27FB46B80B50}"/>
              </a:ext>
            </a:extLst>
          </p:cNvPr>
          <p:cNvSpPr/>
          <p:nvPr userDrawn="1"/>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0" name="object 7">
            <a:extLst>
              <a:ext uri="{FF2B5EF4-FFF2-40B4-BE49-F238E27FC236}">
                <a16:creationId xmlns:a16="http://schemas.microsoft.com/office/drawing/2014/main" id="{5BEE9C81-C824-44C2-8B82-5B785F68440F}"/>
              </a:ext>
            </a:extLst>
          </p:cNvPr>
          <p:cNvSpPr/>
          <p:nvPr userDrawn="1"/>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1" name="object 8">
            <a:extLst>
              <a:ext uri="{FF2B5EF4-FFF2-40B4-BE49-F238E27FC236}">
                <a16:creationId xmlns:a16="http://schemas.microsoft.com/office/drawing/2014/main" id="{C68F89CB-FCB1-4F38-A174-FEA6B5B54169}"/>
              </a:ext>
            </a:extLst>
          </p:cNvPr>
          <p:cNvSpPr/>
          <p:nvPr userDrawn="1"/>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2" name="object 9">
            <a:extLst>
              <a:ext uri="{FF2B5EF4-FFF2-40B4-BE49-F238E27FC236}">
                <a16:creationId xmlns:a16="http://schemas.microsoft.com/office/drawing/2014/main" id="{E962C8AB-58E7-481F-88A2-A4EDFB35497E}"/>
              </a:ext>
            </a:extLst>
          </p:cNvPr>
          <p:cNvSpPr txBox="1"/>
          <p:nvPr userDrawn="1"/>
        </p:nvSpPr>
        <p:spPr>
          <a:xfrm>
            <a:off x="4165296" y="6804105"/>
            <a:ext cx="3521075" cy="1636345"/>
          </a:xfrm>
          <a:prstGeom prst="rect">
            <a:avLst/>
          </a:prstGeom>
        </p:spPr>
        <p:txBody>
          <a:bodyPr vert="horz" wrap="square" lIns="0" tIns="12700" rIns="0" bIns="0" rtlCol="0">
            <a:spAutoFit/>
          </a:bodyPr>
          <a:lstStyle/>
          <a:p>
            <a:pPr marL="12699" defTabSz="914400">
              <a:spcBef>
                <a:spcPts val="100"/>
              </a:spcBef>
            </a:pPr>
            <a:r>
              <a:rPr sz="10550" b="1" dirty="0">
                <a:solidFill>
                  <a:srgbClr val="2BAAE1"/>
                </a:solidFill>
                <a:latin typeface="GT America Bold"/>
                <a:cs typeface="GT America Bold"/>
              </a:rPr>
              <a:t>MISO</a:t>
            </a:r>
            <a:endParaRPr sz="10550" dirty="0">
              <a:solidFill>
                <a:prstClr val="black"/>
              </a:solidFill>
              <a:latin typeface="GT America Bold"/>
              <a:cs typeface="GT America Bold"/>
            </a:endParaRPr>
          </a:p>
        </p:txBody>
      </p:sp>
      <p:sp>
        <p:nvSpPr>
          <p:cNvPr id="73" name="object 10">
            <a:extLst>
              <a:ext uri="{FF2B5EF4-FFF2-40B4-BE49-F238E27FC236}">
                <a16:creationId xmlns:a16="http://schemas.microsoft.com/office/drawing/2014/main" id="{8DE9B7B0-98C0-47A1-BDBD-CA6F24CB6F8F}"/>
              </a:ext>
            </a:extLst>
          </p:cNvPr>
          <p:cNvSpPr txBox="1"/>
          <p:nvPr userDrawn="1"/>
        </p:nvSpPr>
        <p:spPr>
          <a:xfrm>
            <a:off x="3366904" y="8288018"/>
            <a:ext cx="5118100" cy="407162"/>
          </a:xfrm>
          <a:prstGeom prst="rect">
            <a:avLst/>
          </a:prstGeom>
        </p:spPr>
        <p:txBody>
          <a:bodyPr vert="horz" wrap="square" lIns="0" tIns="14604" rIns="0" bIns="0" rtlCol="0">
            <a:spAutoFit/>
          </a:bodyPr>
          <a:lstStyle/>
          <a:p>
            <a:pPr marL="12699" defTabSz="914400">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solidFill>
                <a:prstClr val="black"/>
              </a:solidFill>
              <a:latin typeface="GT America Thin"/>
              <a:cs typeface="GT America Thin"/>
            </a:endParaRPr>
          </a:p>
        </p:txBody>
      </p:sp>
      <p:sp>
        <p:nvSpPr>
          <p:cNvPr id="74" name="object 11">
            <a:extLst>
              <a:ext uri="{FF2B5EF4-FFF2-40B4-BE49-F238E27FC236}">
                <a16:creationId xmlns:a16="http://schemas.microsoft.com/office/drawing/2014/main" id="{4F88753D-903E-4624-AA78-314F78FABC53}"/>
              </a:ext>
            </a:extLst>
          </p:cNvPr>
          <p:cNvSpPr/>
          <p:nvPr userDrawn="1"/>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5" name="object 12">
            <a:extLst>
              <a:ext uri="{FF2B5EF4-FFF2-40B4-BE49-F238E27FC236}">
                <a16:creationId xmlns:a16="http://schemas.microsoft.com/office/drawing/2014/main" id="{6AA3D325-B7F5-4BE1-9791-ED288C3BA581}"/>
              </a:ext>
            </a:extLst>
          </p:cNvPr>
          <p:cNvSpPr/>
          <p:nvPr userDrawn="1"/>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6" name="object 13">
            <a:extLst>
              <a:ext uri="{FF2B5EF4-FFF2-40B4-BE49-F238E27FC236}">
                <a16:creationId xmlns:a16="http://schemas.microsoft.com/office/drawing/2014/main" id="{FCF593A5-0849-4543-B4C9-D07E405D43E5}"/>
              </a:ext>
            </a:extLst>
          </p:cNvPr>
          <p:cNvSpPr/>
          <p:nvPr userDrawn="1"/>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7" name="object 14">
            <a:extLst>
              <a:ext uri="{FF2B5EF4-FFF2-40B4-BE49-F238E27FC236}">
                <a16:creationId xmlns:a16="http://schemas.microsoft.com/office/drawing/2014/main" id="{2D7AF1DB-637A-43AF-80E5-F31A52C66D8A}"/>
              </a:ext>
            </a:extLst>
          </p:cNvPr>
          <p:cNvSpPr/>
          <p:nvPr userDrawn="1"/>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8" name="object 15">
            <a:extLst>
              <a:ext uri="{FF2B5EF4-FFF2-40B4-BE49-F238E27FC236}">
                <a16:creationId xmlns:a16="http://schemas.microsoft.com/office/drawing/2014/main" id="{F96D07C3-3AB7-4EE5-A223-FDAAD894D70B}"/>
              </a:ext>
            </a:extLst>
          </p:cNvPr>
          <p:cNvSpPr/>
          <p:nvPr userDrawn="1"/>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79" name="object 16">
            <a:extLst>
              <a:ext uri="{FF2B5EF4-FFF2-40B4-BE49-F238E27FC236}">
                <a16:creationId xmlns:a16="http://schemas.microsoft.com/office/drawing/2014/main" id="{8A90BB90-3DA0-47C0-9E58-65AB628A8A0E}"/>
              </a:ext>
            </a:extLst>
          </p:cNvPr>
          <p:cNvSpPr/>
          <p:nvPr userDrawn="1"/>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0" name="object 17">
            <a:extLst>
              <a:ext uri="{FF2B5EF4-FFF2-40B4-BE49-F238E27FC236}">
                <a16:creationId xmlns:a16="http://schemas.microsoft.com/office/drawing/2014/main" id="{1C621E47-F80E-4EC7-8C3E-EA4AC2C499EC}"/>
              </a:ext>
            </a:extLst>
          </p:cNvPr>
          <p:cNvSpPr/>
          <p:nvPr userDrawn="1"/>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1" name="object 18">
            <a:extLst>
              <a:ext uri="{FF2B5EF4-FFF2-40B4-BE49-F238E27FC236}">
                <a16:creationId xmlns:a16="http://schemas.microsoft.com/office/drawing/2014/main" id="{1A14C7C0-7FA5-496A-97FA-8736A24D89E7}"/>
              </a:ext>
            </a:extLst>
          </p:cNvPr>
          <p:cNvSpPr/>
          <p:nvPr userDrawn="1"/>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2" name="object 19">
            <a:extLst>
              <a:ext uri="{FF2B5EF4-FFF2-40B4-BE49-F238E27FC236}">
                <a16:creationId xmlns:a16="http://schemas.microsoft.com/office/drawing/2014/main" id="{0DBA6063-A179-4CB3-B25D-55A98691DA17}"/>
              </a:ext>
            </a:extLst>
          </p:cNvPr>
          <p:cNvSpPr/>
          <p:nvPr userDrawn="1"/>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3" name="object 20">
            <a:extLst>
              <a:ext uri="{FF2B5EF4-FFF2-40B4-BE49-F238E27FC236}">
                <a16:creationId xmlns:a16="http://schemas.microsoft.com/office/drawing/2014/main" id="{A6CF6F57-A992-4DA6-93D6-14847FF13203}"/>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4" name="object 21">
            <a:extLst>
              <a:ext uri="{FF2B5EF4-FFF2-40B4-BE49-F238E27FC236}">
                <a16:creationId xmlns:a16="http://schemas.microsoft.com/office/drawing/2014/main" id="{9C37B140-257B-4ED0-9375-88DF6F1A8647}"/>
              </a:ext>
            </a:extLst>
          </p:cNvPr>
          <p:cNvSpPr/>
          <p:nvPr userDrawn="1"/>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5" name="object 22">
            <a:extLst>
              <a:ext uri="{FF2B5EF4-FFF2-40B4-BE49-F238E27FC236}">
                <a16:creationId xmlns:a16="http://schemas.microsoft.com/office/drawing/2014/main" id="{CACE08B5-1F52-425F-861D-DC6F5D131080}"/>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6" name="object 23">
            <a:extLst>
              <a:ext uri="{FF2B5EF4-FFF2-40B4-BE49-F238E27FC236}">
                <a16:creationId xmlns:a16="http://schemas.microsoft.com/office/drawing/2014/main" id="{B3C5A46B-E89D-4FF7-8B2E-53C4DBEBF1AB}"/>
              </a:ext>
            </a:extLst>
          </p:cNvPr>
          <p:cNvSpPr/>
          <p:nvPr userDrawn="1"/>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87" name="object 24">
            <a:extLst>
              <a:ext uri="{FF2B5EF4-FFF2-40B4-BE49-F238E27FC236}">
                <a16:creationId xmlns:a16="http://schemas.microsoft.com/office/drawing/2014/main" id="{F9F24890-B240-4B38-B677-5C1F04091C77}"/>
              </a:ext>
            </a:extLst>
          </p:cNvPr>
          <p:cNvSpPr/>
          <p:nvPr userDrawn="1"/>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42537770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ítulo a la derecha - fondo blanco">
    <p:bg>
      <p:bgPr>
        <a:solidFill>
          <a:schemeClr val="bg1"/>
        </a:solidFill>
        <a:effectLst/>
      </p:bgPr>
    </p:bg>
    <p:spTree>
      <p:nvGrpSpPr>
        <p:cNvPr id="1" name=""/>
        <p:cNvGrpSpPr/>
        <p:nvPr/>
      </p:nvGrpSpPr>
      <p:grpSpPr>
        <a:xfrm>
          <a:off x="0" y="0"/>
          <a:ext cx="0" cy="0"/>
          <a:chOff x="0" y="0"/>
          <a:chExt cx="0" cy="0"/>
        </a:xfrm>
      </p:grpSpPr>
      <p:sp>
        <p:nvSpPr>
          <p:cNvPr id="2" name="object 9">
            <a:extLst>
              <a:ext uri="{FF2B5EF4-FFF2-40B4-BE49-F238E27FC236}">
                <a16:creationId xmlns:a16="http://schemas.microsoft.com/office/drawing/2014/main" id="{379144B4-8526-4FBA-9FE7-4C4F4A861EA9}"/>
              </a:ext>
            </a:extLst>
          </p:cNvPr>
          <p:cNvSpPr txBox="1"/>
          <p:nvPr userDrawn="1"/>
        </p:nvSpPr>
        <p:spPr>
          <a:xfrm>
            <a:off x="4165296" y="6804105"/>
            <a:ext cx="3521075" cy="1636345"/>
          </a:xfrm>
          <a:prstGeom prst="rect">
            <a:avLst/>
          </a:prstGeom>
        </p:spPr>
        <p:txBody>
          <a:bodyPr vert="horz" wrap="square" lIns="0" tIns="12700" rIns="0" bIns="0" rtlCol="0">
            <a:spAutoFit/>
          </a:bodyPr>
          <a:lstStyle/>
          <a:p>
            <a:pPr marL="12699">
              <a:spcBef>
                <a:spcPts val="100"/>
              </a:spcBef>
            </a:pPr>
            <a:r>
              <a:rPr sz="10550" b="1" dirty="0">
                <a:solidFill>
                  <a:srgbClr val="2BAAE1"/>
                </a:solidFill>
                <a:latin typeface="GT America Bold"/>
                <a:cs typeface="GT America Bold"/>
              </a:rPr>
              <a:t>MISO</a:t>
            </a:r>
            <a:endParaRPr sz="10550" dirty="0">
              <a:latin typeface="GT America Bold"/>
              <a:cs typeface="GT America Bold"/>
            </a:endParaRPr>
          </a:p>
        </p:txBody>
      </p:sp>
      <p:sp>
        <p:nvSpPr>
          <p:cNvPr id="3" name="object 10">
            <a:extLst>
              <a:ext uri="{FF2B5EF4-FFF2-40B4-BE49-F238E27FC236}">
                <a16:creationId xmlns:a16="http://schemas.microsoft.com/office/drawing/2014/main" id="{EB89E1CA-2EF2-4970-A4CA-508B7FF81810}"/>
              </a:ext>
            </a:extLst>
          </p:cNvPr>
          <p:cNvSpPr txBox="1"/>
          <p:nvPr userDrawn="1"/>
        </p:nvSpPr>
        <p:spPr>
          <a:xfrm>
            <a:off x="3366904" y="8288018"/>
            <a:ext cx="5118100" cy="407162"/>
          </a:xfrm>
          <a:prstGeom prst="rect">
            <a:avLst/>
          </a:prstGeom>
        </p:spPr>
        <p:txBody>
          <a:bodyPr vert="horz" wrap="square" lIns="0" tIns="14604" rIns="0" bIns="0" rtlCol="0">
            <a:spAutoFit/>
          </a:bodyPr>
          <a:lstStyle/>
          <a:p>
            <a:pPr marL="12699">
              <a:spcBef>
                <a:spcPts val="114"/>
              </a:spcBef>
            </a:pPr>
            <a:r>
              <a:rPr sz="2550" dirty="0">
                <a:solidFill>
                  <a:srgbClr val="2BAAE1"/>
                </a:solidFill>
                <a:latin typeface="GT America Thin"/>
                <a:cs typeface="GT America Thin"/>
              </a:rPr>
              <a:t>Maestría </a:t>
            </a:r>
            <a:r>
              <a:rPr sz="2550" spc="10" dirty="0">
                <a:solidFill>
                  <a:srgbClr val="2BAAE1"/>
                </a:solidFill>
                <a:latin typeface="GT America Thin"/>
                <a:cs typeface="GT America Thin"/>
              </a:rPr>
              <a:t>en </a:t>
            </a:r>
            <a:r>
              <a:rPr sz="2550" dirty="0">
                <a:solidFill>
                  <a:srgbClr val="2BAAE1"/>
                </a:solidFill>
                <a:latin typeface="GT America Thin"/>
                <a:cs typeface="GT America Thin"/>
              </a:rPr>
              <a:t>Ingeniería </a:t>
            </a:r>
            <a:r>
              <a:rPr sz="2550" spc="10" dirty="0">
                <a:solidFill>
                  <a:srgbClr val="2BAAE1"/>
                </a:solidFill>
                <a:latin typeface="GT America Thin"/>
                <a:cs typeface="GT America Thin"/>
              </a:rPr>
              <a:t>de </a:t>
            </a:r>
            <a:r>
              <a:rPr sz="2550" dirty="0">
                <a:solidFill>
                  <a:srgbClr val="2BAAE1"/>
                </a:solidFill>
                <a:latin typeface="GT America Thin"/>
                <a:cs typeface="GT America Thin"/>
              </a:rPr>
              <a:t>Software</a:t>
            </a:r>
            <a:endParaRPr sz="2550" dirty="0">
              <a:latin typeface="GT America Thin"/>
              <a:cs typeface="GT America Thin"/>
            </a:endParaRPr>
          </a:p>
        </p:txBody>
      </p:sp>
      <p:sp>
        <p:nvSpPr>
          <p:cNvPr id="4" name="object 11">
            <a:extLst>
              <a:ext uri="{FF2B5EF4-FFF2-40B4-BE49-F238E27FC236}">
                <a16:creationId xmlns:a16="http://schemas.microsoft.com/office/drawing/2014/main" id="{7680B916-344D-4856-BB05-B38F82BDBDE6}"/>
              </a:ext>
            </a:extLst>
          </p:cNvPr>
          <p:cNvSpPr/>
          <p:nvPr userDrawn="1"/>
        </p:nvSpPr>
        <p:spPr>
          <a:xfrm>
            <a:off x="4414426" y="4916567"/>
            <a:ext cx="3019425" cy="1745614"/>
          </a:xfrm>
          <a:custGeom>
            <a:avLst/>
            <a:gdLst/>
            <a:ahLst/>
            <a:cxnLst/>
            <a:rect l="l" t="t" r="r" b="b"/>
            <a:pathLst>
              <a:path w="3019425" h="1745615">
                <a:moveTo>
                  <a:pt x="1499127" y="0"/>
                </a:moveTo>
                <a:lnTo>
                  <a:pt x="0" y="862512"/>
                </a:lnTo>
                <a:lnTo>
                  <a:pt x="1499127" y="1745556"/>
                </a:lnTo>
                <a:lnTo>
                  <a:pt x="3018797" y="862512"/>
                </a:lnTo>
                <a:lnTo>
                  <a:pt x="1499127" y="0"/>
                </a:lnTo>
                <a:close/>
              </a:path>
            </a:pathLst>
          </a:custGeom>
          <a:solidFill>
            <a:srgbClr val="2BAAE1">
              <a:alpha val="59999"/>
            </a:srgbClr>
          </a:solidFill>
        </p:spPr>
        <p:txBody>
          <a:bodyPr wrap="square" lIns="0" tIns="0" rIns="0" bIns="0" rtlCol="0"/>
          <a:lstStyle/>
          <a:p>
            <a:endParaRPr/>
          </a:p>
        </p:txBody>
      </p:sp>
      <p:sp>
        <p:nvSpPr>
          <p:cNvPr id="5" name="object 12">
            <a:extLst>
              <a:ext uri="{FF2B5EF4-FFF2-40B4-BE49-F238E27FC236}">
                <a16:creationId xmlns:a16="http://schemas.microsoft.com/office/drawing/2014/main" id="{7322C8ED-85BA-44B9-9A28-941F57348002}"/>
              </a:ext>
            </a:extLst>
          </p:cNvPr>
          <p:cNvSpPr/>
          <p:nvPr userDrawn="1"/>
        </p:nvSpPr>
        <p:spPr>
          <a:xfrm>
            <a:off x="4414426" y="4916567"/>
            <a:ext cx="3019425" cy="1745614"/>
          </a:xfrm>
          <a:custGeom>
            <a:avLst/>
            <a:gdLst/>
            <a:ahLst/>
            <a:cxnLst/>
            <a:rect l="l" t="t" r="r" b="b"/>
            <a:pathLst>
              <a:path w="3019425" h="1745615">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6" name="object 13">
            <a:extLst>
              <a:ext uri="{FF2B5EF4-FFF2-40B4-BE49-F238E27FC236}">
                <a16:creationId xmlns:a16="http://schemas.microsoft.com/office/drawing/2014/main" id="{28757609-A84E-4F08-9160-3C3FC1E213C7}"/>
              </a:ext>
            </a:extLst>
          </p:cNvPr>
          <p:cNvSpPr/>
          <p:nvPr userDrawn="1"/>
        </p:nvSpPr>
        <p:spPr>
          <a:xfrm>
            <a:off x="4414426" y="4321020"/>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39999"/>
            </a:srgbClr>
          </a:solidFill>
        </p:spPr>
        <p:txBody>
          <a:bodyPr wrap="square" lIns="0" tIns="0" rIns="0" bIns="0" rtlCol="0"/>
          <a:lstStyle/>
          <a:p>
            <a:endParaRPr/>
          </a:p>
        </p:txBody>
      </p:sp>
      <p:sp>
        <p:nvSpPr>
          <p:cNvPr id="7" name="object 14">
            <a:extLst>
              <a:ext uri="{FF2B5EF4-FFF2-40B4-BE49-F238E27FC236}">
                <a16:creationId xmlns:a16="http://schemas.microsoft.com/office/drawing/2014/main" id="{C5E80038-1A8D-4109-8E13-5B526754A336}"/>
              </a:ext>
            </a:extLst>
          </p:cNvPr>
          <p:cNvSpPr/>
          <p:nvPr userDrawn="1"/>
        </p:nvSpPr>
        <p:spPr>
          <a:xfrm>
            <a:off x="4414426" y="4321020"/>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8" name="object 15">
            <a:extLst>
              <a:ext uri="{FF2B5EF4-FFF2-40B4-BE49-F238E27FC236}">
                <a16:creationId xmlns:a16="http://schemas.microsoft.com/office/drawing/2014/main" id="{DDD5D5B0-17CA-4139-9854-1AAC4BF646D3}"/>
              </a:ext>
            </a:extLst>
          </p:cNvPr>
          <p:cNvSpPr/>
          <p:nvPr userDrawn="1"/>
        </p:nvSpPr>
        <p:spPr>
          <a:xfrm>
            <a:off x="4414426" y="3746013"/>
            <a:ext cx="3019425" cy="1745614"/>
          </a:xfrm>
          <a:custGeom>
            <a:avLst/>
            <a:gdLst/>
            <a:ahLst/>
            <a:cxnLst/>
            <a:rect l="l" t="t" r="r" b="b"/>
            <a:pathLst>
              <a:path w="3019425" h="1745614">
                <a:moveTo>
                  <a:pt x="1499127" y="0"/>
                </a:moveTo>
                <a:lnTo>
                  <a:pt x="0" y="862512"/>
                </a:lnTo>
                <a:lnTo>
                  <a:pt x="1499127" y="1745556"/>
                </a:lnTo>
                <a:lnTo>
                  <a:pt x="3018797" y="862512"/>
                </a:lnTo>
                <a:lnTo>
                  <a:pt x="1499127" y="0"/>
                </a:lnTo>
                <a:close/>
              </a:path>
            </a:pathLst>
          </a:custGeom>
          <a:solidFill>
            <a:srgbClr val="2BAAE1">
              <a:alpha val="25000"/>
            </a:srgbClr>
          </a:solidFill>
        </p:spPr>
        <p:txBody>
          <a:bodyPr wrap="square" lIns="0" tIns="0" rIns="0" bIns="0" rtlCol="0"/>
          <a:lstStyle/>
          <a:p>
            <a:endParaRPr/>
          </a:p>
        </p:txBody>
      </p:sp>
      <p:sp>
        <p:nvSpPr>
          <p:cNvPr id="9" name="object 16">
            <a:extLst>
              <a:ext uri="{FF2B5EF4-FFF2-40B4-BE49-F238E27FC236}">
                <a16:creationId xmlns:a16="http://schemas.microsoft.com/office/drawing/2014/main" id="{467BDE7C-2E30-4FFC-8AE4-C74378D0211A}"/>
              </a:ext>
            </a:extLst>
          </p:cNvPr>
          <p:cNvSpPr/>
          <p:nvPr userDrawn="1"/>
        </p:nvSpPr>
        <p:spPr>
          <a:xfrm>
            <a:off x="4414426" y="3746013"/>
            <a:ext cx="3019425" cy="1745614"/>
          </a:xfrm>
          <a:custGeom>
            <a:avLst/>
            <a:gdLst/>
            <a:ahLst/>
            <a:cxnLst/>
            <a:rect l="l" t="t" r="r" b="b"/>
            <a:pathLst>
              <a:path w="3019425" h="1745614">
                <a:moveTo>
                  <a:pt x="0" y="862512"/>
                </a:moveTo>
                <a:lnTo>
                  <a:pt x="1499127" y="0"/>
                </a:lnTo>
                <a:lnTo>
                  <a:pt x="3018797" y="862512"/>
                </a:lnTo>
                <a:lnTo>
                  <a:pt x="1499127" y="1745556"/>
                </a:lnTo>
                <a:lnTo>
                  <a:pt x="0" y="862512"/>
                </a:lnTo>
                <a:close/>
              </a:path>
            </a:pathLst>
          </a:custGeom>
          <a:ln w="10973">
            <a:solidFill>
              <a:srgbClr val="28285B"/>
            </a:solidFill>
          </a:ln>
        </p:spPr>
        <p:txBody>
          <a:bodyPr wrap="square" lIns="0" tIns="0" rIns="0" bIns="0" rtlCol="0"/>
          <a:lstStyle/>
          <a:p>
            <a:endParaRPr/>
          </a:p>
        </p:txBody>
      </p:sp>
      <p:sp>
        <p:nvSpPr>
          <p:cNvPr id="10" name="object 17">
            <a:extLst>
              <a:ext uri="{FF2B5EF4-FFF2-40B4-BE49-F238E27FC236}">
                <a16:creationId xmlns:a16="http://schemas.microsoft.com/office/drawing/2014/main" id="{D7CBC121-9763-4BE7-B30F-98A9C3A69962}"/>
              </a:ext>
            </a:extLst>
          </p:cNvPr>
          <p:cNvSpPr/>
          <p:nvPr userDrawn="1"/>
        </p:nvSpPr>
        <p:spPr>
          <a:xfrm>
            <a:off x="4414429" y="5779080"/>
            <a:ext cx="3019425" cy="883285"/>
          </a:xfrm>
          <a:custGeom>
            <a:avLst/>
            <a:gdLst/>
            <a:ahLst/>
            <a:cxnLst/>
            <a:rect l="l" t="t" r="r" b="b"/>
            <a:pathLst>
              <a:path w="3019425" h="883284">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1" name="object 18">
            <a:extLst>
              <a:ext uri="{FF2B5EF4-FFF2-40B4-BE49-F238E27FC236}">
                <a16:creationId xmlns:a16="http://schemas.microsoft.com/office/drawing/2014/main" id="{6EC78C8B-C656-4A82-8E74-6968C43CD600}"/>
              </a:ext>
            </a:extLst>
          </p:cNvPr>
          <p:cNvSpPr/>
          <p:nvPr userDrawn="1"/>
        </p:nvSpPr>
        <p:spPr>
          <a:xfrm>
            <a:off x="4414429" y="4608526"/>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2" name="object 19">
            <a:extLst>
              <a:ext uri="{FF2B5EF4-FFF2-40B4-BE49-F238E27FC236}">
                <a16:creationId xmlns:a16="http://schemas.microsoft.com/office/drawing/2014/main" id="{FDF498A1-00FC-4274-8E31-17A3F30D26AA}"/>
              </a:ext>
            </a:extLst>
          </p:cNvPr>
          <p:cNvSpPr/>
          <p:nvPr userDrawn="1"/>
        </p:nvSpPr>
        <p:spPr>
          <a:xfrm>
            <a:off x="4414429" y="5183533"/>
            <a:ext cx="3019425" cy="883285"/>
          </a:xfrm>
          <a:custGeom>
            <a:avLst/>
            <a:gdLst/>
            <a:ahLst/>
            <a:cxnLst/>
            <a:rect l="l" t="t" r="r" b="b"/>
            <a:pathLst>
              <a:path w="3019425" h="883285">
                <a:moveTo>
                  <a:pt x="3018797" y="0"/>
                </a:moveTo>
                <a:lnTo>
                  <a:pt x="1499127" y="883044"/>
                </a:lnTo>
                <a:lnTo>
                  <a:pt x="0" y="0"/>
                </a:lnTo>
              </a:path>
            </a:pathLst>
          </a:custGeom>
          <a:ln w="10973">
            <a:solidFill>
              <a:srgbClr val="0870B7"/>
            </a:solidFill>
          </a:ln>
        </p:spPr>
        <p:txBody>
          <a:bodyPr wrap="square" lIns="0" tIns="0" rIns="0" bIns="0" rtlCol="0"/>
          <a:lstStyle/>
          <a:p>
            <a:endParaRPr/>
          </a:p>
        </p:txBody>
      </p:sp>
      <p:sp>
        <p:nvSpPr>
          <p:cNvPr id="13" name="object 20">
            <a:extLst>
              <a:ext uri="{FF2B5EF4-FFF2-40B4-BE49-F238E27FC236}">
                <a16:creationId xmlns:a16="http://schemas.microsoft.com/office/drawing/2014/main" id="{3FCCB3F0-8DC9-47AC-92F8-F7CC7B890FB2}"/>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0870B7"/>
            </a:solidFill>
          </a:ln>
        </p:spPr>
        <p:txBody>
          <a:bodyPr wrap="square" lIns="0" tIns="0" rIns="0" bIns="0" rtlCol="0"/>
          <a:lstStyle/>
          <a:p>
            <a:endParaRPr/>
          </a:p>
        </p:txBody>
      </p:sp>
      <p:sp>
        <p:nvSpPr>
          <p:cNvPr id="14" name="object 21">
            <a:extLst>
              <a:ext uri="{FF2B5EF4-FFF2-40B4-BE49-F238E27FC236}">
                <a16:creationId xmlns:a16="http://schemas.microsoft.com/office/drawing/2014/main" id="{19E9EF25-6994-4124-BB25-1668FEEAA030}"/>
              </a:ext>
            </a:extLst>
          </p:cNvPr>
          <p:cNvSpPr/>
          <p:nvPr userDrawn="1"/>
        </p:nvSpPr>
        <p:spPr>
          <a:xfrm>
            <a:off x="4414426" y="3171000"/>
            <a:ext cx="3019425" cy="1745614"/>
          </a:xfrm>
          <a:custGeom>
            <a:avLst/>
            <a:gdLst/>
            <a:ahLst/>
            <a:cxnLst/>
            <a:rect l="l" t="t" r="r" b="b"/>
            <a:pathLst>
              <a:path w="3019425" h="1745614">
                <a:moveTo>
                  <a:pt x="1499127" y="0"/>
                </a:moveTo>
                <a:lnTo>
                  <a:pt x="0" y="862512"/>
                </a:lnTo>
                <a:lnTo>
                  <a:pt x="1499127" y="1745567"/>
                </a:lnTo>
                <a:lnTo>
                  <a:pt x="3018797" y="862512"/>
                </a:lnTo>
                <a:lnTo>
                  <a:pt x="1499127" y="0"/>
                </a:lnTo>
                <a:close/>
              </a:path>
            </a:pathLst>
          </a:custGeom>
          <a:solidFill>
            <a:srgbClr val="2BAAE1">
              <a:alpha val="9999"/>
            </a:srgbClr>
          </a:solidFill>
        </p:spPr>
        <p:txBody>
          <a:bodyPr wrap="square" lIns="0" tIns="0" rIns="0" bIns="0" rtlCol="0"/>
          <a:lstStyle/>
          <a:p>
            <a:endParaRPr/>
          </a:p>
        </p:txBody>
      </p:sp>
      <p:sp>
        <p:nvSpPr>
          <p:cNvPr id="15" name="object 22">
            <a:extLst>
              <a:ext uri="{FF2B5EF4-FFF2-40B4-BE49-F238E27FC236}">
                <a16:creationId xmlns:a16="http://schemas.microsoft.com/office/drawing/2014/main" id="{3DFCF5EC-C759-4BC9-976B-749A55B5CE83}"/>
              </a:ext>
            </a:extLst>
          </p:cNvPr>
          <p:cNvSpPr/>
          <p:nvPr userDrawn="1"/>
        </p:nvSpPr>
        <p:spPr>
          <a:xfrm>
            <a:off x="4414426" y="3171000"/>
            <a:ext cx="3019425" cy="1745614"/>
          </a:xfrm>
          <a:custGeom>
            <a:avLst/>
            <a:gdLst/>
            <a:ahLst/>
            <a:cxnLst/>
            <a:rect l="l" t="t" r="r" b="b"/>
            <a:pathLst>
              <a:path w="3019425" h="1745614">
                <a:moveTo>
                  <a:pt x="0" y="862512"/>
                </a:moveTo>
                <a:lnTo>
                  <a:pt x="1499127" y="0"/>
                </a:lnTo>
                <a:lnTo>
                  <a:pt x="3018797" y="862512"/>
                </a:lnTo>
                <a:lnTo>
                  <a:pt x="1499127" y="1745567"/>
                </a:lnTo>
                <a:lnTo>
                  <a:pt x="0" y="862512"/>
                </a:lnTo>
                <a:close/>
              </a:path>
            </a:pathLst>
          </a:custGeom>
          <a:ln w="10973">
            <a:solidFill>
              <a:srgbClr val="28285B"/>
            </a:solidFill>
          </a:ln>
        </p:spPr>
        <p:txBody>
          <a:bodyPr wrap="square" lIns="0" tIns="0" rIns="0" bIns="0" rtlCol="0"/>
          <a:lstStyle/>
          <a:p>
            <a:endParaRPr/>
          </a:p>
        </p:txBody>
      </p:sp>
      <p:sp>
        <p:nvSpPr>
          <p:cNvPr id="16" name="object 23">
            <a:extLst>
              <a:ext uri="{FF2B5EF4-FFF2-40B4-BE49-F238E27FC236}">
                <a16:creationId xmlns:a16="http://schemas.microsoft.com/office/drawing/2014/main" id="{A23855B9-7333-4415-AC9D-2A5AE7DA10DE}"/>
              </a:ext>
            </a:extLst>
          </p:cNvPr>
          <p:cNvSpPr/>
          <p:nvPr userDrawn="1"/>
        </p:nvSpPr>
        <p:spPr>
          <a:xfrm>
            <a:off x="4417571" y="3174651"/>
            <a:ext cx="3019425" cy="3486785"/>
          </a:xfrm>
          <a:custGeom>
            <a:avLst/>
            <a:gdLst/>
            <a:ahLst/>
            <a:cxnLst/>
            <a:rect l="l" t="t" r="r" b="b"/>
            <a:pathLst>
              <a:path w="3019425" h="3486784">
                <a:moveTo>
                  <a:pt x="3019423" y="2614893"/>
                </a:moveTo>
                <a:lnTo>
                  <a:pt x="3019423" y="871631"/>
                </a:lnTo>
                <a:lnTo>
                  <a:pt x="1509716" y="0"/>
                </a:lnTo>
                <a:lnTo>
                  <a:pt x="0" y="871631"/>
                </a:lnTo>
                <a:lnTo>
                  <a:pt x="0" y="2614893"/>
                </a:lnTo>
                <a:lnTo>
                  <a:pt x="1509716" y="3486536"/>
                </a:lnTo>
                <a:lnTo>
                  <a:pt x="3019423" y="2614893"/>
                </a:lnTo>
                <a:close/>
              </a:path>
            </a:pathLst>
          </a:custGeom>
          <a:ln w="10973">
            <a:solidFill>
              <a:srgbClr val="0870B7"/>
            </a:solidFill>
          </a:ln>
        </p:spPr>
        <p:txBody>
          <a:bodyPr wrap="square" lIns="0" tIns="0" rIns="0" bIns="0" rtlCol="0"/>
          <a:lstStyle/>
          <a:p>
            <a:endParaRPr/>
          </a:p>
        </p:txBody>
      </p:sp>
      <p:sp>
        <p:nvSpPr>
          <p:cNvPr id="17" name="object 24">
            <a:extLst>
              <a:ext uri="{FF2B5EF4-FFF2-40B4-BE49-F238E27FC236}">
                <a16:creationId xmlns:a16="http://schemas.microsoft.com/office/drawing/2014/main" id="{E832B23B-542D-440B-9707-9D2906BF1C92}"/>
              </a:ext>
            </a:extLst>
          </p:cNvPr>
          <p:cNvSpPr/>
          <p:nvPr userDrawn="1"/>
        </p:nvSpPr>
        <p:spPr>
          <a:xfrm>
            <a:off x="5928222" y="4906213"/>
            <a:ext cx="0" cy="1749425"/>
          </a:xfrm>
          <a:custGeom>
            <a:avLst/>
            <a:gdLst/>
            <a:ahLst/>
            <a:cxnLst/>
            <a:rect l="l" t="t" r="r" b="b"/>
            <a:pathLst>
              <a:path h="1749425">
                <a:moveTo>
                  <a:pt x="0" y="0"/>
                </a:moveTo>
                <a:lnTo>
                  <a:pt x="0" y="1749320"/>
                </a:lnTo>
              </a:path>
            </a:pathLst>
          </a:custGeom>
          <a:ln w="10973">
            <a:solidFill>
              <a:srgbClr val="0870B7"/>
            </a:solidFill>
          </a:ln>
        </p:spPr>
        <p:txBody>
          <a:bodyPr wrap="square" lIns="0" tIns="0" rIns="0" bIns="0" rtlCol="0"/>
          <a:lstStyle/>
          <a:p>
            <a:endParaRPr/>
          </a:p>
        </p:txBody>
      </p:sp>
      <p:sp>
        <p:nvSpPr>
          <p:cNvPr id="19" name="object 4">
            <a:extLst>
              <a:ext uri="{FF2B5EF4-FFF2-40B4-BE49-F238E27FC236}">
                <a16:creationId xmlns:a16="http://schemas.microsoft.com/office/drawing/2014/main" id="{2BDF57BC-14AD-45B8-A927-0180574745C9}"/>
              </a:ext>
            </a:extLst>
          </p:cNvPr>
          <p:cNvSpPr/>
          <p:nvPr userDrawn="1"/>
        </p:nvSpPr>
        <p:spPr>
          <a:xfrm>
            <a:off x="10266468" y="3742084"/>
            <a:ext cx="0" cy="880744"/>
          </a:xfrm>
          <a:custGeom>
            <a:avLst/>
            <a:gdLst/>
            <a:ahLst/>
            <a:cxnLst/>
            <a:rect l="l" t="t" r="r" b="b"/>
            <a:pathLst>
              <a:path h="880745">
                <a:moveTo>
                  <a:pt x="0" y="0"/>
                </a:moveTo>
                <a:lnTo>
                  <a:pt x="0" y="880311"/>
                </a:lnTo>
              </a:path>
            </a:pathLst>
          </a:custGeom>
          <a:ln w="4433">
            <a:solidFill>
              <a:srgbClr val="009ABA"/>
            </a:solidFill>
          </a:ln>
        </p:spPr>
        <p:txBody>
          <a:bodyPr wrap="square" lIns="0" tIns="0" rIns="0" bIns="0" rtlCol="0"/>
          <a:lstStyle/>
          <a:p>
            <a:endParaRPr/>
          </a:p>
        </p:txBody>
      </p:sp>
      <p:sp>
        <p:nvSpPr>
          <p:cNvPr id="20" name="object 5">
            <a:extLst>
              <a:ext uri="{FF2B5EF4-FFF2-40B4-BE49-F238E27FC236}">
                <a16:creationId xmlns:a16="http://schemas.microsoft.com/office/drawing/2014/main" id="{0944E5DF-CF18-42B5-883C-D60075DC41F8}"/>
              </a:ext>
            </a:extLst>
          </p:cNvPr>
          <p:cNvSpPr/>
          <p:nvPr userDrawn="1"/>
        </p:nvSpPr>
        <p:spPr>
          <a:xfrm>
            <a:off x="10266468" y="4624875"/>
            <a:ext cx="0" cy="880744"/>
          </a:xfrm>
          <a:custGeom>
            <a:avLst/>
            <a:gdLst/>
            <a:ahLst/>
            <a:cxnLst/>
            <a:rect l="l" t="t" r="r" b="b"/>
            <a:pathLst>
              <a:path h="880745">
                <a:moveTo>
                  <a:pt x="0" y="0"/>
                </a:moveTo>
                <a:lnTo>
                  <a:pt x="0" y="880311"/>
                </a:lnTo>
              </a:path>
            </a:pathLst>
          </a:custGeom>
          <a:ln w="4433">
            <a:solidFill>
              <a:srgbClr val="5DB7AB"/>
            </a:solidFill>
          </a:ln>
        </p:spPr>
        <p:txBody>
          <a:bodyPr wrap="square" lIns="0" tIns="0" rIns="0" bIns="0" rtlCol="0"/>
          <a:lstStyle/>
          <a:p>
            <a:endParaRPr/>
          </a:p>
        </p:txBody>
      </p:sp>
      <p:sp>
        <p:nvSpPr>
          <p:cNvPr id="21" name="object 6">
            <a:extLst>
              <a:ext uri="{FF2B5EF4-FFF2-40B4-BE49-F238E27FC236}">
                <a16:creationId xmlns:a16="http://schemas.microsoft.com/office/drawing/2014/main" id="{0FFA4639-A5D4-42C5-9F54-89E02BE0D4F8}"/>
              </a:ext>
            </a:extLst>
          </p:cNvPr>
          <p:cNvSpPr/>
          <p:nvPr userDrawn="1"/>
        </p:nvSpPr>
        <p:spPr>
          <a:xfrm>
            <a:off x="10266468" y="5507666"/>
            <a:ext cx="0" cy="880744"/>
          </a:xfrm>
          <a:custGeom>
            <a:avLst/>
            <a:gdLst/>
            <a:ahLst/>
            <a:cxnLst/>
            <a:rect l="l" t="t" r="r" b="b"/>
            <a:pathLst>
              <a:path h="880745">
                <a:moveTo>
                  <a:pt x="0" y="0"/>
                </a:moveTo>
                <a:lnTo>
                  <a:pt x="0" y="880311"/>
                </a:lnTo>
              </a:path>
            </a:pathLst>
          </a:custGeom>
          <a:ln w="4433">
            <a:solidFill>
              <a:srgbClr val="EA2828"/>
            </a:solidFill>
          </a:ln>
        </p:spPr>
        <p:txBody>
          <a:bodyPr wrap="square" lIns="0" tIns="0" rIns="0" bIns="0" rtlCol="0"/>
          <a:lstStyle/>
          <a:p>
            <a:endParaRPr/>
          </a:p>
        </p:txBody>
      </p:sp>
      <p:sp>
        <p:nvSpPr>
          <p:cNvPr id="22" name="object 7">
            <a:extLst>
              <a:ext uri="{FF2B5EF4-FFF2-40B4-BE49-F238E27FC236}">
                <a16:creationId xmlns:a16="http://schemas.microsoft.com/office/drawing/2014/main" id="{C3F3A592-C18E-4F81-9B0B-FAD84C849F78}"/>
              </a:ext>
            </a:extLst>
          </p:cNvPr>
          <p:cNvSpPr/>
          <p:nvPr userDrawn="1"/>
        </p:nvSpPr>
        <p:spPr>
          <a:xfrm>
            <a:off x="10266468" y="6390469"/>
            <a:ext cx="0" cy="880744"/>
          </a:xfrm>
          <a:custGeom>
            <a:avLst/>
            <a:gdLst/>
            <a:ahLst/>
            <a:cxnLst/>
            <a:rect l="l" t="t" r="r" b="b"/>
            <a:pathLst>
              <a:path h="880745">
                <a:moveTo>
                  <a:pt x="0" y="0"/>
                </a:moveTo>
                <a:lnTo>
                  <a:pt x="0" y="880311"/>
                </a:lnTo>
              </a:path>
            </a:pathLst>
          </a:custGeom>
          <a:ln w="4433">
            <a:solidFill>
              <a:srgbClr val="FF5136"/>
            </a:solidFill>
          </a:ln>
        </p:spPr>
        <p:txBody>
          <a:bodyPr wrap="square" lIns="0" tIns="0" rIns="0" bIns="0" rtlCol="0"/>
          <a:lstStyle/>
          <a:p>
            <a:endParaRPr/>
          </a:p>
        </p:txBody>
      </p:sp>
      <p:sp>
        <p:nvSpPr>
          <p:cNvPr id="23" name="object 8">
            <a:extLst>
              <a:ext uri="{FF2B5EF4-FFF2-40B4-BE49-F238E27FC236}">
                <a16:creationId xmlns:a16="http://schemas.microsoft.com/office/drawing/2014/main" id="{8038BBEA-E71F-4B94-B51A-30745837DA8E}"/>
              </a:ext>
            </a:extLst>
          </p:cNvPr>
          <p:cNvSpPr/>
          <p:nvPr userDrawn="1"/>
        </p:nvSpPr>
        <p:spPr>
          <a:xfrm>
            <a:off x="10266468" y="7273261"/>
            <a:ext cx="0" cy="880744"/>
          </a:xfrm>
          <a:custGeom>
            <a:avLst/>
            <a:gdLst/>
            <a:ahLst/>
            <a:cxnLst/>
            <a:rect l="l" t="t" r="r" b="b"/>
            <a:pathLst>
              <a:path h="880745">
                <a:moveTo>
                  <a:pt x="0" y="0"/>
                </a:moveTo>
                <a:lnTo>
                  <a:pt x="0" y="880311"/>
                </a:lnTo>
              </a:path>
            </a:pathLst>
          </a:custGeom>
          <a:ln w="4433">
            <a:solidFill>
              <a:srgbClr val="F09C29"/>
            </a:solidFill>
          </a:ln>
        </p:spPr>
        <p:txBody>
          <a:bodyPr wrap="square" lIns="0" tIns="0" rIns="0" bIns="0" rtlCol="0"/>
          <a:lstStyle/>
          <a:p>
            <a:endParaRPr/>
          </a:p>
        </p:txBody>
      </p:sp>
      <p:sp>
        <p:nvSpPr>
          <p:cNvPr id="27" name="Marcador de texto 25">
            <a:extLst>
              <a:ext uri="{FF2B5EF4-FFF2-40B4-BE49-F238E27FC236}">
                <a16:creationId xmlns:a16="http://schemas.microsoft.com/office/drawing/2014/main" id="{30A12454-B9DC-4DDB-BB37-293B9A23741A}"/>
              </a:ext>
            </a:extLst>
          </p:cNvPr>
          <p:cNvSpPr>
            <a:spLocks noGrp="1"/>
          </p:cNvSpPr>
          <p:nvPr>
            <p:ph type="body" sz="quarter" idx="10" hasCustomPrompt="1"/>
          </p:nvPr>
        </p:nvSpPr>
        <p:spPr>
          <a:xfrm>
            <a:off x="11036010" y="5586594"/>
            <a:ext cx="4559300" cy="809837"/>
          </a:xfrm>
        </p:spPr>
        <p:txBody>
          <a:bodyPr/>
          <a:lstStyle>
            <a:lvl1pPr marL="0" indent="0">
              <a:buNone/>
              <a:defRPr lang="es-ES" sz="5150" b="0" kern="1200" spc="10" dirty="0" smtClean="0">
                <a:solidFill>
                  <a:schemeClr val="tx1"/>
                </a:solidFill>
                <a:latin typeface="GT America"/>
                <a:ea typeface="+mj-ea"/>
                <a:cs typeface="GT America"/>
              </a:defRPr>
            </a:lvl1pPr>
          </a:lstStyle>
          <a:p>
            <a:pPr lvl="0"/>
            <a:r>
              <a:rPr lang="es-ES" dirty="0"/>
              <a:t>Título</a:t>
            </a:r>
            <a:endParaRPr lang="es-CO" dirty="0"/>
          </a:p>
        </p:txBody>
      </p:sp>
    </p:spTree>
    <p:extLst>
      <p:ext uri="{BB962C8B-B14F-4D97-AF65-F5344CB8AC3E}">
        <p14:creationId xmlns:p14="http://schemas.microsoft.com/office/powerpoint/2010/main" val="10334422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ítulo centrado - fondo azul">
    <p:bg>
      <p:bgPr>
        <a:solidFill>
          <a:srgbClr val="342175"/>
        </a:solidFill>
        <a:effectLst/>
      </p:bgPr>
    </p:bg>
    <p:spTree>
      <p:nvGrpSpPr>
        <p:cNvPr id="1" name=""/>
        <p:cNvGrpSpPr/>
        <p:nvPr/>
      </p:nvGrpSpPr>
      <p:grpSpPr>
        <a:xfrm>
          <a:off x="0" y="0"/>
          <a:ext cx="0" cy="0"/>
          <a:chOff x="0" y="0"/>
          <a:chExt cx="0" cy="0"/>
        </a:xfrm>
      </p:grpSpPr>
      <p:sp>
        <p:nvSpPr>
          <p:cNvPr id="24" name="object 4">
            <a:extLst>
              <a:ext uri="{FF2B5EF4-FFF2-40B4-BE49-F238E27FC236}">
                <a16:creationId xmlns:a16="http://schemas.microsoft.com/office/drawing/2014/main" id="{0DD370BE-C9EE-4479-A519-B1F99E6EFD1F}"/>
              </a:ext>
            </a:extLst>
          </p:cNvPr>
          <p:cNvSpPr/>
          <p:nvPr userDrawn="1"/>
        </p:nvSpPr>
        <p:spPr>
          <a:xfrm>
            <a:off x="12359808" y="8120684"/>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endParaRPr/>
          </a:p>
        </p:txBody>
      </p:sp>
      <p:sp>
        <p:nvSpPr>
          <p:cNvPr id="25" name="object 5">
            <a:extLst>
              <a:ext uri="{FF2B5EF4-FFF2-40B4-BE49-F238E27FC236}">
                <a16:creationId xmlns:a16="http://schemas.microsoft.com/office/drawing/2014/main" id="{6CC36620-FBC7-46F9-AEB1-87EEE3612054}"/>
              </a:ext>
            </a:extLst>
          </p:cNvPr>
          <p:cNvSpPr/>
          <p:nvPr userDrawn="1"/>
        </p:nvSpPr>
        <p:spPr>
          <a:xfrm>
            <a:off x="10822744" y="8120684"/>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endParaRPr/>
          </a:p>
        </p:txBody>
      </p:sp>
      <p:sp>
        <p:nvSpPr>
          <p:cNvPr id="26" name="object 6">
            <a:extLst>
              <a:ext uri="{FF2B5EF4-FFF2-40B4-BE49-F238E27FC236}">
                <a16:creationId xmlns:a16="http://schemas.microsoft.com/office/drawing/2014/main" id="{0452F128-277B-4AAF-80AE-DD2857DAC8D6}"/>
              </a:ext>
            </a:extLst>
          </p:cNvPr>
          <p:cNvSpPr/>
          <p:nvPr userDrawn="1"/>
        </p:nvSpPr>
        <p:spPr>
          <a:xfrm>
            <a:off x="9285691" y="8120684"/>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endParaRPr/>
          </a:p>
        </p:txBody>
      </p:sp>
      <p:sp>
        <p:nvSpPr>
          <p:cNvPr id="28" name="object 7">
            <a:extLst>
              <a:ext uri="{FF2B5EF4-FFF2-40B4-BE49-F238E27FC236}">
                <a16:creationId xmlns:a16="http://schemas.microsoft.com/office/drawing/2014/main" id="{2E007DEF-227D-4942-8676-A19E00251D9B}"/>
              </a:ext>
            </a:extLst>
          </p:cNvPr>
          <p:cNvSpPr/>
          <p:nvPr userDrawn="1"/>
        </p:nvSpPr>
        <p:spPr>
          <a:xfrm>
            <a:off x="7748638" y="8120684"/>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endParaRPr/>
          </a:p>
        </p:txBody>
      </p:sp>
      <p:sp>
        <p:nvSpPr>
          <p:cNvPr id="29" name="object 8">
            <a:extLst>
              <a:ext uri="{FF2B5EF4-FFF2-40B4-BE49-F238E27FC236}">
                <a16:creationId xmlns:a16="http://schemas.microsoft.com/office/drawing/2014/main" id="{3C81411D-10DB-463E-B674-4FCF77AD68D8}"/>
              </a:ext>
            </a:extLst>
          </p:cNvPr>
          <p:cNvSpPr/>
          <p:nvPr userDrawn="1"/>
        </p:nvSpPr>
        <p:spPr>
          <a:xfrm>
            <a:off x="6211574" y="8120684"/>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endParaRPr/>
          </a:p>
        </p:txBody>
      </p:sp>
      <p:sp>
        <p:nvSpPr>
          <p:cNvPr id="31" name="object 10">
            <a:extLst>
              <a:ext uri="{FF2B5EF4-FFF2-40B4-BE49-F238E27FC236}">
                <a16:creationId xmlns:a16="http://schemas.microsoft.com/office/drawing/2014/main" id="{A2E5B1DD-0EF7-44BB-86B0-6BA14DE4789E}"/>
              </a:ext>
            </a:extLst>
          </p:cNvPr>
          <p:cNvSpPr txBox="1"/>
          <p:nvPr userDrawn="1"/>
        </p:nvSpPr>
        <p:spPr>
          <a:xfrm>
            <a:off x="9198864" y="5217637"/>
            <a:ext cx="5770880" cy="458459"/>
          </a:xfrm>
          <a:prstGeom prst="rect">
            <a:avLst/>
          </a:prstGeom>
        </p:spPr>
        <p:txBody>
          <a:bodyPr vert="horz" wrap="square" lIns="0" tIns="12065" rIns="0" bIns="0" rtlCol="0">
            <a:spAutoFit/>
          </a:bodyPr>
          <a:lstStyle/>
          <a:p>
            <a:pPr marL="12699">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latin typeface="GT America Thin"/>
              <a:cs typeface="GT America Thin"/>
            </a:endParaRPr>
          </a:p>
        </p:txBody>
      </p:sp>
      <p:sp>
        <p:nvSpPr>
          <p:cNvPr id="32" name="object 11">
            <a:extLst>
              <a:ext uri="{FF2B5EF4-FFF2-40B4-BE49-F238E27FC236}">
                <a16:creationId xmlns:a16="http://schemas.microsoft.com/office/drawing/2014/main" id="{0A3A1D4A-CC7C-4D38-B3AE-22AA71954620}"/>
              </a:ext>
            </a:extLst>
          </p:cNvPr>
          <p:cNvSpPr/>
          <p:nvPr userDrawn="1"/>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endParaRPr/>
          </a:p>
        </p:txBody>
      </p:sp>
      <p:sp>
        <p:nvSpPr>
          <p:cNvPr id="33" name="object 12">
            <a:extLst>
              <a:ext uri="{FF2B5EF4-FFF2-40B4-BE49-F238E27FC236}">
                <a16:creationId xmlns:a16="http://schemas.microsoft.com/office/drawing/2014/main" id="{6BD2CC71-EC38-4ED2-A627-60F38D2A4A79}"/>
              </a:ext>
            </a:extLst>
          </p:cNvPr>
          <p:cNvSpPr/>
          <p:nvPr userDrawn="1"/>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4" name="object 13">
            <a:extLst>
              <a:ext uri="{FF2B5EF4-FFF2-40B4-BE49-F238E27FC236}">
                <a16:creationId xmlns:a16="http://schemas.microsoft.com/office/drawing/2014/main" id="{408E8C0C-8320-48DF-B167-514A0DCFF1EA}"/>
              </a:ext>
            </a:extLst>
          </p:cNvPr>
          <p:cNvSpPr/>
          <p:nvPr userDrawn="1"/>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endParaRPr/>
          </a:p>
        </p:txBody>
      </p:sp>
      <p:sp>
        <p:nvSpPr>
          <p:cNvPr id="35" name="object 14">
            <a:extLst>
              <a:ext uri="{FF2B5EF4-FFF2-40B4-BE49-F238E27FC236}">
                <a16:creationId xmlns:a16="http://schemas.microsoft.com/office/drawing/2014/main" id="{01A28FDC-0707-488B-88D7-5E1543BC235D}"/>
              </a:ext>
            </a:extLst>
          </p:cNvPr>
          <p:cNvSpPr/>
          <p:nvPr userDrawn="1"/>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6" name="object 15">
            <a:extLst>
              <a:ext uri="{FF2B5EF4-FFF2-40B4-BE49-F238E27FC236}">
                <a16:creationId xmlns:a16="http://schemas.microsoft.com/office/drawing/2014/main" id="{2AF050C7-A4C7-40D7-AF5A-DB1A4D703682}"/>
              </a:ext>
            </a:extLst>
          </p:cNvPr>
          <p:cNvSpPr/>
          <p:nvPr userDrawn="1"/>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endParaRPr/>
          </a:p>
        </p:txBody>
      </p:sp>
      <p:sp>
        <p:nvSpPr>
          <p:cNvPr id="37" name="object 16">
            <a:extLst>
              <a:ext uri="{FF2B5EF4-FFF2-40B4-BE49-F238E27FC236}">
                <a16:creationId xmlns:a16="http://schemas.microsoft.com/office/drawing/2014/main" id="{79C55B6D-D8B7-448E-98B0-34E056151AF8}"/>
              </a:ext>
            </a:extLst>
          </p:cNvPr>
          <p:cNvSpPr/>
          <p:nvPr userDrawn="1"/>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38" name="object 17">
            <a:extLst>
              <a:ext uri="{FF2B5EF4-FFF2-40B4-BE49-F238E27FC236}">
                <a16:creationId xmlns:a16="http://schemas.microsoft.com/office/drawing/2014/main" id="{B3EF9D17-1762-486C-AA31-BD4B67CE69D1}"/>
              </a:ext>
            </a:extLst>
          </p:cNvPr>
          <p:cNvSpPr/>
          <p:nvPr userDrawn="1"/>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39" name="object 18">
            <a:extLst>
              <a:ext uri="{FF2B5EF4-FFF2-40B4-BE49-F238E27FC236}">
                <a16:creationId xmlns:a16="http://schemas.microsoft.com/office/drawing/2014/main" id="{D92A3342-C68B-4BFE-B0A5-DEE6FB897D2A}"/>
              </a:ext>
            </a:extLst>
          </p:cNvPr>
          <p:cNvSpPr/>
          <p:nvPr userDrawn="1"/>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40" name="object 19">
            <a:extLst>
              <a:ext uri="{FF2B5EF4-FFF2-40B4-BE49-F238E27FC236}">
                <a16:creationId xmlns:a16="http://schemas.microsoft.com/office/drawing/2014/main" id="{5AC17AF6-EA0E-40A4-B2C1-6B3A6CD97C05}"/>
              </a:ext>
            </a:extLst>
          </p:cNvPr>
          <p:cNvSpPr/>
          <p:nvPr userDrawn="1"/>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endParaRPr/>
          </a:p>
        </p:txBody>
      </p:sp>
      <p:sp>
        <p:nvSpPr>
          <p:cNvPr id="41" name="object 20">
            <a:extLst>
              <a:ext uri="{FF2B5EF4-FFF2-40B4-BE49-F238E27FC236}">
                <a16:creationId xmlns:a16="http://schemas.microsoft.com/office/drawing/2014/main" id="{952BA1FD-08CA-40F9-9B97-B7B811220606}"/>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endParaRPr/>
          </a:p>
        </p:txBody>
      </p:sp>
      <p:sp>
        <p:nvSpPr>
          <p:cNvPr id="42" name="object 21">
            <a:extLst>
              <a:ext uri="{FF2B5EF4-FFF2-40B4-BE49-F238E27FC236}">
                <a16:creationId xmlns:a16="http://schemas.microsoft.com/office/drawing/2014/main" id="{2889C62D-BCBD-495E-93ED-2E0AC88065CF}"/>
              </a:ext>
            </a:extLst>
          </p:cNvPr>
          <p:cNvSpPr/>
          <p:nvPr userDrawn="1"/>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endParaRPr/>
          </a:p>
        </p:txBody>
      </p:sp>
      <p:sp>
        <p:nvSpPr>
          <p:cNvPr id="43" name="object 22">
            <a:extLst>
              <a:ext uri="{FF2B5EF4-FFF2-40B4-BE49-F238E27FC236}">
                <a16:creationId xmlns:a16="http://schemas.microsoft.com/office/drawing/2014/main" id="{4ECD9530-1E44-4F91-908D-CBD6257AD1BD}"/>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endParaRPr/>
          </a:p>
        </p:txBody>
      </p:sp>
      <p:sp>
        <p:nvSpPr>
          <p:cNvPr id="44" name="object 23">
            <a:extLst>
              <a:ext uri="{FF2B5EF4-FFF2-40B4-BE49-F238E27FC236}">
                <a16:creationId xmlns:a16="http://schemas.microsoft.com/office/drawing/2014/main" id="{C6080D5A-7733-4C37-8A7F-7149ECA8D93E}"/>
              </a:ext>
            </a:extLst>
          </p:cNvPr>
          <p:cNvSpPr/>
          <p:nvPr userDrawn="1"/>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endParaRPr/>
          </a:p>
        </p:txBody>
      </p:sp>
      <p:sp>
        <p:nvSpPr>
          <p:cNvPr id="45" name="object 24">
            <a:extLst>
              <a:ext uri="{FF2B5EF4-FFF2-40B4-BE49-F238E27FC236}">
                <a16:creationId xmlns:a16="http://schemas.microsoft.com/office/drawing/2014/main" id="{A4F7D278-869B-40BE-82A5-35C2C1D1EC05}"/>
              </a:ext>
            </a:extLst>
          </p:cNvPr>
          <p:cNvSpPr/>
          <p:nvPr userDrawn="1"/>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endParaRPr/>
          </a:p>
        </p:txBody>
      </p:sp>
      <p:sp>
        <p:nvSpPr>
          <p:cNvPr id="47" name="object 9">
            <a:extLst>
              <a:ext uri="{FF2B5EF4-FFF2-40B4-BE49-F238E27FC236}">
                <a16:creationId xmlns:a16="http://schemas.microsoft.com/office/drawing/2014/main" id="{1F1A160C-6F38-4ADD-A8D9-49C1826DE6D7}"/>
              </a:ext>
            </a:extLst>
          </p:cNvPr>
          <p:cNvSpPr txBox="1">
            <a:spLocks/>
          </p:cNvSpPr>
          <p:nvPr userDrawn="1"/>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50" name="Marcador de texto 49">
            <a:extLst>
              <a:ext uri="{FF2B5EF4-FFF2-40B4-BE49-F238E27FC236}">
                <a16:creationId xmlns:a16="http://schemas.microsoft.com/office/drawing/2014/main" id="{596BCF93-6DE0-442F-AA83-FBFDAB95DFAB}"/>
              </a:ext>
            </a:extLst>
          </p:cNvPr>
          <p:cNvSpPr>
            <a:spLocks noGrp="1"/>
          </p:cNvSpPr>
          <p:nvPr>
            <p:ph type="body" sz="quarter" idx="10" hasCustomPrompt="1"/>
          </p:nvPr>
        </p:nvSpPr>
        <p:spPr>
          <a:xfrm>
            <a:off x="6991477" y="8482645"/>
            <a:ext cx="5303905" cy="943706"/>
          </a:xfrm>
        </p:spPr>
        <p:txBody>
          <a:bodyPr/>
          <a:lstStyle>
            <a:lvl1pPr marL="0" indent="0" algn="ctr">
              <a:buNone/>
              <a:defRPr lang="es-ES" sz="5150" kern="1200" spc="15" dirty="0" smtClean="0">
                <a:solidFill>
                  <a:srgbClr val="FFFFFF"/>
                </a:solidFill>
                <a:latin typeface="GT America"/>
                <a:ea typeface="+mn-ea"/>
                <a:cs typeface="GT America"/>
              </a:defRPr>
            </a:lvl1pPr>
          </a:lstStyle>
          <a:p>
            <a:pPr lvl="0"/>
            <a:r>
              <a:rPr lang="es-ES" dirty="0"/>
              <a:t>Título</a:t>
            </a:r>
          </a:p>
        </p:txBody>
      </p:sp>
    </p:spTree>
    <p:extLst>
      <p:ext uri="{BB962C8B-B14F-4D97-AF65-F5344CB8AC3E}">
        <p14:creationId xmlns:p14="http://schemas.microsoft.com/office/powerpoint/2010/main" val="31938216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ítulo centrado - fondo blanco">
    <p:bg>
      <p:bgPr>
        <a:solidFill>
          <a:schemeClr val="bg1"/>
        </a:solidFill>
        <a:effectLst/>
      </p:bgPr>
    </p:bg>
    <p:spTree>
      <p:nvGrpSpPr>
        <p:cNvPr id="1" name=""/>
        <p:cNvGrpSpPr/>
        <p:nvPr/>
      </p:nvGrpSpPr>
      <p:grpSpPr>
        <a:xfrm>
          <a:off x="0" y="0"/>
          <a:ext cx="0" cy="0"/>
          <a:chOff x="0" y="0"/>
          <a:chExt cx="0" cy="0"/>
        </a:xfrm>
      </p:grpSpPr>
      <p:sp>
        <p:nvSpPr>
          <p:cNvPr id="46" name="object 3">
            <a:extLst>
              <a:ext uri="{FF2B5EF4-FFF2-40B4-BE49-F238E27FC236}">
                <a16:creationId xmlns:a16="http://schemas.microsoft.com/office/drawing/2014/main" id="{F5B55B80-F91D-4AED-8DB3-AD2B94786812}"/>
              </a:ext>
            </a:extLst>
          </p:cNvPr>
          <p:cNvSpPr/>
          <p:nvPr userDrawn="1"/>
        </p:nvSpPr>
        <p:spPr>
          <a:xfrm>
            <a:off x="12299556" y="8144935"/>
            <a:ext cx="1532890" cy="0"/>
          </a:xfrm>
          <a:custGeom>
            <a:avLst/>
            <a:gdLst/>
            <a:ahLst/>
            <a:cxnLst/>
            <a:rect l="l" t="t" r="r" b="b"/>
            <a:pathLst>
              <a:path w="1532890">
                <a:moveTo>
                  <a:pt x="0" y="0"/>
                </a:moveTo>
                <a:lnTo>
                  <a:pt x="1532718" y="0"/>
                </a:lnTo>
              </a:path>
            </a:pathLst>
          </a:custGeom>
          <a:ln w="16021">
            <a:solidFill>
              <a:srgbClr val="009ABA"/>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7" name="object 4">
            <a:extLst>
              <a:ext uri="{FF2B5EF4-FFF2-40B4-BE49-F238E27FC236}">
                <a16:creationId xmlns:a16="http://schemas.microsoft.com/office/drawing/2014/main" id="{59F6F8F2-9549-4E60-9CC2-FCA0D7999E49}"/>
              </a:ext>
            </a:extLst>
          </p:cNvPr>
          <p:cNvSpPr/>
          <p:nvPr userDrawn="1"/>
        </p:nvSpPr>
        <p:spPr>
          <a:xfrm>
            <a:off x="10762492" y="8144935"/>
            <a:ext cx="1532890" cy="0"/>
          </a:xfrm>
          <a:custGeom>
            <a:avLst/>
            <a:gdLst/>
            <a:ahLst/>
            <a:cxnLst/>
            <a:rect l="l" t="t" r="r" b="b"/>
            <a:pathLst>
              <a:path w="1532890">
                <a:moveTo>
                  <a:pt x="0" y="0"/>
                </a:moveTo>
                <a:lnTo>
                  <a:pt x="1532718" y="0"/>
                </a:lnTo>
              </a:path>
            </a:pathLst>
          </a:custGeom>
          <a:ln w="16021">
            <a:solidFill>
              <a:srgbClr val="5DB7A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8" name="object 5">
            <a:extLst>
              <a:ext uri="{FF2B5EF4-FFF2-40B4-BE49-F238E27FC236}">
                <a16:creationId xmlns:a16="http://schemas.microsoft.com/office/drawing/2014/main" id="{7CA6ED11-484F-47E7-8F15-8D43EE89A2D2}"/>
              </a:ext>
            </a:extLst>
          </p:cNvPr>
          <p:cNvSpPr/>
          <p:nvPr userDrawn="1"/>
        </p:nvSpPr>
        <p:spPr>
          <a:xfrm>
            <a:off x="9225439" y="8144935"/>
            <a:ext cx="1532890" cy="0"/>
          </a:xfrm>
          <a:custGeom>
            <a:avLst/>
            <a:gdLst/>
            <a:ahLst/>
            <a:cxnLst/>
            <a:rect l="l" t="t" r="r" b="b"/>
            <a:pathLst>
              <a:path w="1532890">
                <a:moveTo>
                  <a:pt x="0" y="0"/>
                </a:moveTo>
                <a:lnTo>
                  <a:pt x="1532718" y="0"/>
                </a:lnTo>
              </a:path>
            </a:pathLst>
          </a:custGeom>
          <a:ln w="16021">
            <a:solidFill>
              <a:srgbClr val="EA2828"/>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49" name="object 6">
            <a:extLst>
              <a:ext uri="{FF2B5EF4-FFF2-40B4-BE49-F238E27FC236}">
                <a16:creationId xmlns:a16="http://schemas.microsoft.com/office/drawing/2014/main" id="{E7B6A472-EDE0-47E0-BE33-079F327A4D31}"/>
              </a:ext>
            </a:extLst>
          </p:cNvPr>
          <p:cNvSpPr/>
          <p:nvPr userDrawn="1"/>
        </p:nvSpPr>
        <p:spPr>
          <a:xfrm>
            <a:off x="7688386" y="8144935"/>
            <a:ext cx="1532890" cy="0"/>
          </a:xfrm>
          <a:custGeom>
            <a:avLst/>
            <a:gdLst/>
            <a:ahLst/>
            <a:cxnLst/>
            <a:rect l="l" t="t" r="r" b="b"/>
            <a:pathLst>
              <a:path w="1532890">
                <a:moveTo>
                  <a:pt x="0" y="0"/>
                </a:moveTo>
                <a:lnTo>
                  <a:pt x="1532718" y="0"/>
                </a:lnTo>
              </a:path>
            </a:pathLst>
          </a:custGeom>
          <a:ln w="16021">
            <a:solidFill>
              <a:srgbClr val="FF5136"/>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0" name="object 7">
            <a:extLst>
              <a:ext uri="{FF2B5EF4-FFF2-40B4-BE49-F238E27FC236}">
                <a16:creationId xmlns:a16="http://schemas.microsoft.com/office/drawing/2014/main" id="{3A42E184-9AEC-423D-B7B0-1E473B027D44}"/>
              </a:ext>
            </a:extLst>
          </p:cNvPr>
          <p:cNvSpPr/>
          <p:nvPr userDrawn="1"/>
        </p:nvSpPr>
        <p:spPr>
          <a:xfrm>
            <a:off x="6151322" y="8144935"/>
            <a:ext cx="1532890" cy="0"/>
          </a:xfrm>
          <a:custGeom>
            <a:avLst/>
            <a:gdLst/>
            <a:ahLst/>
            <a:cxnLst/>
            <a:rect l="l" t="t" r="r" b="b"/>
            <a:pathLst>
              <a:path w="1532890">
                <a:moveTo>
                  <a:pt x="0" y="0"/>
                </a:moveTo>
                <a:lnTo>
                  <a:pt x="1532718" y="0"/>
                </a:lnTo>
              </a:path>
            </a:pathLst>
          </a:custGeom>
          <a:ln w="16021">
            <a:solidFill>
              <a:srgbClr val="F09C2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1" name="object 8">
            <a:extLst>
              <a:ext uri="{FF2B5EF4-FFF2-40B4-BE49-F238E27FC236}">
                <a16:creationId xmlns:a16="http://schemas.microsoft.com/office/drawing/2014/main" id="{31A0B6AC-E5D1-40F2-A5A8-4DB89C1505CF}"/>
              </a:ext>
            </a:extLst>
          </p:cNvPr>
          <p:cNvSpPr txBox="1">
            <a:spLocks/>
          </p:cNvSpPr>
          <p:nvPr userDrawn="1"/>
        </p:nvSpPr>
        <p:spPr>
          <a:xfrm>
            <a:off x="9643430" y="3543457"/>
            <a:ext cx="4161208" cy="1844083"/>
          </a:xfrm>
          <a:prstGeom prst="rect">
            <a:avLst/>
          </a:prstGeom>
        </p:spPr>
        <p:txBody>
          <a:bodyPr vert="horz" wrap="square" lIns="0" tIns="12700" rIns="0" bIns="0" rtlCol="0">
            <a:spAutoFit/>
          </a:bodyPr>
          <a:lstStyle>
            <a:lvl1pPr eaLnBrk="1" hangingPunct="1">
              <a:defRPr sz="11900" b="1" i="0">
                <a:solidFill>
                  <a:srgbClr val="2BAAE1"/>
                </a:solidFill>
                <a:latin typeface="GT America Bold"/>
                <a:ea typeface="+mj-ea"/>
                <a:cs typeface="GT America Bold"/>
              </a:defRPr>
            </a:lvl1pPr>
          </a:lstStyle>
          <a:p>
            <a:pPr marL="12699" marR="0" lvl="0" indent="0" defTabSz="914400" eaLnBrk="1" fontAlgn="auto" latinLnBrk="0" hangingPunct="1">
              <a:lnSpc>
                <a:spcPct val="100000"/>
              </a:lnSpc>
              <a:spcBef>
                <a:spcPts val="100"/>
              </a:spcBef>
              <a:spcAft>
                <a:spcPts val="0"/>
              </a:spcAft>
              <a:buClrTx/>
              <a:buSzTx/>
              <a:buFontTx/>
              <a:buNone/>
              <a:tabLst/>
              <a:defRPr/>
            </a:pPr>
            <a:r>
              <a:rPr kumimoji="0" lang="es-CO" sz="11900" b="1" i="0" u="none" strike="noStrike" kern="0" cap="none" spc="0" normalizeH="0" baseline="0" noProof="0">
                <a:ln>
                  <a:noFill/>
                </a:ln>
                <a:solidFill>
                  <a:srgbClr val="2BAAE1"/>
                </a:solidFill>
                <a:effectLst/>
                <a:uLnTx/>
                <a:uFillTx/>
                <a:latin typeface="GT America Bold"/>
                <a:ea typeface="+mj-ea"/>
              </a:rPr>
              <a:t>MISO</a:t>
            </a:r>
            <a:endParaRPr kumimoji="0" lang="es-CO" sz="11900" b="1" i="0" u="none" strike="noStrike" kern="0" cap="none" spc="0" normalizeH="0" baseline="0" noProof="0" dirty="0">
              <a:ln>
                <a:noFill/>
              </a:ln>
              <a:solidFill>
                <a:srgbClr val="2BAAE1"/>
              </a:solidFill>
              <a:effectLst/>
              <a:uLnTx/>
              <a:uFillTx/>
              <a:latin typeface="GT America Bold"/>
              <a:ea typeface="+mj-ea"/>
            </a:endParaRPr>
          </a:p>
        </p:txBody>
      </p:sp>
      <p:sp>
        <p:nvSpPr>
          <p:cNvPr id="52" name="object 9">
            <a:extLst>
              <a:ext uri="{FF2B5EF4-FFF2-40B4-BE49-F238E27FC236}">
                <a16:creationId xmlns:a16="http://schemas.microsoft.com/office/drawing/2014/main" id="{D6CCEB1C-722F-4E1F-835C-D869AD140A72}"/>
              </a:ext>
            </a:extLst>
          </p:cNvPr>
          <p:cNvSpPr txBox="1"/>
          <p:nvPr userDrawn="1"/>
        </p:nvSpPr>
        <p:spPr>
          <a:xfrm>
            <a:off x="9198864" y="5217637"/>
            <a:ext cx="5770880" cy="458459"/>
          </a:xfrm>
          <a:prstGeom prst="rect">
            <a:avLst/>
          </a:prstGeom>
        </p:spPr>
        <p:txBody>
          <a:bodyPr vert="horz" wrap="square" lIns="0" tIns="12065" rIns="0" bIns="0" rtlCol="0">
            <a:spAutoFit/>
          </a:bodyPr>
          <a:lstStyle/>
          <a:p>
            <a:pPr marL="12699" defTabSz="914400">
              <a:spcBef>
                <a:spcPts val="95"/>
              </a:spcBef>
            </a:pPr>
            <a:r>
              <a:rPr sz="2900" spc="-10" dirty="0">
                <a:solidFill>
                  <a:srgbClr val="2BAAE1"/>
                </a:solidFill>
                <a:latin typeface="GT America Thin"/>
                <a:cs typeface="GT America Thin"/>
              </a:rPr>
              <a:t>Maestría </a:t>
            </a:r>
            <a:r>
              <a:rPr sz="2900" spc="-5" dirty="0">
                <a:solidFill>
                  <a:srgbClr val="2BAAE1"/>
                </a:solidFill>
                <a:latin typeface="GT America Thin"/>
                <a:cs typeface="GT America Thin"/>
              </a:rPr>
              <a:t>en </a:t>
            </a:r>
            <a:r>
              <a:rPr sz="2900" spc="-10" dirty="0">
                <a:solidFill>
                  <a:srgbClr val="2BAAE1"/>
                </a:solidFill>
                <a:latin typeface="GT America Thin"/>
                <a:cs typeface="GT America Thin"/>
              </a:rPr>
              <a:t>Ingeniería </a:t>
            </a:r>
            <a:r>
              <a:rPr sz="2900" spc="-5" dirty="0">
                <a:solidFill>
                  <a:srgbClr val="2BAAE1"/>
                </a:solidFill>
                <a:latin typeface="GT America Thin"/>
                <a:cs typeface="GT America Thin"/>
              </a:rPr>
              <a:t>de</a:t>
            </a:r>
            <a:r>
              <a:rPr sz="2900" spc="20" dirty="0">
                <a:solidFill>
                  <a:srgbClr val="2BAAE1"/>
                </a:solidFill>
                <a:latin typeface="GT America Thin"/>
                <a:cs typeface="GT America Thin"/>
              </a:rPr>
              <a:t> </a:t>
            </a:r>
            <a:r>
              <a:rPr sz="2900" spc="-10" dirty="0">
                <a:solidFill>
                  <a:srgbClr val="2BAAE1"/>
                </a:solidFill>
                <a:latin typeface="GT America Thin"/>
                <a:cs typeface="GT America Thin"/>
              </a:rPr>
              <a:t>Software</a:t>
            </a:r>
            <a:endParaRPr sz="2900">
              <a:solidFill>
                <a:prstClr val="black"/>
              </a:solidFill>
              <a:latin typeface="GT America Thin"/>
              <a:cs typeface="GT America Thin"/>
            </a:endParaRPr>
          </a:p>
        </p:txBody>
      </p:sp>
      <p:sp>
        <p:nvSpPr>
          <p:cNvPr id="53" name="object 10">
            <a:extLst>
              <a:ext uri="{FF2B5EF4-FFF2-40B4-BE49-F238E27FC236}">
                <a16:creationId xmlns:a16="http://schemas.microsoft.com/office/drawing/2014/main" id="{24199D36-AC00-4B12-93A2-C2ED45FF17B6}"/>
              </a:ext>
            </a:extLst>
          </p:cNvPr>
          <p:cNvSpPr/>
          <p:nvPr userDrawn="1"/>
        </p:nvSpPr>
        <p:spPr>
          <a:xfrm>
            <a:off x="5147380" y="4877935"/>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5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4" name="object 11">
            <a:extLst>
              <a:ext uri="{FF2B5EF4-FFF2-40B4-BE49-F238E27FC236}">
                <a16:creationId xmlns:a16="http://schemas.microsoft.com/office/drawing/2014/main" id="{C302700F-D539-411D-AF71-147A008F7345}"/>
              </a:ext>
            </a:extLst>
          </p:cNvPr>
          <p:cNvSpPr/>
          <p:nvPr userDrawn="1"/>
        </p:nvSpPr>
        <p:spPr>
          <a:xfrm>
            <a:off x="5147380" y="487793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5" name="object 12">
            <a:extLst>
              <a:ext uri="{FF2B5EF4-FFF2-40B4-BE49-F238E27FC236}">
                <a16:creationId xmlns:a16="http://schemas.microsoft.com/office/drawing/2014/main" id="{1FF09462-3BA9-4C7E-A3D9-36C7C79AE645}"/>
              </a:ext>
            </a:extLst>
          </p:cNvPr>
          <p:cNvSpPr/>
          <p:nvPr userDrawn="1"/>
        </p:nvSpPr>
        <p:spPr>
          <a:xfrm>
            <a:off x="5147380" y="420602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3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6" name="object 13">
            <a:extLst>
              <a:ext uri="{FF2B5EF4-FFF2-40B4-BE49-F238E27FC236}">
                <a16:creationId xmlns:a16="http://schemas.microsoft.com/office/drawing/2014/main" id="{FEBBB93D-5A1C-44E0-9331-6016EB29B6FF}"/>
              </a:ext>
            </a:extLst>
          </p:cNvPr>
          <p:cNvSpPr/>
          <p:nvPr userDrawn="1"/>
        </p:nvSpPr>
        <p:spPr>
          <a:xfrm>
            <a:off x="5147380" y="420602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7" name="object 14">
            <a:extLst>
              <a:ext uri="{FF2B5EF4-FFF2-40B4-BE49-F238E27FC236}">
                <a16:creationId xmlns:a16="http://schemas.microsoft.com/office/drawing/2014/main" id="{5F137981-A4CD-45F0-9AA1-CCBBE8306D68}"/>
              </a:ext>
            </a:extLst>
          </p:cNvPr>
          <p:cNvSpPr/>
          <p:nvPr userDrawn="1"/>
        </p:nvSpPr>
        <p:spPr>
          <a:xfrm>
            <a:off x="5147380" y="3557284"/>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25000"/>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8" name="object 15">
            <a:extLst>
              <a:ext uri="{FF2B5EF4-FFF2-40B4-BE49-F238E27FC236}">
                <a16:creationId xmlns:a16="http://schemas.microsoft.com/office/drawing/2014/main" id="{A7BCFF4A-3A87-43D7-A7D9-A6FA64AC0F08}"/>
              </a:ext>
            </a:extLst>
          </p:cNvPr>
          <p:cNvSpPr/>
          <p:nvPr userDrawn="1"/>
        </p:nvSpPr>
        <p:spPr>
          <a:xfrm>
            <a:off x="5147380" y="3557284"/>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59" name="object 16">
            <a:extLst>
              <a:ext uri="{FF2B5EF4-FFF2-40B4-BE49-F238E27FC236}">
                <a16:creationId xmlns:a16="http://schemas.microsoft.com/office/drawing/2014/main" id="{8D292F96-8782-462C-8A07-10584846A2CD}"/>
              </a:ext>
            </a:extLst>
          </p:cNvPr>
          <p:cNvSpPr/>
          <p:nvPr userDrawn="1"/>
        </p:nvSpPr>
        <p:spPr>
          <a:xfrm>
            <a:off x="5147383" y="5851042"/>
            <a:ext cx="3406140" cy="996315"/>
          </a:xfrm>
          <a:custGeom>
            <a:avLst/>
            <a:gdLst/>
            <a:ahLst/>
            <a:cxnLst/>
            <a:rect l="l" t="t" r="r" b="b"/>
            <a:pathLst>
              <a:path w="3406140" h="996315">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0" name="object 17">
            <a:extLst>
              <a:ext uri="{FF2B5EF4-FFF2-40B4-BE49-F238E27FC236}">
                <a16:creationId xmlns:a16="http://schemas.microsoft.com/office/drawing/2014/main" id="{169F8950-E386-406E-B72C-4E8679C02625}"/>
              </a:ext>
            </a:extLst>
          </p:cNvPr>
          <p:cNvSpPr/>
          <p:nvPr userDrawn="1"/>
        </p:nvSpPr>
        <p:spPr>
          <a:xfrm>
            <a:off x="5147383" y="4530391"/>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1" name="object 18">
            <a:extLst>
              <a:ext uri="{FF2B5EF4-FFF2-40B4-BE49-F238E27FC236}">
                <a16:creationId xmlns:a16="http://schemas.microsoft.com/office/drawing/2014/main" id="{BF9E2035-8220-48E9-9883-E2035E9401BB}"/>
              </a:ext>
            </a:extLst>
          </p:cNvPr>
          <p:cNvSpPr/>
          <p:nvPr userDrawn="1"/>
        </p:nvSpPr>
        <p:spPr>
          <a:xfrm>
            <a:off x="5147383" y="5179134"/>
            <a:ext cx="3406140" cy="996315"/>
          </a:xfrm>
          <a:custGeom>
            <a:avLst/>
            <a:gdLst/>
            <a:ahLst/>
            <a:cxnLst/>
            <a:rect l="l" t="t" r="r" b="b"/>
            <a:pathLst>
              <a:path w="3406140" h="996314">
                <a:moveTo>
                  <a:pt x="3405889" y="0"/>
                </a:moveTo>
                <a:lnTo>
                  <a:pt x="1691367" y="996283"/>
                </a:lnTo>
                <a:lnTo>
                  <a:pt x="0" y="0"/>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2" name="object 19">
            <a:extLst>
              <a:ext uri="{FF2B5EF4-FFF2-40B4-BE49-F238E27FC236}">
                <a16:creationId xmlns:a16="http://schemas.microsoft.com/office/drawing/2014/main" id="{F0B9024F-172F-42A7-9B5B-70C49921FBBE}"/>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3" name="object 20">
            <a:extLst>
              <a:ext uri="{FF2B5EF4-FFF2-40B4-BE49-F238E27FC236}">
                <a16:creationId xmlns:a16="http://schemas.microsoft.com/office/drawing/2014/main" id="{2D956D51-E3CB-437E-B8E1-31644542C558}"/>
              </a:ext>
            </a:extLst>
          </p:cNvPr>
          <p:cNvSpPr/>
          <p:nvPr userDrawn="1"/>
        </p:nvSpPr>
        <p:spPr>
          <a:xfrm>
            <a:off x="5147380" y="2908546"/>
            <a:ext cx="3406140" cy="1969770"/>
          </a:xfrm>
          <a:custGeom>
            <a:avLst/>
            <a:gdLst/>
            <a:ahLst/>
            <a:cxnLst/>
            <a:rect l="l" t="t" r="r" b="b"/>
            <a:pathLst>
              <a:path w="3406140" h="1969770">
                <a:moveTo>
                  <a:pt x="1691367" y="0"/>
                </a:moveTo>
                <a:lnTo>
                  <a:pt x="0" y="973106"/>
                </a:lnTo>
                <a:lnTo>
                  <a:pt x="1691367" y="1969389"/>
                </a:lnTo>
                <a:lnTo>
                  <a:pt x="3405889" y="973106"/>
                </a:lnTo>
                <a:lnTo>
                  <a:pt x="1691367" y="0"/>
                </a:lnTo>
                <a:close/>
              </a:path>
            </a:pathLst>
          </a:custGeom>
          <a:solidFill>
            <a:srgbClr val="2BAAE1">
              <a:alpha val="9999"/>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4" name="object 21">
            <a:extLst>
              <a:ext uri="{FF2B5EF4-FFF2-40B4-BE49-F238E27FC236}">
                <a16:creationId xmlns:a16="http://schemas.microsoft.com/office/drawing/2014/main" id="{72F22BD7-43A4-46CE-9309-1913B8229B96}"/>
              </a:ext>
            </a:extLst>
          </p:cNvPr>
          <p:cNvSpPr/>
          <p:nvPr userDrawn="1"/>
        </p:nvSpPr>
        <p:spPr>
          <a:xfrm>
            <a:off x="5147380" y="2908546"/>
            <a:ext cx="3406140" cy="1969770"/>
          </a:xfrm>
          <a:custGeom>
            <a:avLst/>
            <a:gdLst/>
            <a:ahLst/>
            <a:cxnLst/>
            <a:rect l="l" t="t" r="r" b="b"/>
            <a:pathLst>
              <a:path w="3406140" h="1969770">
                <a:moveTo>
                  <a:pt x="0" y="973106"/>
                </a:moveTo>
                <a:lnTo>
                  <a:pt x="1691367" y="0"/>
                </a:lnTo>
                <a:lnTo>
                  <a:pt x="3405889" y="973106"/>
                </a:lnTo>
                <a:lnTo>
                  <a:pt x="1691367" y="1969389"/>
                </a:lnTo>
                <a:lnTo>
                  <a:pt x="0" y="973106"/>
                </a:lnTo>
                <a:close/>
              </a:path>
            </a:pathLst>
          </a:custGeom>
          <a:ln w="10973">
            <a:solidFill>
              <a:srgbClr val="28285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5" name="object 22">
            <a:extLst>
              <a:ext uri="{FF2B5EF4-FFF2-40B4-BE49-F238E27FC236}">
                <a16:creationId xmlns:a16="http://schemas.microsoft.com/office/drawing/2014/main" id="{3EFDB32E-A823-4F47-857F-C041BABD66FA}"/>
              </a:ext>
            </a:extLst>
          </p:cNvPr>
          <p:cNvSpPr/>
          <p:nvPr userDrawn="1"/>
        </p:nvSpPr>
        <p:spPr>
          <a:xfrm>
            <a:off x="5150935" y="2912662"/>
            <a:ext cx="3406775" cy="3933825"/>
          </a:xfrm>
          <a:custGeom>
            <a:avLst/>
            <a:gdLst/>
            <a:ahLst/>
            <a:cxnLst/>
            <a:rect l="l" t="t" r="r" b="b"/>
            <a:pathLst>
              <a:path w="3406775" h="3933825">
                <a:moveTo>
                  <a:pt x="3406591" y="2950188"/>
                </a:moveTo>
                <a:lnTo>
                  <a:pt x="3406591" y="983389"/>
                </a:lnTo>
                <a:lnTo>
                  <a:pt x="1703284" y="0"/>
                </a:lnTo>
                <a:lnTo>
                  <a:pt x="0" y="983389"/>
                </a:lnTo>
                <a:lnTo>
                  <a:pt x="0" y="2950188"/>
                </a:lnTo>
                <a:lnTo>
                  <a:pt x="1703284" y="3933588"/>
                </a:lnTo>
                <a:lnTo>
                  <a:pt x="3406591" y="2950188"/>
                </a:lnTo>
                <a:close/>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6" name="object 23">
            <a:extLst>
              <a:ext uri="{FF2B5EF4-FFF2-40B4-BE49-F238E27FC236}">
                <a16:creationId xmlns:a16="http://schemas.microsoft.com/office/drawing/2014/main" id="{4435C06B-E9EF-48FD-AAAA-505B41BA5254}"/>
              </a:ext>
            </a:extLst>
          </p:cNvPr>
          <p:cNvSpPr/>
          <p:nvPr userDrawn="1"/>
        </p:nvSpPr>
        <p:spPr>
          <a:xfrm>
            <a:off x="6855283" y="4866250"/>
            <a:ext cx="0" cy="1974214"/>
          </a:xfrm>
          <a:custGeom>
            <a:avLst/>
            <a:gdLst/>
            <a:ahLst/>
            <a:cxnLst/>
            <a:rect l="l" t="t" r="r" b="b"/>
            <a:pathLst>
              <a:path h="1974215">
                <a:moveTo>
                  <a:pt x="0" y="0"/>
                </a:moveTo>
                <a:lnTo>
                  <a:pt x="0" y="1973636"/>
                </a:lnTo>
              </a:path>
            </a:pathLst>
          </a:custGeom>
          <a:ln w="10973">
            <a:solidFill>
              <a:srgbClr val="0870B7"/>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endParaRPr>
          </a:p>
        </p:txBody>
      </p:sp>
      <p:sp>
        <p:nvSpPr>
          <p:cNvPr id="67" name="Marcador de texto 49">
            <a:extLst>
              <a:ext uri="{FF2B5EF4-FFF2-40B4-BE49-F238E27FC236}">
                <a16:creationId xmlns:a16="http://schemas.microsoft.com/office/drawing/2014/main" id="{3F5E93B8-6609-4939-9667-85EA33BDAECF}"/>
              </a:ext>
            </a:extLst>
          </p:cNvPr>
          <p:cNvSpPr>
            <a:spLocks noGrp="1"/>
          </p:cNvSpPr>
          <p:nvPr>
            <p:ph type="body" sz="quarter" idx="10" hasCustomPrompt="1"/>
          </p:nvPr>
        </p:nvSpPr>
        <p:spPr>
          <a:xfrm>
            <a:off x="6991477" y="8683496"/>
            <a:ext cx="5303905" cy="943706"/>
          </a:xfrm>
        </p:spPr>
        <p:txBody>
          <a:bodyPr/>
          <a:lstStyle>
            <a:lvl1pPr marL="0" indent="0" algn="ctr">
              <a:buNone/>
              <a:defRPr lang="es-ES" sz="5150" kern="1200" spc="15" dirty="0" smtClean="0">
                <a:solidFill>
                  <a:schemeClr val="tx1"/>
                </a:solidFill>
                <a:latin typeface="GT America"/>
                <a:ea typeface="+mn-ea"/>
                <a:cs typeface="GT America"/>
              </a:defRPr>
            </a:lvl1pPr>
          </a:lstStyle>
          <a:p>
            <a:pPr lvl="0"/>
            <a:r>
              <a:rPr lang="es-ES" dirty="0"/>
              <a:t>Título</a:t>
            </a:r>
          </a:p>
        </p:txBody>
      </p:sp>
    </p:spTree>
    <p:extLst>
      <p:ext uri="{BB962C8B-B14F-4D97-AF65-F5344CB8AC3E}">
        <p14:creationId xmlns:p14="http://schemas.microsoft.com/office/powerpoint/2010/main" val="13301145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ítulo y contenido">
    <p:spTree>
      <p:nvGrpSpPr>
        <p:cNvPr id="1" name=""/>
        <p:cNvGrpSpPr/>
        <p:nvPr/>
      </p:nvGrpSpPr>
      <p:grpSpPr>
        <a:xfrm>
          <a:off x="0" y="0"/>
          <a:ext cx="0" cy="0"/>
          <a:chOff x="0" y="0"/>
          <a:chExt cx="0" cy="0"/>
        </a:xfrm>
      </p:grpSpPr>
      <p:sp>
        <p:nvSpPr>
          <p:cNvPr id="13" name="Marcador de texto 10">
            <a:extLst>
              <a:ext uri="{FF2B5EF4-FFF2-40B4-BE49-F238E27FC236}">
                <a16:creationId xmlns:a16="http://schemas.microsoft.com/office/drawing/2014/main" id="{B52D28F9-F37F-4DF5-A2D1-AA68FCF34B41}"/>
              </a:ext>
            </a:extLst>
          </p:cNvPr>
          <p:cNvSpPr>
            <a:spLocks noGrp="1"/>
          </p:cNvSpPr>
          <p:nvPr>
            <p:ph type="body" sz="quarter" idx="10" hasCustomPrompt="1"/>
          </p:nvPr>
        </p:nvSpPr>
        <p:spPr>
          <a:xfrm>
            <a:off x="893445" y="2608154"/>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14" name="Marcador de texto 10">
            <a:extLst>
              <a:ext uri="{FF2B5EF4-FFF2-40B4-BE49-F238E27FC236}">
                <a16:creationId xmlns:a16="http://schemas.microsoft.com/office/drawing/2014/main" id="{57789202-1793-4245-AFD0-7A37AFAF345E}"/>
              </a:ext>
            </a:extLst>
          </p:cNvPr>
          <p:cNvSpPr>
            <a:spLocks noGrp="1"/>
          </p:cNvSpPr>
          <p:nvPr>
            <p:ph type="body" sz="quarter" idx="11" hasCustomPrompt="1"/>
          </p:nvPr>
        </p:nvSpPr>
        <p:spPr>
          <a:xfrm>
            <a:off x="893445" y="3791885"/>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8" name="Marcador de texto 17">
            <a:extLst>
              <a:ext uri="{FF2B5EF4-FFF2-40B4-BE49-F238E27FC236}">
                <a16:creationId xmlns:a16="http://schemas.microsoft.com/office/drawing/2014/main" id="{B1648929-BBD8-40CA-8CD6-942223EF4E87}"/>
              </a:ext>
            </a:extLst>
          </p:cNvPr>
          <p:cNvSpPr>
            <a:spLocks noGrp="1"/>
          </p:cNvSpPr>
          <p:nvPr>
            <p:ph type="body" sz="quarter" idx="12" hasCustomPrompt="1"/>
          </p:nvPr>
        </p:nvSpPr>
        <p:spPr>
          <a:xfrm>
            <a:off x="7804943" y="2608154"/>
            <a:ext cx="11405712" cy="8442138"/>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12466025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Imagen y contenido">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7216753" y="249966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7216753" y="368339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1" name="Marcador de posición de imagen 10">
            <a:extLst>
              <a:ext uri="{FF2B5EF4-FFF2-40B4-BE49-F238E27FC236}">
                <a16:creationId xmlns:a16="http://schemas.microsoft.com/office/drawing/2014/main" id="{19777898-8777-4729-86D3-6D903457F0BF}"/>
              </a:ext>
            </a:extLst>
          </p:cNvPr>
          <p:cNvSpPr>
            <a:spLocks noGrp="1"/>
          </p:cNvSpPr>
          <p:nvPr>
            <p:ph type="pic" sz="quarter" idx="12"/>
          </p:nvPr>
        </p:nvSpPr>
        <p:spPr>
          <a:xfrm>
            <a:off x="1054100" y="2500313"/>
            <a:ext cx="5408693" cy="8596312"/>
          </a:xfrm>
        </p:spPr>
        <p:txBody>
          <a:bodyPr/>
          <a:lstStyle/>
          <a:p>
            <a:r>
              <a:rPr lang="es-ES"/>
              <a:t>Haga clic en el icono para agregar una imagen</a:t>
            </a:r>
            <a:endParaRPr lang="es-CO"/>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7216753" y="531261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29956608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Profesor a la izquierda">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7216753" y="249966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7216753" y="368339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7216753" y="531261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38643645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Profesor a la derecha">
    <p:spTree>
      <p:nvGrpSpPr>
        <p:cNvPr id="1" name=""/>
        <p:cNvGrpSpPr/>
        <p:nvPr/>
      </p:nvGrpSpPr>
      <p:grpSpPr>
        <a:xfrm>
          <a:off x="0" y="0"/>
          <a:ext cx="0" cy="0"/>
          <a:chOff x="0" y="0"/>
          <a:chExt cx="0" cy="0"/>
        </a:xfrm>
      </p:grpSpPr>
      <p:sp>
        <p:nvSpPr>
          <p:cNvPr id="6" name="Marcador de texto 10">
            <a:extLst>
              <a:ext uri="{FF2B5EF4-FFF2-40B4-BE49-F238E27FC236}">
                <a16:creationId xmlns:a16="http://schemas.microsoft.com/office/drawing/2014/main" id="{CF257359-2D6D-40A7-8F82-0026A8879322}"/>
              </a:ext>
            </a:extLst>
          </p:cNvPr>
          <p:cNvSpPr>
            <a:spLocks noGrp="1"/>
          </p:cNvSpPr>
          <p:nvPr>
            <p:ph type="body" sz="quarter" idx="10" hasCustomPrompt="1"/>
          </p:nvPr>
        </p:nvSpPr>
        <p:spPr>
          <a:xfrm>
            <a:off x="893445" y="2406675"/>
            <a:ext cx="6021705" cy="1183731"/>
          </a:xfrm>
        </p:spPr>
        <p:txBody>
          <a:bodyPr>
            <a:noAutofit/>
          </a:bodyPr>
          <a:lstStyle>
            <a:lvl1pPr marL="0" indent="0">
              <a:buNone/>
              <a:defRPr lang="es-ES" sz="6900" b="1" kern="1200" spc="-100" dirty="0" smtClean="0">
                <a:solidFill>
                  <a:srgbClr val="0D0D2C"/>
                </a:solidFill>
                <a:latin typeface="Arial"/>
                <a:ea typeface="+mn-ea"/>
                <a:cs typeface="Arial"/>
              </a:defRPr>
            </a:lvl1pPr>
          </a:lstStyle>
          <a:p>
            <a:pPr lvl="0"/>
            <a:r>
              <a:rPr lang="es-ES" dirty="0"/>
              <a:t>Título</a:t>
            </a:r>
          </a:p>
        </p:txBody>
      </p:sp>
      <p:sp>
        <p:nvSpPr>
          <p:cNvPr id="7" name="Marcador de texto 10">
            <a:extLst>
              <a:ext uri="{FF2B5EF4-FFF2-40B4-BE49-F238E27FC236}">
                <a16:creationId xmlns:a16="http://schemas.microsoft.com/office/drawing/2014/main" id="{09945D95-5FFD-4D6F-9731-F98E66873786}"/>
              </a:ext>
            </a:extLst>
          </p:cNvPr>
          <p:cNvSpPr>
            <a:spLocks noGrp="1"/>
          </p:cNvSpPr>
          <p:nvPr>
            <p:ph type="body" sz="quarter" idx="11" hasCustomPrompt="1"/>
          </p:nvPr>
        </p:nvSpPr>
        <p:spPr>
          <a:xfrm>
            <a:off x="893445" y="3590406"/>
            <a:ext cx="6021705" cy="1183731"/>
          </a:xfrm>
        </p:spPr>
        <p:txBody>
          <a:bodyPr>
            <a:noAutofit/>
          </a:bodyPr>
          <a:lstStyle>
            <a:lvl1pPr marL="0" indent="0">
              <a:buNone/>
              <a:defRPr lang="es-ES" sz="6900" b="1" kern="1200" spc="-15" dirty="0" smtClean="0">
                <a:solidFill>
                  <a:srgbClr val="29ABE1"/>
                </a:solidFill>
                <a:latin typeface="Arial"/>
                <a:ea typeface="+mn-ea"/>
                <a:cs typeface="Arial"/>
              </a:defRPr>
            </a:lvl1pPr>
          </a:lstStyle>
          <a:p>
            <a:pPr lvl="0"/>
            <a:r>
              <a:rPr lang="es-ES" dirty="0"/>
              <a:t>Subtítulo</a:t>
            </a:r>
          </a:p>
        </p:txBody>
      </p:sp>
      <p:sp>
        <p:nvSpPr>
          <p:cNvPr id="12" name="Marcador de texto 17">
            <a:extLst>
              <a:ext uri="{FF2B5EF4-FFF2-40B4-BE49-F238E27FC236}">
                <a16:creationId xmlns:a16="http://schemas.microsoft.com/office/drawing/2014/main" id="{46A6B06E-DCFC-4C61-B35C-2FF747EFBED5}"/>
              </a:ext>
            </a:extLst>
          </p:cNvPr>
          <p:cNvSpPr>
            <a:spLocks noGrp="1"/>
          </p:cNvSpPr>
          <p:nvPr>
            <p:ph type="body" sz="quarter" idx="13" hasCustomPrompt="1"/>
          </p:nvPr>
        </p:nvSpPr>
        <p:spPr>
          <a:xfrm>
            <a:off x="893445" y="5219627"/>
            <a:ext cx="11405712" cy="5718875"/>
          </a:xfrm>
        </p:spPr>
        <p:txBody>
          <a:bodyPr>
            <a:normAutofit/>
          </a:bodyPr>
          <a:lstStyle>
            <a:lvl1pPr marL="0" indent="0">
              <a:buNone/>
              <a:defRPr sz="4000">
                <a:latin typeface="Arial" panose="020B0604020202020204" pitchFamily="34" charset="0"/>
                <a:cs typeface="Arial" panose="020B0604020202020204" pitchFamily="34" charset="0"/>
              </a:defRPr>
            </a:lvl1pPr>
          </a:lstStyle>
          <a:p>
            <a:pPr lvl="0"/>
            <a:r>
              <a:rPr lang="es-ES" dirty="0"/>
              <a:t>Haga clic aquí para modificar el texto</a:t>
            </a:r>
          </a:p>
        </p:txBody>
      </p:sp>
    </p:spTree>
    <p:extLst>
      <p:ext uri="{BB962C8B-B14F-4D97-AF65-F5344CB8AC3E}">
        <p14:creationId xmlns:p14="http://schemas.microsoft.com/office/powerpoint/2010/main" val="36816873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04879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82157" y="631194"/>
            <a:ext cx="17339786" cy="2291506"/>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82157" y="3155965"/>
            <a:ext cx="17339786" cy="752217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382157" y="10988247"/>
            <a:ext cx="4523423" cy="631193"/>
          </a:xfrm>
          <a:prstGeom prst="rect">
            <a:avLst/>
          </a:prstGeom>
        </p:spPr>
        <p:txBody>
          <a:bodyPr vert="horz" lIns="91440" tIns="45720" rIns="91440" bIns="45720" rtlCol="0" anchor="ctr"/>
          <a:lstStyle>
            <a:lvl1pPr algn="l">
              <a:defRPr sz="1979">
                <a:solidFill>
                  <a:schemeClr val="tx1">
                    <a:tint val="75000"/>
                  </a:schemeClr>
                </a:solidFill>
              </a:defRPr>
            </a:lvl1pPr>
          </a:lstStyle>
          <a:p>
            <a:fld id="{CC469C3E-277C-4E1F-A249-5B730364B4FA}" type="datetimeFigureOut">
              <a:rPr lang="es-CO" smtClean="0"/>
              <a:t>16/08/25</a:t>
            </a:fld>
            <a:endParaRPr lang="es-CO"/>
          </a:p>
        </p:txBody>
      </p:sp>
      <p:sp>
        <p:nvSpPr>
          <p:cNvPr id="5" name="Footer Placeholder 4"/>
          <p:cNvSpPr>
            <a:spLocks noGrp="1"/>
          </p:cNvSpPr>
          <p:nvPr>
            <p:ph type="ftr" sz="quarter" idx="3"/>
          </p:nvPr>
        </p:nvSpPr>
        <p:spPr>
          <a:xfrm>
            <a:off x="6659483" y="10988247"/>
            <a:ext cx="6785134" cy="631193"/>
          </a:xfrm>
          <a:prstGeom prst="rect">
            <a:avLst/>
          </a:prstGeom>
        </p:spPr>
        <p:txBody>
          <a:bodyPr vert="horz" lIns="91440" tIns="45720" rIns="91440" bIns="45720" rtlCol="0" anchor="ctr"/>
          <a:lstStyle>
            <a:lvl1pPr algn="ctr">
              <a:defRPr sz="1979">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14198520" y="10988247"/>
            <a:ext cx="4523423" cy="631193"/>
          </a:xfrm>
          <a:prstGeom prst="rect">
            <a:avLst/>
          </a:prstGeom>
        </p:spPr>
        <p:txBody>
          <a:bodyPr vert="horz" lIns="91440" tIns="45720" rIns="91440" bIns="45720" rtlCol="0" anchor="ctr"/>
          <a:lstStyle>
            <a:lvl1pPr algn="r">
              <a:defRPr sz="1979">
                <a:solidFill>
                  <a:schemeClr val="tx1">
                    <a:tint val="75000"/>
                  </a:schemeClr>
                </a:solidFill>
              </a:defRPr>
            </a:lvl1pPr>
          </a:lstStyle>
          <a:p>
            <a:fld id="{0489EC60-5D13-492C-8D6B-471F73FDA5E8}" type="slidenum">
              <a:rPr lang="es-CO" smtClean="0"/>
              <a:t>‹#›</a:t>
            </a:fld>
            <a:endParaRPr lang="es-CO"/>
          </a:p>
        </p:txBody>
      </p:sp>
    </p:spTree>
    <p:extLst>
      <p:ext uri="{BB962C8B-B14F-4D97-AF65-F5344CB8AC3E}">
        <p14:creationId xmlns:p14="http://schemas.microsoft.com/office/powerpoint/2010/main" val="1671958896"/>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 id="2147483711" r:id="rId17"/>
    <p:sldLayoutId id="2147483712" r:id="rId18"/>
    <p:sldLayoutId id="2147483713" r:id="rId19"/>
    <p:sldLayoutId id="2147483693" r:id="rId20"/>
    <p:sldLayoutId id="2147483686" r:id="rId21"/>
    <p:sldLayoutId id="2147483687" r:id="rId22"/>
    <p:sldLayoutId id="2147483689" r:id="rId23"/>
    <p:sldLayoutId id="2147483688" r:id="rId24"/>
    <p:sldLayoutId id="2147483690" r:id="rId25"/>
    <p:sldLayoutId id="2147483691" r:id="rId26"/>
    <p:sldLayoutId id="2147483692" r:id="rId27"/>
    <p:sldLayoutId id="2147483714" r:id="rId28"/>
  </p:sldLayoutIdLst>
  <p:txStyles>
    <p:titleStyle>
      <a:lvl1pPr algn="l" defTabSz="1507846" rtl="0" eaLnBrk="1" latinLnBrk="0" hangingPunct="1">
        <a:lnSpc>
          <a:spcPct val="90000"/>
        </a:lnSpc>
        <a:spcBef>
          <a:spcPct val="0"/>
        </a:spcBef>
        <a:buNone/>
        <a:defRPr sz="7256" kern="1200">
          <a:solidFill>
            <a:schemeClr val="tx1"/>
          </a:solidFill>
          <a:latin typeface="+mj-lt"/>
          <a:ea typeface="+mj-ea"/>
          <a:cs typeface="+mj-cs"/>
        </a:defRPr>
      </a:lvl1pPr>
    </p:titleStyle>
    <p:bodyStyle>
      <a:lvl1pPr marL="376961" indent="-376961" algn="l" defTabSz="1507846" rtl="0" eaLnBrk="1" latinLnBrk="0" hangingPunct="1">
        <a:lnSpc>
          <a:spcPct val="90000"/>
        </a:lnSpc>
        <a:spcBef>
          <a:spcPts val="1649"/>
        </a:spcBef>
        <a:buFont typeface="Arial" panose="020B0604020202020204" pitchFamily="34" charset="0"/>
        <a:buChar char="•"/>
        <a:defRPr sz="4617" kern="1200">
          <a:solidFill>
            <a:schemeClr val="tx1"/>
          </a:solidFill>
          <a:latin typeface="+mn-lt"/>
          <a:ea typeface="+mn-ea"/>
          <a:cs typeface="+mn-cs"/>
        </a:defRPr>
      </a:lvl1pPr>
      <a:lvl2pPr marL="1130884" indent="-376961" algn="l" defTabSz="1507846" rtl="0" eaLnBrk="1" latinLnBrk="0" hangingPunct="1">
        <a:lnSpc>
          <a:spcPct val="90000"/>
        </a:lnSpc>
        <a:spcBef>
          <a:spcPts val="824"/>
        </a:spcBef>
        <a:buFont typeface="Arial" panose="020B0604020202020204" pitchFamily="34" charset="0"/>
        <a:buChar char="•"/>
        <a:defRPr sz="3958" kern="1200">
          <a:solidFill>
            <a:schemeClr val="tx1"/>
          </a:solidFill>
          <a:latin typeface="+mn-lt"/>
          <a:ea typeface="+mn-ea"/>
          <a:cs typeface="+mn-cs"/>
        </a:defRPr>
      </a:lvl2pPr>
      <a:lvl3pPr marL="1884807" indent="-376961" algn="l" defTabSz="1507846" rtl="0" eaLnBrk="1" latinLnBrk="0" hangingPunct="1">
        <a:lnSpc>
          <a:spcPct val="90000"/>
        </a:lnSpc>
        <a:spcBef>
          <a:spcPts val="824"/>
        </a:spcBef>
        <a:buFont typeface="Arial" panose="020B0604020202020204" pitchFamily="34" charset="0"/>
        <a:buChar char="•"/>
        <a:defRPr sz="3298" kern="1200">
          <a:solidFill>
            <a:schemeClr val="tx1"/>
          </a:solidFill>
          <a:latin typeface="+mn-lt"/>
          <a:ea typeface="+mn-ea"/>
          <a:cs typeface="+mn-cs"/>
        </a:defRPr>
      </a:lvl3pPr>
      <a:lvl4pPr marL="2638730"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4pPr>
      <a:lvl5pPr marL="3392653"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5pPr>
      <a:lvl6pPr marL="4146575"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6pPr>
      <a:lvl7pPr marL="4900498"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7pPr>
      <a:lvl8pPr marL="5654421"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8pPr>
      <a:lvl9pPr marL="6408344"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9pPr>
    </p:bodyStyle>
    <p:otherStyle>
      <a:defPPr>
        <a:defRPr lang="en-US"/>
      </a:defPPr>
      <a:lvl1pPr marL="0" algn="l" defTabSz="1507846" rtl="0" eaLnBrk="1" latinLnBrk="0" hangingPunct="1">
        <a:defRPr sz="2968" kern="1200">
          <a:solidFill>
            <a:schemeClr val="tx1"/>
          </a:solidFill>
          <a:latin typeface="+mn-lt"/>
          <a:ea typeface="+mn-ea"/>
          <a:cs typeface="+mn-cs"/>
        </a:defRPr>
      </a:lvl1pPr>
      <a:lvl2pPr marL="753923" algn="l" defTabSz="1507846" rtl="0" eaLnBrk="1" latinLnBrk="0" hangingPunct="1">
        <a:defRPr sz="2968" kern="1200">
          <a:solidFill>
            <a:schemeClr val="tx1"/>
          </a:solidFill>
          <a:latin typeface="+mn-lt"/>
          <a:ea typeface="+mn-ea"/>
          <a:cs typeface="+mn-cs"/>
        </a:defRPr>
      </a:lvl2pPr>
      <a:lvl3pPr marL="1507846" algn="l" defTabSz="1507846" rtl="0" eaLnBrk="1" latinLnBrk="0" hangingPunct="1">
        <a:defRPr sz="2968" kern="1200">
          <a:solidFill>
            <a:schemeClr val="tx1"/>
          </a:solidFill>
          <a:latin typeface="+mn-lt"/>
          <a:ea typeface="+mn-ea"/>
          <a:cs typeface="+mn-cs"/>
        </a:defRPr>
      </a:lvl3pPr>
      <a:lvl4pPr marL="2261768" algn="l" defTabSz="1507846" rtl="0" eaLnBrk="1" latinLnBrk="0" hangingPunct="1">
        <a:defRPr sz="2968" kern="1200">
          <a:solidFill>
            <a:schemeClr val="tx1"/>
          </a:solidFill>
          <a:latin typeface="+mn-lt"/>
          <a:ea typeface="+mn-ea"/>
          <a:cs typeface="+mn-cs"/>
        </a:defRPr>
      </a:lvl4pPr>
      <a:lvl5pPr marL="3015691" algn="l" defTabSz="1507846" rtl="0" eaLnBrk="1" latinLnBrk="0" hangingPunct="1">
        <a:defRPr sz="2968" kern="1200">
          <a:solidFill>
            <a:schemeClr val="tx1"/>
          </a:solidFill>
          <a:latin typeface="+mn-lt"/>
          <a:ea typeface="+mn-ea"/>
          <a:cs typeface="+mn-cs"/>
        </a:defRPr>
      </a:lvl5pPr>
      <a:lvl6pPr marL="3769614" algn="l" defTabSz="1507846" rtl="0" eaLnBrk="1" latinLnBrk="0" hangingPunct="1">
        <a:defRPr sz="2968" kern="1200">
          <a:solidFill>
            <a:schemeClr val="tx1"/>
          </a:solidFill>
          <a:latin typeface="+mn-lt"/>
          <a:ea typeface="+mn-ea"/>
          <a:cs typeface="+mn-cs"/>
        </a:defRPr>
      </a:lvl6pPr>
      <a:lvl7pPr marL="4523537" algn="l" defTabSz="1507846" rtl="0" eaLnBrk="1" latinLnBrk="0" hangingPunct="1">
        <a:defRPr sz="2968" kern="1200">
          <a:solidFill>
            <a:schemeClr val="tx1"/>
          </a:solidFill>
          <a:latin typeface="+mn-lt"/>
          <a:ea typeface="+mn-ea"/>
          <a:cs typeface="+mn-cs"/>
        </a:defRPr>
      </a:lvl7pPr>
      <a:lvl8pPr marL="5277460" algn="l" defTabSz="1507846" rtl="0" eaLnBrk="1" latinLnBrk="0" hangingPunct="1">
        <a:defRPr sz="2968" kern="1200">
          <a:solidFill>
            <a:schemeClr val="tx1"/>
          </a:solidFill>
          <a:latin typeface="+mn-lt"/>
          <a:ea typeface="+mn-ea"/>
          <a:cs typeface="+mn-cs"/>
        </a:defRPr>
      </a:lvl8pPr>
      <a:lvl9pPr marL="6031382" algn="l" defTabSz="1507846" rtl="0" eaLnBrk="1" latinLnBrk="0" hangingPunct="1">
        <a:defRPr sz="296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5E50992-41E3-B944-B348-48647978B886}"/>
              </a:ext>
            </a:extLst>
          </p:cNvPr>
          <p:cNvSpPr>
            <a:spLocks noGrp="1"/>
          </p:cNvSpPr>
          <p:nvPr>
            <p:ph type="body" sz="quarter" idx="10"/>
          </p:nvPr>
        </p:nvSpPr>
        <p:spPr>
          <a:xfrm>
            <a:off x="10861289" y="3854844"/>
            <a:ext cx="8207296" cy="1284526"/>
          </a:xfrm>
        </p:spPr>
        <p:txBody>
          <a:bodyPr vert="horz" lIns="91440" tIns="45720" rIns="91440" bIns="45720" rtlCol="0" anchor="t">
            <a:normAutofit fontScale="92500" lnSpcReduction="10000"/>
          </a:bodyPr>
          <a:lstStyle/>
          <a:p>
            <a:r>
              <a:rPr lang="es-CO" sz="4000"/>
              <a:t>Cuaderno  de Trabajo 2A</a:t>
            </a:r>
          </a:p>
          <a:p>
            <a:r>
              <a:rPr lang="es-CO" sz="4000" dirty="0"/>
              <a:t>Requisitos de Calidad</a:t>
            </a:r>
          </a:p>
        </p:txBody>
      </p:sp>
      <p:sp>
        <p:nvSpPr>
          <p:cNvPr id="3" name="Marcador de texto 1">
            <a:extLst>
              <a:ext uri="{FF2B5EF4-FFF2-40B4-BE49-F238E27FC236}">
                <a16:creationId xmlns:a16="http://schemas.microsoft.com/office/drawing/2014/main" id="{2D598DFA-329B-2E42-B0CD-A299535D3FF7}"/>
              </a:ext>
            </a:extLst>
          </p:cNvPr>
          <p:cNvSpPr txBox="1">
            <a:spLocks/>
          </p:cNvSpPr>
          <p:nvPr/>
        </p:nvSpPr>
        <p:spPr>
          <a:xfrm>
            <a:off x="10250974" y="6716080"/>
            <a:ext cx="9853126" cy="1696400"/>
          </a:xfrm>
          <a:prstGeom prst="rect">
            <a:avLst/>
          </a:prstGeom>
        </p:spPr>
        <p:txBody>
          <a:bodyPr vert="horz" lIns="91440" tIns="45720" rIns="91440" bIns="45720" rtlCol="0">
            <a:normAutofit/>
          </a:bodyPr>
          <a:lstStyle>
            <a:lvl1pPr marL="0" indent="0" algn="ctr" defTabSz="1507846" rtl="0" eaLnBrk="1" latinLnBrk="0" hangingPunct="1">
              <a:lnSpc>
                <a:spcPct val="90000"/>
              </a:lnSpc>
              <a:spcBef>
                <a:spcPts val="1649"/>
              </a:spcBef>
              <a:buFont typeface="Arial" panose="020B0604020202020204" pitchFamily="34" charset="0"/>
              <a:buNone/>
              <a:defRPr lang="es-ES" sz="5150" kern="1200" spc="15" dirty="0" smtClean="0">
                <a:solidFill>
                  <a:srgbClr val="FFFFFF"/>
                </a:solidFill>
                <a:latin typeface="GT America"/>
                <a:ea typeface="+mn-ea"/>
                <a:cs typeface="GT America"/>
              </a:defRPr>
            </a:lvl1pPr>
            <a:lvl2pPr marL="1130884" indent="-376961" algn="l" defTabSz="1507846" rtl="0" eaLnBrk="1" latinLnBrk="0" hangingPunct="1">
              <a:lnSpc>
                <a:spcPct val="90000"/>
              </a:lnSpc>
              <a:spcBef>
                <a:spcPts val="824"/>
              </a:spcBef>
              <a:buFont typeface="Arial" panose="020B0604020202020204" pitchFamily="34" charset="0"/>
              <a:buChar char="•"/>
              <a:defRPr sz="3958" kern="1200">
                <a:solidFill>
                  <a:schemeClr val="tx1"/>
                </a:solidFill>
                <a:latin typeface="+mn-lt"/>
                <a:ea typeface="+mn-ea"/>
                <a:cs typeface="+mn-cs"/>
              </a:defRPr>
            </a:lvl2pPr>
            <a:lvl3pPr marL="1884807" indent="-376961" algn="l" defTabSz="1507846" rtl="0" eaLnBrk="1" latinLnBrk="0" hangingPunct="1">
              <a:lnSpc>
                <a:spcPct val="90000"/>
              </a:lnSpc>
              <a:spcBef>
                <a:spcPts val="824"/>
              </a:spcBef>
              <a:buFont typeface="Arial" panose="020B0604020202020204" pitchFamily="34" charset="0"/>
              <a:buChar char="•"/>
              <a:defRPr sz="3298" kern="1200">
                <a:solidFill>
                  <a:schemeClr val="tx1"/>
                </a:solidFill>
                <a:latin typeface="+mn-lt"/>
                <a:ea typeface="+mn-ea"/>
                <a:cs typeface="+mn-cs"/>
              </a:defRPr>
            </a:lvl3pPr>
            <a:lvl4pPr marL="2638730"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4pPr>
            <a:lvl5pPr marL="3392653"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5pPr>
            <a:lvl6pPr marL="4146575"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6pPr>
            <a:lvl7pPr marL="4900498"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7pPr>
            <a:lvl8pPr marL="5654421"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8pPr>
            <a:lvl9pPr marL="6408344" indent="-376961" algn="l" defTabSz="1507846" rtl="0" eaLnBrk="1" latinLnBrk="0" hangingPunct="1">
              <a:lnSpc>
                <a:spcPct val="90000"/>
              </a:lnSpc>
              <a:spcBef>
                <a:spcPts val="824"/>
              </a:spcBef>
              <a:buFont typeface="Arial" panose="020B0604020202020204" pitchFamily="34" charset="0"/>
              <a:buChar char="•"/>
              <a:defRPr sz="2968" kern="1200">
                <a:solidFill>
                  <a:schemeClr val="tx1"/>
                </a:solidFill>
                <a:latin typeface="+mn-lt"/>
                <a:ea typeface="+mn-ea"/>
                <a:cs typeface="+mn-cs"/>
              </a:defRPr>
            </a:lvl9pPr>
          </a:lstStyle>
          <a:p>
            <a:r>
              <a:rPr lang="es-CO" sz="3600" dirty="0"/>
              <a:t>Principios de diseño y arquitectura de software</a:t>
            </a:r>
          </a:p>
          <a:p>
            <a:r>
              <a:rPr lang="es-CO" sz="3600" dirty="0"/>
              <a:t>Módulo 2</a:t>
            </a:r>
          </a:p>
        </p:txBody>
      </p:sp>
    </p:spTree>
    <p:extLst>
      <p:ext uri="{BB962C8B-B14F-4D97-AF65-F5344CB8AC3E}">
        <p14:creationId xmlns:p14="http://schemas.microsoft.com/office/powerpoint/2010/main" val="29082884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riangle 36">
            <a:extLst>
              <a:ext uri="{FF2B5EF4-FFF2-40B4-BE49-F238E27FC236}">
                <a16:creationId xmlns:a16="http://schemas.microsoft.com/office/drawing/2014/main" id="{3FCA2B96-8A3D-E242-A5E3-D4E41B6FDAA1}"/>
              </a:ext>
            </a:extLst>
          </p:cNvPr>
          <p:cNvSpPr/>
          <p:nvPr/>
        </p:nvSpPr>
        <p:spPr>
          <a:xfrm>
            <a:off x="3398809" y="0"/>
            <a:ext cx="16705292" cy="11855450"/>
          </a:xfrm>
          <a:prstGeom prst="triangle">
            <a:avLst>
              <a:gd name="adj" fmla="val 99615"/>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O" dirty="0"/>
          </a:p>
        </p:txBody>
      </p:sp>
      <p:sp>
        <p:nvSpPr>
          <p:cNvPr id="51" name="TextBox 50">
            <a:extLst>
              <a:ext uri="{FF2B5EF4-FFF2-40B4-BE49-F238E27FC236}">
                <a16:creationId xmlns:a16="http://schemas.microsoft.com/office/drawing/2014/main" id="{23082241-1E6D-2F45-A434-4397FC7D8E66}"/>
              </a:ext>
            </a:extLst>
          </p:cNvPr>
          <p:cNvSpPr txBox="1"/>
          <p:nvPr/>
        </p:nvSpPr>
        <p:spPr>
          <a:xfrm>
            <a:off x="8275723" y="8708318"/>
            <a:ext cx="11213548" cy="1754326"/>
          </a:xfrm>
          <a:prstGeom prst="rect">
            <a:avLst/>
          </a:prstGeom>
          <a:noFill/>
        </p:spPr>
        <p:txBody>
          <a:bodyPr wrap="square" rtlCol="0" anchor="t">
            <a:spAutoFit/>
          </a:bodyPr>
          <a:lstStyle/>
          <a:p>
            <a:r>
              <a:rPr lang="en-CO" sz="3600" dirty="0">
                <a:solidFill>
                  <a:schemeClr val="bg1"/>
                </a:solidFill>
              </a:rPr>
              <a:t>Objetivo:</a:t>
            </a:r>
          </a:p>
          <a:p>
            <a:endParaRPr lang="en-CO" sz="3600" dirty="0">
              <a:solidFill>
                <a:schemeClr val="bg1"/>
              </a:solidFill>
            </a:endParaRPr>
          </a:p>
          <a:p>
            <a:r>
              <a:rPr lang="en-CO" sz="3600" dirty="0" err="1">
                <a:solidFill>
                  <a:schemeClr val="bg1"/>
                </a:solidFill>
              </a:rPr>
              <a:t>Identificar</a:t>
            </a:r>
            <a:r>
              <a:rPr lang="en-CO" sz="3600">
                <a:solidFill>
                  <a:schemeClr val="bg1"/>
                </a:solidFill>
              </a:rPr>
              <a:t> y especificar </a:t>
            </a:r>
            <a:r>
              <a:rPr lang="en-CO" sz="3600" dirty="0" err="1">
                <a:solidFill>
                  <a:schemeClr val="bg1"/>
                </a:solidFill>
              </a:rPr>
              <a:t>requisitos</a:t>
            </a:r>
            <a:r>
              <a:rPr lang="en-CO" sz="3600" dirty="0">
                <a:solidFill>
                  <a:schemeClr val="bg1"/>
                </a:solidFill>
              </a:rPr>
              <a:t> de </a:t>
            </a:r>
            <a:r>
              <a:rPr lang="en-CO" sz="3600" dirty="0" err="1">
                <a:solidFill>
                  <a:schemeClr val="bg1"/>
                </a:solidFill>
              </a:rPr>
              <a:t>calidad</a:t>
            </a:r>
            <a:endParaRPr lang="en-CO" sz="3600" dirty="0" err="1">
              <a:solidFill>
                <a:schemeClr val="bg1"/>
              </a:solidFill>
              <a:cs typeface="Arial"/>
            </a:endParaRPr>
          </a:p>
        </p:txBody>
      </p:sp>
      <p:sp>
        <p:nvSpPr>
          <p:cNvPr id="13" name="TextBox 12">
            <a:extLst>
              <a:ext uri="{FF2B5EF4-FFF2-40B4-BE49-F238E27FC236}">
                <a16:creationId xmlns:a16="http://schemas.microsoft.com/office/drawing/2014/main" id="{BBBCF646-4805-9749-93FF-6DCB67979D08}"/>
              </a:ext>
            </a:extLst>
          </p:cNvPr>
          <p:cNvSpPr txBox="1"/>
          <p:nvPr/>
        </p:nvSpPr>
        <p:spPr>
          <a:xfrm>
            <a:off x="2379757" y="3338496"/>
            <a:ext cx="7672293" cy="1015663"/>
          </a:xfrm>
          <a:prstGeom prst="rect">
            <a:avLst/>
          </a:prstGeom>
          <a:noFill/>
        </p:spPr>
        <p:txBody>
          <a:bodyPr wrap="none" rtlCol="0">
            <a:spAutoFit/>
          </a:bodyPr>
          <a:lstStyle/>
          <a:p>
            <a:r>
              <a:rPr lang="en-CO" sz="6000" dirty="0">
                <a:solidFill>
                  <a:schemeClr val="accent1">
                    <a:lumMod val="75000"/>
                    <a:lumOff val="25000"/>
                  </a:schemeClr>
                </a:solidFill>
              </a:rPr>
              <a:t>Requisitos de Calidad</a:t>
            </a:r>
          </a:p>
        </p:txBody>
      </p:sp>
    </p:spTree>
    <p:extLst>
      <p:ext uri="{BB962C8B-B14F-4D97-AF65-F5344CB8AC3E}">
        <p14:creationId xmlns:p14="http://schemas.microsoft.com/office/powerpoint/2010/main" val="1173090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Pentagon 35">
            <a:extLst>
              <a:ext uri="{FF2B5EF4-FFF2-40B4-BE49-F238E27FC236}">
                <a16:creationId xmlns:a16="http://schemas.microsoft.com/office/drawing/2014/main" id="{846DF9A9-623E-B94B-ABFB-55F40F134C51}"/>
              </a:ext>
            </a:extLst>
          </p:cNvPr>
          <p:cNvSpPr/>
          <p:nvPr/>
        </p:nvSpPr>
        <p:spPr>
          <a:xfrm>
            <a:off x="968334" y="819883"/>
            <a:ext cx="15855351" cy="1293286"/>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4400" dirty="0"/>
              <a:t>Instrucciones</a:t>
            </a:r>
          </a:p>
        </p:txBody>
      </p:sp>
      <p:sp>
        <p:nvSpPr>
          <p:cNvPr id="4" name="TextBox 3">
            <a:extLst>
              <a:ext uri="{FF2B5EF4-FFF2-40B4-BE49-F238E27FC236}">
                <a16:creationId xmlns:a16="http://schemas.microsoft.com/office/drawing/2014/main" id="{1D306D19-67FB-F64C-8F91-4A22F32D7DCB}"/>
              </a:ext>
            </a:extLst>
          </p:cNvPr>
          <p:cNvSpPr txBox="1"/>
          <p:nvPr/>
        </p:nvSpPr>
        <p:spPr>
          <a:xfrm>
            <a:off x="1499016" y="3078299"/>
            <a:ext cx="14270636" cy="3398046"/>
          </a:xfrm>
          <a:prstGeom prst="rect">
            <a:avLst/>
          </a:prstGeom>
          <a:noFill/>
        </p:spPr>
        <p:txBody>
          <a:bodyPr wrap="square" rtlCol="0" anchor="t">
            <a:spAutoFit/>
          </a:bodyPr>
          <a:lstStyle/>
          <a:p>
            <a:pPr marL="514350" indent="-514350">
              <a:lnSpc>
                <a:spcPct val="150000"/>
              </a:lnSpc>
              <a:spcBef>
                <a:spcPts val="600"/>
              </a:spcBef>
              <a:buAutoNum type="arabicPeriod"/>
            </a:pPr>
            <a:r>
              <a:rPr lang="es-419" sz="2800" dirty="0">
                <a:solidFill>
                  <a:schemeClr val="accent1"/>
                </a:solidFill>
              </a:rPr>
              <a:t>Si es necesario, lea de nuevo el enunciado del proyecto del curso.</a:t>
            </a:r>
          </a:p>
          <a:p>
            <a:pPr marL="514350" indent="-514350">
              <a:lnSpc>
                <a:spcPct val="150000"/>
              </a:lnSpc>
              <a:spcBef>
                <a:spcPts val="600"/>
              </a:spcBef>
              <a:buAutoNum type="arabicPeriod"/>
            </a:pPr>
            <a:r>
              <a:rPr lang="es-419" sz="2800" dirty="0">
                <a:solidFill>
                  <a:schemeClr val="accent1"/>
                </a:solidFill>
              </a:rPr>
              <a:t>En esta lectura, identifique requisitos en los que considere  necesario tener en cuenta atributos de calidad.</a:t>
            </a:r>
            <a:endParaRPr lang="es-419" sz="2800" dirty="0">
              <a:solidFill>
                <a:schemeClr val="accent1"/>
              </a:solidFill>
              <a:cs typeface="Arial"/>
            </a:endParaRPr>
          </a:p>
          <a:p>
            <a:pPr marL="514350" indent="-514350">
              <a:lnSpc>
                <a:spcPct val="150000"/>
              </a:lnSpc>
              <a:spcBef>
                <a:spcPts val="600"/>
              </a:spcBef>
              <a:buAutoNum type="arabicPeriod"/>
            </a:pPr>
            <a:r>
              <a:rPr lang="es-419" sz="2800" dirty="0">
                <a:solidFill>
                  <a:schemeClr val="accent1"/>
                </a:solidFill>
              </a:rPr>
              <a:t>En las siguientes hojas, encontrará un espacio para documentar los atributos de calidad identificados y especificar escenarios de calidad.</a:t>
            </a:r>
            <a:endParaRPr lang="es-419" sz="2800" dirty="0">
              <a:solidFill>
                <a:schemeClr val="accent1"/>
              </a:solidFill>
              <a:cs typeface="Arial"/>
            </a:endParaRPr>
          </a:p>
        </p:txBody>
      </p:sp>
    </p:spTree>
    <p:extLst>
      <p:ext uri="{BB962C8B-B14F-4D97-AF65-F5344CB8AC3E}">
        <p14:creationId xmlns:p14="http://schemas.microsoft.com/office/powerpoint/2010/main" val="4219939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Pentagon 35">
            <a:extLst>
              <a:ext uri="{FF2B5EF4-FFF2-40B4-BE49-F238E27FC236}">
                <a16:creationId xmlns:a16="http://schemas.microsoft.com/office/drawing/2014/main" id="{846DF9A9-623E-B94B-ABFB-55F40F134C51}"/>
              </a:ext>
            </a:extLst>
          </p:cNvPr>
          <p:cNvSpPr/>
          <p:nvPr/>
        </p:nvSpPr>
        <p:spPr>
          <a:xfrm>
            <a:off x="2827114" y="849088"/>
            <a:ext cx="14995935" cy="1293286"/>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4400" dirty="0"/>
              <a:t>Atributos de Calidad </a:t>
            </a:r>
          </a:p>
        </p:txBody>
      </p:sp>
      <p:sp>
        <p:nvSpPr>
          <p:cNvPr id="4" name="TextBox 3">
            <a:extLst>
              <a:ext uri="{FF2B5EF4-FFF2-40B4-BE49-F238E27FC236}">
                <a16:creationId xmlns:a16="http://schemas.microsoft.com/office/drawing/2014/main" id="{1D306D19-67FB-F64C-8F91-4A22F32D7DCB}"/>
              </a:ext>
            </a:extLst>
          </p:cNvPr>
          <p:cNvSpPr txBox="1"/>
          <p:nvPr/>
        </p:nvSpPr>
        <p:spPr>
          <a:xfrm>
            <a:off x="2827114" y="2329739"/>
            <a:ext cx="14995937" cy="830997"/>
          </a:xfrm>
          <a:prstGeom prst="rect">
            <a:avLst/>
          </a:prstGeom>
          <a:noFill/>
        </p:spPr>
        <p:txBody>
          <a:bodyPr wrap="square" rtlCol="0">
            <a:spAutoFit/>
          </a:bodyPr>
          <a:lstStyle/>
          <a:p>
            <a:r>
              <a:rPr lang="en-CO" sz="2400" dirty="0">
                <a:solidFill>
                  <a:schemeClr val="accent1"/>
                </a:solidFill>
              </a:rPr>
              <a:t>A partir del enunciado del proyecto, identifique situaciones en las que considere que se hace mención a la latencia, la escalabilidad y la facilidad de modificación</a:t>
            </a:r>
          </a:p>
        </p:txBody>
      </p:sp>
      <p:graphicFrame>
        <p:nvGraphicFramePr>
          <p:cNvPr id="2" name="Table 1">
            <a:extLst>
              <a:ext uri="{FF2B5EF4-FFF2-40B4-BE49-F238E27FC236}">
                <a16:creationId xmlns:a16="http://schemas.microsoft.com/office/drawing/2014/main" id="{0E872ADA-22B6-F546-A9EF-DA4DA1D5BC92}"/>
              </a:ext>
            </a:extLst>
          </p:cNvPr>
          <p:cNvGraphicFramePr>
            <a:graphicFrameLocks noGrp="1"/>
          </p:cNvGraphicFramePr>
          <p:nvPr>
            <p:extLst>
              <p:ext uri="{D42A27DB-BD31-4B8C-83A1-F6EECF244321}">
                <p14:modId xmlns:p14="http://schemas.microsoft.com/office/powerpoint/2010/main" val="2094976936"/>
              </p:ext>
            </p:extLst>
          </p:nvPr>
        </p:nvGraphicFramePr>
        <p:xfrm>
          <a:off x="1986826" y="3348101"/>
          <a:ext cx="15668533" cy="8121922"/>
        </p:xfrm>
        <a:graphic>
          <a:graphicData uri="http://schemas.openxmlformats.org/drawingml/2006/table">
            <a:tbl>
              <a:tblPr firstRow="1" bandRow="1">
                <a:tableStyleId>{5C22544A-7EE6-4342-B048-85BDC9FD1C3A}</a:tableStyleId>
              </a:tblPr>
              <a:tblGrid>
                <a:gridCol w="5306905">
                  <a:extLst>
                    <a:ext uri="{9D8B030D-6E8A-4147-A177-3AD203B41FA5}">
                      <a16:colId xmlns:a16="http://schemas.microsoft.com/office/drawing/2014/main" val="2470361353"/>
                    </a:ext>
                  </a:extLst>
                </a:gridCol>
                <a:gridCol w="10361628">
                  <a:extLst>
                    <a:ext uri="{9D8B030D-6E8A-4147-A177-3AD203B41FA5}">
                      <a16:colId xmlns:a16="http://schemas.microsoft.com/office/drawing/2014/main" val="2886256752"/>
                    </a:ext>
                  </a:extLst>
                </a:gridCol>
              </a:tblGrid>
              <a:tr h="610633">
                <a:tc>
                  <a:txBody>
                    <a:bodyPr/>
                    <a:lstStyle/>
                    <a:p>
                      <a:pPr algn="ctr"/>
                      <a:r>
                        <a:rPr lang="en-CO" dirty="0"/>
                        <a:t>Atributo de Calidad</a:t>
                      </a:r>
                    </a:p>
                  </a:txBody>
                  <a:tcPr>
                    <a:solidFill>
                      <a:srgbClr val="784250"/>
                    </a:solidFill>
                  </a:tcPr>
                </a:tc>
                <a:tc>
                  <a:txBody>
                    <a:bodyPr/>
                    <a:lstStyle/>
                    <a:p>
                      <a:pPr algn="ctr"/>
                      <a:r>
                        <a:rPr lang="en-CO" dirty="0"/>
                        <a:t>En qué situación es importante este atributo de calidad</a:t>
                      </a:r>
                    </a:p>
                  </a:txBody>
                  <a:tcPr>
                    <a:solidFill>
                      <a:srgbClr val="784250"/>
                    </a:solidFill>
                  </a:tcPr>
                </a:tc>
                <a:extLst>
                  <a:ext uri="{0D108BD9-81ED-4DB2-BD59-A6C34878D82A}">
                    <a16:rowId xmlns:a16="http://schemas.microsoft.com/office/drawing/2014/main" val="2100353113"/>
                  </a:ext>
                </a:extLst>
              </a:tr>
              <a:tr h="1022227">
                <a:tc>
                  <a:txBody>
                    <a:bodyPr/>
                    <a:lstStyle/>
                    <a:p>
                      <a:r>
                        <a:rPr lang="en-CO" dirty="0"/>
                        <a:t>Rendimiento - Latencia</a:t>
                      </a:r>
                    </a:p>
                  </a:txBody>
                  <a:tcPr/>
                </a:tc>
                <a:tc>
                  <a:txBody>
                    <a:bodyPr/>
                    <a:lstStyle/>
                    <a:p>
                      <a:pPr marL="0" marR="0" lvl="0" indent="0" algn="l" defTabSz="1507846" rtl="0" eaLnBrk="1" fontAlgn="auto" latinLnBrk="0" hangingPunct="1">
                        <a:lnSpc>
                          <a:spcPct val="100000"/>
                        </a:lnSpc>
                        <a:spcBef>
                          <a:spcPts val="0"/>
                        </a:spcBef>
                        <a:spcAft>
                          <a:spcPts val="0"/>
                        </a:spcAft>
                        <a:buClrTx/>
                        <a:buSzTx/>
                        <a:buFontTx/>
                        <a:buNone/>
                        <a:tabLst/>
                        <a:defRPr/>
                      </a:pPr>
                      <a:r>
                        <a:rPr lang="en-CO" dirty="0"/>
                        <a:t>Localización de un producto, consulta de inventarios en tiempo real y generación de rutas óptimas para los vehículos en el proceso de inventarios, carga de información de catálogos externos y consulta de historial en el módulo de compras, el cálculo de tiempo de entrega estimado en el proceso de ventas, consulta de estado de pedido en el proceso del cliente institucional, analísis de alertas de seguridad. </a:t>
                      </a:r>
                      <a:endParaRPr lang="en-US" sz="2968" kern="1200" dirty="0">
                        <a:solidFill>
                          <a:schemeClr val="dk1"/>
                        </a:solidFill>
                        <a:effectLst/>
                        <a:latin typeface="+mn-lt"/>
                        <a:ea typeface="+mn-ea"/>
                        <a:cs typeface="+mn-cs"/>
                      </a:endParaRPr>
                    </a:p>
                  </a:txBody>
                  <a:tcPr/>
                </a:tc>
                <a:extLst>
                  <a:ext uri="{0D108BD9-81ED-4DB2-BD59-A6C34878D82A}">
                    <a16:rowId xmlns:a16="http://schemas.microsoft.com/office/drawing/2014/main" val="3581460584"/>
                  </a:ext>
                </a:extLst>
              </a:tr>
              <a:tr h="1022227">
                <a:tc>
                  <a:txBody>
                    <a:bodyPr/>
                    <a:lstStyle/>
                    <a:p>
                      <a:r>
                        <a:rPr lang="en-CO" dirty="0"/>
                        <a:t>Rendimiento - Escalabilidad</a:t>
                      </a:r>
                    </a:p>
                  </a:txBody>
                  <a:tcPr/>
                </a:tc>
                <a:tc>
                  <a:txBody>
                    <a:bodyPr/>
                    <a:lstStyle/>
                    <a:p>
                      <a:r>
                        <a:rPr lang="en-CO" dirty="0"/>
                        <a:t>Aumentar la capacidad de procesamiento de pedidos simultáneos en campañas o emergencias y de usuarios concurrentes por país en campañas sanitarias, volumen de productos activos y transacciones, escalamiento horizontal en la nube y sharding de bases de datos.</a:t>
                      </a:r>
                    </a:p>
                  </a:txBody>
                  <a:tcPr/>
                </a:tc>
                <a:extLst>
                  <a:ext uri="{0D108BD9-81ED-4DB2-BD59-A6C34878D82A}">
                    <a16:rowId xmlns:a16="http://schemas.microsoft.com/office/drawing/2014/main" val="4121628868"/>
                  </a:ext>
                </a:extLst>
              </a:tr>
              <a:tr h="1022227">
                <a:tc>
                  <a:txBody>
                    <a:bodyPr/>
                    <a:lstStyle/>
                    <a:p>
                      <a:r>
                        <a:rPr lang="en-CO" dirty="0"/>
                        <a:t>Facilidad de modificación</a:t>
                      </a:r>
                    </a:p>
                  </a:txBody>
                  <a:tcPr/>
                </a:tc>
                <a:tc>
                  <a:txBody>
                    <a:bodyPr/>
                    <a:lstStyle/>
                    <a:p>
                      <a:r>
                        <a:rPr lang="en-CO" dirty="0"/>
                        <a:t>Actualización de condiciones legales, sanitarias o tributarias de un producto en un país, cambio de algoritmos de optimización de compras, rutas, recomendaciones.</a:t>
                      </a:r>
                    </a:p>
                  </a:txBody>
                  <a:tcPr/>
                </a:tc>
                <a:extLst>
                  <a:ext uri="{0D108BD9-81ED-4DB2-BD59-A6C34878D82A}">
                    <a16:rowId xmlns:a16="http://schemas.microsoft.com/office/drawing/2014/main" val="1902396822"/>
                  </a:ext>
                </a:extLst>
              </a:tr>
            </a:tbl>
          </a:graphicData>
        </a:graphic>
      </p:graphicFrame>
      <p:pic>
        <p:nvPicPr>
          <p:cNvPr id="15" name="Picture 42" descr="A picture containing clock&#10;&#10;Description automatically generated">
            <a:extLst>
              <a:ext uri="{FF2B5EF4-FFF2-40B4-BE49-F238E27FC236}">
                <a16:creationId xmlns:a16="http://schemas.microsoft.com/office/drawing/2014/main" id="{BAAC4585-1CC4-4806-A8EC-AA6E47272B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Tree>
    <p:extLst>
      <p:ext uri="{BB962C8B-B14F-4D97-AF65-F5344CB8AC3E}">
        <p14:creationId xmlns:p14="http://schemas.microsoft.com/office/powerpoint/2010/main" val="4008036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Pentagon 35">
            <a:extLst>
              <a:ext uri="{FF2B5EF4-FFF2-40B4-BE49-F238E27FC236}">
                <a16:creationId xmlns:a16="http://schemas.microsoft.com/office/drawing/2014/main" id="{846DF9A9-623E-B94B-ABFB-55F40F134C51}"/>
              </a:ext>
            </a:extLst>
          </p:cNvPr>
          <p:cNvSpPr/>
          <p:nvPr/>
        </p:nvSpPr>
        <p:spPr>
          <a:xfrm>
            <a:off x="2348118" y="849088"/>
            <a:ext cx="15474931" cy="1293286"/>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4400" dirty="0"/>
              <a:t>Esp</a:t>
            </a:r>
            <a:r>
              <a:rPr lang="es-CO" sz="4400" dirty="0"/>
              <a:t>e</a:t>
            </a:r>
            <a:r>
              <a:rPr lang="en-CO" sz="4400" dirty="0"/>
              <a:t>cificación de Escenarios de Calidad</a:t>
            </a:r>
          </a:p>
        </p:txBody>
      </p:sp>
      <p:sp>
        <p:nvSpPr>
          <p:cNvPr id="4" name="TextBox 3">
            <a:extLst>
              <a:ext uri="{FF2B5EF4-FFF2-40B4-BE49-F238E27FC236}">
                <a16:creationId xmlns:a16="http://schemas.microsoft.com/office/drawing/2014/main" id="{1D306D19-67FB-F64C-8F91-4A22F32D7DCB}"/>
              </a:ext>
            </a:extLst>
          </p:cNvPr>
          <p:cNvSpPr txBox="1"/>
          <p:nvPr/>
        </p:nvSpPr>
        <p:spPr>
          <a:xfrm>
            <a:off x="2348118" y="2381700"/>
            <a:ext cx="14995937" cy="1200329"/>
          </a:xfrm>
          <a:prstGeom prst="rect">
            <a:avLst/>
          </a:prstGeom>
          <a:noFill/>
        </p:spPr>
        <p:txBody>
          <a:bodyPr wrap="square" rtlCol="0">
            <a:spAutoFit/>
          </a:bodyPr>
          <a:lstStyle/>
          <a:p>
            <a:r>
              <a:rPr lang="en-CO" sz="2400" dirty="0">
                <a:solidFill>
                  <a:schemeClr val="accent1"/>
                </a:solidFill>
              </a:rPr>
              <a:t>Para cada uno de los 3 atributos de calidad identificados en el punto anterior (latencia, escalabilidad y facildiad de modificación), construya 2 escenarios de calidad, siguiendo el formato visto en las presentaciones y ejemplos anteriores. Al final deberá contar con un total de 6 escenarios de calidad.</a:t>
            </a:r>
          </a:p>
        </p:txBody>
      </p:sp>
      <p:graphicFrame>
        <p:nvGraphicFramePr>
          <p:cNvPr id="3" name="Table 2">
            <a:extLst>
              <a:ext uri="{FF2B5EF4-FFF2-40B4-BE49-F238E27FC236}">
                <a16:creationId xmlns:a16="http://schemas.microsoft.com/office/drawing/2014/main" id="{7848254A-8877-FE45-9BF6-EEAC352420F7}"/>
              </a:ext>
            </a:extLst>
          </p:cNvPr>
          <p:cNvGraphicFramePr>
            <a:graphicFrameLocks noGrp="1"/>
          </p:cNvGraphicFramePr>
          <p:nvPr>
            <p:extLst>
              <p:ext uri="{D42A27DB-BD31-4B8C-83A1-F6EECF244321}">
                <p14:modId xmlns:p14="http://schemas.microsoft.com/office/powerpoint/2010/main" val="1883822083"/>
              </p:ext>
            </p:extLst>
          </p:nvPr>
        </p:nvGraphicFramePr>
        <p:xfrm>
          <a:off x="2306285" y="3707401"/>
          <a:ext cx="15262780" cy="6239403"/>
        </p:xfrm>
        <a:graphic>
          <a:graphicData uri="http://schemas.openxmlformats.org/drawingml/2006/table">
            <a:tbl>
              <a:tblPr firstRow="1" bandRow="1">
                <a:tableStyleId>{5C22544A-7EE6-4342-B048-85BDC9FD1C3A}</a:tableStyleId>
              </a:tblPr>
              <a:tblGrid>
                <a:gridCol w="3815695">
                  <a:extLst>
                    <a:ext uri="{9D8B030D-6E8A-4147-A177-3AD203B41FA5}">
                      <a16:colId xmlns:a16="http://schemas.microsoft.com/office/drawing/2014/main" val="869976360"/>
                    </a:ext>
                  </a:extLst>
                </a:gridCol>
                <a:gridCol w="4447864">
                  <a:extLst>
                    <a:ext uri="{9D8B030D-6E8A-4147-A177-3AD203B41FA5}">
                      <a16:colId xmlns:a16="http://schemas.microsoft.com/office/drawing/2014/main" val="2937406836"/>
                    </a:ext>
                  </a:extLst>
                </a:gridCol>
                <a:gridCol w="3378631">
                  <a:extLst>
                    <a:ext uri="{9D8B030D-6E8A-4147-A177-3AD203B41FA5}">
                      <a16:colId xmlns:a16="http://schemas.microsoft.com/office/drawing/2014/main" val="2444917822"/>
                    </a:ext>
                  </a:extLst>
                </a:gridCol>
                <a:gridCol w="3620590">
                  <a:extLst>
                    <a:ext uri="{9D8B030D-6E8A-4147-A177-3AD203B41FA5}">
                      <a16:colId xmlns:a16="http://schemas.microsoft.com/office/drawing/2014/main" val="1699940144"/>
                    </a:ext>
                  </a:extLst>
                </a:gridCol>
              </a:tblGrid>
              <a:tr h="367121">
                <a:tc>
                  <a:txBody>
                    <a:bodyPr/>
                    <a:lstStyle/>
                    <a:p>
                      <a:r>
                        <a:rPr lang="en-CO" sz="2400" b="0" dirty="0"/>
                        <a:t>ID: EC001</a:t>
                      </a:r>
                    </a:p>
                  </a:txBody>
                  <a:tcPr>
                    <a:solidFill>
                      <a:srgbClr val="784250"/>
                    </a:solidFill>
                  </a:tcPr>
                </a:tc>
                <a:tc>
                  <a:txBody>
                    <a:bodyPr/>
                    <a:lstStyle/>
                    <a:p>
                      <a:r>
                        <a:rPr lang="en-CO" sz="2400" b="0" dirty="0"/>
                        <a:t>Latencia</a:t>
                      </a:r>
                    </a:p>
                  </a:txBody>
                  <a:tcPr>
                    <a:solidFill>
                      <a:srgbClr val="784250"/>
                    </a:solidFill>
                  </a:tcPr>
                </a:tc>
                <a:tc>
                  <a:txBody>
                    <a:bodyPr/>
                    <a:lstStyle/>
                    <a:p>
                      <a:r>
                        <a:rPr lang="en-CO" sz="2400" b="0" dirty="0"/>
                        <a:t>Versión</a:t>
                      </a:r>
                    </a:p>
                  </a:txBody>
                  <a:tcPr>
                    <a:solidFill>
                      <a:srgbClr val="784250"/>
                    </a:solidFill>
                  </a:tcPr>
                </a:tc>
                <a:tc>
                  <a:txBody>
                    <a:bodyPr/>
                    <a:lstStyle/>
                    <a:p>
                      <a:r>
                        <a:rPr lang="en-CO" sz="2400" b="0" dirty="0"/>
                        <a:t>1</a:t>
                      </a:r>
                    </a:p>
                  </a:txBody>
                  <a:tcPr>
                    <a:solidFill>
                      <a:srgbClr val="784250"/>
                    </a:solidFill>
                  </a:tcPr>
                </a:tc>
                <a:extLst>
                  <a:ext uri="{0D108BD9-81ED-4DB2-BD59-A6C34878D82A}">
                    <a16:rowId xmlns:a16="http://schemas.microsoft.com/office/drawing/2014/main" val="2346727281"/>
                  </a:ext>
                </a:extLst>
              </a:tr>
              <a:tr h="436619">
                <a:tc>
                  <a:txBody>
                    <a:bodyPr/>
                    <a:lstStyle/>
                    <a:p>
                      <a:r>
                        <a:rPr lang="en-CO" b="1" dirty="0">
                          <a:solidFill>
                            <a:schemeClr val="bg1"/>
                          </a:solidFill>
                        </a:rPr>
                        <a:t>Fuente</a:t>
                      </a:r>
                    </a:p>
                  </a:txBody>
                  <a:tcPr>
                    <a:solidFill>
                      <a:srgbClr val="784250"/>
                    </a:solidFill>
                  </a:tcPr>
                </a:tc>
                <a:tc>
                  <a:txBody>
                    <a:bodyPr/>
                    <a:lstStyle/>
                    <a:p>
                      <a:r>
                        <a:rPr lang="en-CO" b="1" dirty="0">
                          <a:solidFill>
                            <a:schemeClr val="bg1"/>
                          </a:solidFill>
                        </a:rPr>
                        <a:t>Estímulo</a:t>
                      </a:r>
                    </a:p>
                  </a:txBody>
                  <a:tcPr>
                    <a:solidFill>
                      <a:srgbClr val="784250"/>
                    </a:solidFill>
                  </a:tcPr>
                </a:tc>
                <a:tc>
                  <a:txBody>
                    <a:bodyPr/>
                    <a:lstStyle/>
                    <a:p>
                      <a:r>
                        <a:rPr lang="en-CO" b="1" dirty="0">
                          <a:solidFill>
                            <a:schemeClr val="bg1"/>
                          </a:solidFill>
                        </a:rPr>
                        <a:t>Artefacto</a:t>
                      </a:r>
                    </a:p>
                  </a:txBody>
                  <a:tcPr>
                    <a:solidFill>
                      <a:srgbClr val="784250"/>
                    </a:solidFill>
                  </a:tcPr>
                </a:tc>
                <a:tc>
                  <a:txBody>
                    <a:bodyPr/>
                    <a:lstStyle/>
                    <a:p>
                      <a:r>
                        <a:rPr lang="en-CO" b="1" dirty="0">
                          <a:solidFill>
                            <a:schemeClr val="bg1"/>
                          </a:solidFill>
                        </a:rPr>
                        <a:t>Ambiente</a:t>
                      </a:r>
                    </a:p>
                  </a:txBody>
                  <a:tcPr>
                    <a:solidFill>
                      <a:srgbClr val="784250"/>
                    </a:solidFill>
                  </a:tcPr>
                </a:tc>
                <a:extLst>
                  <a:ext uri="{0D108BD9-81ED-4DB2-BD59-A6C34878D82A}">
                    <a16:rowId xmlns:a16="http://schemas.microsoft.com/office/drawing/2014/main" val="1300478606"/>
                  </a:ext>
                </a:extLst>
              </a:tr>
              <a:tr h="1889398">
                <a:tc>
                  <a:txBody>
                    <a:bodyPr/>
                    <a:lstStyle/>
                    <a:p>
                      <a:r>
                        <a:rPr lang="en-CO" dirty="0"/>
                        <a:t>Administrador de proveedores y productos.</a:t>
                      </a:r>
                    </a:p>
                    <a:p>
                      <a:endParaRPr lang="en-CO" dirty="0"/>
                    </a:p>
                    <a:p>
                      <a:endParaRPr lang="en-CO" dirty="0"/>
                    </a:p>
                    <a:p>
                      <a:endParaRPr lang="en-CO" dirty="0"/>
                    </a:p>
                  </a:txBody>
                  <a:tcPr/>
                </a:tc>
                <a:tc>
                  <a:txBody>
                    <a:bodyPr/>
                    <a:lstStyle/>
                    <a:p>
                      <a:r>
                        <a:rPr lang="en-CO" dirty="0"/>
                        <a:t>Ejecución de la carga de catálogos de productos externos.</a:t>
                      </a:r>
                    </a:p>
                    <a:p>
                      <a:endParaRPr lang="en-CO" dirty="0"/>
                    </a:p>
                  </a:txBody>
                  <a:tcPr/>
                </a:tc>
                <a:tc>
                  <a:txBody>
                    <a:bodyPr/>
                    <a:lstStyle/>
                    <a:p>
                      <a:r>
                        <a:rPr lang="en-CO" dirty="0"/>
                        <a:t>Sistema.</a:t>
                      </a:r>
                    </a:p>
                  </a:txBody>
                  <a:tcPr/>
                </a:tc>
                <a:tc>
                  <a:txBody>
                    <a:bodyPr/>
                    <a:lstStyle/>
                    <a:p>
                      <a:r>
                        <a:rPr lang="en-CO" dirty="0"/>
                        <a:t>En operación normal. Asumiendo 1 carga de catálogos externos a la semana. </a:t>
                      </a:r>
                    </a:p>
                  </a:txBody>
                  <a:tcPr/>
                </a:tc>
                <a:extLst>
                  <a:ext uri="{0D108BD9-81ED-4DB2-BD59-A6C34878D82A}">
                    <a16:rowId xmlns:a16="http://schemas.microsoft.com/office/drawing/2014/main" val="3087289581"/>
                  </a:ext>
                </a:extLst>
              </a:tr>
              <a:tr h="436619">
                <a:tc gridSpan="2">
                  <a:txBody>
                    <a:bodyPr/>
                    <a:lstStyle/>
                    <a:p>
                      <a:pPr algn="ctr"/>
                      <a:r>
                        <a:rPr lang="en-CO" b="1" dirty="0">
                          <a:solidFill>
                            <a:schemeClr val="bg1"/>
                          </a:solidFill>
                        </a:rPr>
                        <a:t>Respuesta</a:t>
                      </a:r>
                    </a:p>
                  </a:txBody>
                  <a:tcPr>
                    <a:solidFill>
                      <a:srgbClr val="784250"/>
                    </a:solidFill>
                  </a:tcPr>
                </a:tc>
                <a:tc hMerge="1">
                  <a:txBody>
                    <a:bodyPr/>
                    <a:lstStyle/>
                    <a:p>
                      <a:endParaRPr lang="en-CO" dirty="0"/>
                    </a:p>
                  </a:txBody>
                  <a:tcPr>
                    <a:solidFill>
                      <a:srgbClr val="784250"/>
                    </a:solidFill>
                  </a:tcPr>
                </a:tc>
                <a:tc gridSpan="2">
                  <a:txBody>
                    <a:bodyPr/>
                    <a:lstStyle/>
                    <a:p>
                      <a:pPr marL="0" marR="0" lvl="0" indent="0" algn="ctr" defTabSz="1507846" rtl="0" eaLnBrk="1" fontAlgn="auto" latinLnBrk="0" hangingPunct="1">
                        <a:lnSpc>
                          <a:spcPct val="100000"/>
                        </a:lnSpc>
                        <a:spcBef>
                          <a:spcPts val="0"/>
                        </a:spcBef>
                        <a:spcAft>
                          <a:spcPts val="0"/>
                        </a:spcAft>
                        <a:buClrTx/>
                        <a:buSzTx/>
                        <a:buFontTx/>
                        <a:buNone/>
                        <a:tabLst/>
                        <a:defRPr/>
                      </a:pPr>
                      <a:r>
                        <a:rPr lang="en-CO" b="1" dirty="0">
                          <a:solidFill>
                            <a:schemeClr val="bg1"/>
                          </a:solidFill>
                        </a:rPr>
                        <a:t>Medida de la Respuesta</a:t>
                      </a:r>
                    </a:p>
                  </a:txBody>
                  <a:tcPr>
                    <a:solidFill>
                      <a:srgbClr val="784250"/>
                    </a:solidFill>
                  </a:tcPr>
                </a:tc>
                <a:tc hMerge="1">
                  <a:txBody>
                    <a:bodyPr/>
                    <a:lstStyle/>
                    <a:p>
                      <a:endParaRPr lang="en-CO" dirty="0"/>
                    </a:p>
                  </a:txBody>
                  <a:tcPr>
                    <a:solidFill>
                      <a:srgbClr val="784250"/>
                    </a:solidFill>
                  </a:tcPr>
                </a:tc>
                <a:extLst>
                  <a:ext uri="{0D108BD9-81ED-4DB2-BD59-A6C34878D82A}">
                    <a16:rowId xmlns:a16="http://schemas.microsoft.com/office/drawing/2014/main" val="3064982357"/>
                  </a:ext>
                </a:extLst>
              </a:tr>
              <a:tr h="1889398">
                <a:tc gridSpan="2">
                  <a:txBody>
                    <a:bodyPr/>
                    <a:lstStyle/>
                    <a:p>
                      <a:r>
                        <a:rPr lang="en-CO" dirty="0"/>
                        <a:t>El sistema carga la información y productos del catálogo exitosamente.</a:t>
                      </a:r>
                    </a:p>
                  </a:txBody>
                  <a:tcPr/>
                </a:tc>
                <a:tc hMerge="1">
                  <a:txBody>
                    <a:bodyPr/>
                    <a:lstStyle/>
                    <a:p>
                      <a:endParaRPr lang="en-CO" dirty="0"/>
                    </a:p>
                  </a:txBody>
                  <a:tcPr/>
                </a:tc>
                <a:tc gridSpan="2">
                  <a:txBody>
                    <a:bodyPr/>
                    <a:lstStyle/>
                    <a:p>
                      <a:r>
                        <a:rPr lang="en-CO" dirty="0"/>
                        <a:t>La carga se realiza en menos de 3 segundos.</a:t>
                      </a:r>
                    </a:p>
                  </a:txBody>
                  <a:tcPr/>
                </a:tc>
                <a:tc hMerge="1">
                  <a:txBody>
                    <a:bodyPr/>
                    <a:lstStyle/>
                    <a:p>
                      <a:endParaRPr lang="en-CO" dirty="0"/>
                    </a:p>
                  </a:txBody>
                  <a:tcPr/>
                </a:tc>
                <a:extLst>
                  <a:ext uri="{0D108BD9-81ED-4DB2-BD59-A6C34878D82A}">
                    <a16:rowId xmlns:a16="http://schemas.microsoft.com/office/drawing/2014/main" val="2908819859"/>
                  </a:ext>
                </a:extLst>
              </a:tr>
            </a:tbl>
          </a:graphicData>
        </a:graphic>
      </p:graphicFrame>
      <p:pic>
        <p:nvPicPr>
          <p:cNvPr id="15" name="Picture 42" descr="A picture containing clock&#10;&#10;Description automatically generated">
            <a:extLst>
              <a:ext uri="{FF2B5EF4-FFF2-40B4-BE49-F238E27FC236}">
                <a16:creationId xmlns:a16="http://schemas.microsoft.com/office/drawing/2014/main" id="{0A907311-6E10-47DC-9A2D-9231CA354E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Tree>
    <p:extLst>
      <p:ext uri="{BB962C8B-B14F-4D97-AF65-F5344CB8AC3E}">
        <p14:creationId xmlns:p14="http://schemas.microsoft.com/office/powerpoint/2010/main" val="3877803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Pentagon 35">
            <a:extLst>
              <a:ext uri="{FF2B5EF4-FFF2-40B4-BE49-F238E27FC236}">
                <a16:creationId xmlns:a16="http://schemas.microsoft.com/office/drawing/2014/main" id="{846DF9A9-623E-B94B-ABFB-55F40F134C51}"/>
              </a:ext>
            </a:extLst>
          </p:cNvPr>
          <p:cNvSpPr/>
          <p:nvPr/>
        </p:nvSpPr>
        <p:spPr>
          <a:xfrm>
            <a:off x="2348118" y="849088"/>
            <a:ext cx="15474931" cy="1293286"/>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4400" dirty="0"/>
              <a:t>Esp</a:t>
            </a:r>
            <a:r>
              <a:rPr lang="es-CO" sz="4400" dirty="0"/>
              <a:t>e</a:t>
            </a:r>
            <a:r>
              <a:rPr lang="en-CO" sz="4400" dirty="0"/>
              <a:t>cificación de Escenarios de Calidad</a:t>
            </a:r>
          </a:p>
        </p:txBody>
      </p:sp>
      <p:graphicFrame>
        <p:nvGraphicFramePr>
          <p:cNvPr id="3" name="Table 2">
            <a:extLst>
              <a:ext uri="{FF2B5EF4-FFF2-40B4-BE49-F238E27FC236}">
                <a16:creationId xmlns:a16="http://schemas.microsoft.com/office/drawing/2014/main" id="{7848254A-8877-FE45-9BF6-EEAC352420F7}"/>
              </a:ext>
            </a:extLst>
          </p:cNvPr>
          <p:cNvGraphicFramePr>
            <a:graphicFrameLocks noGrp="1"/>
          </p:cNvGraphicFramePr>
          <p:nvPr>
            <p:extLst>
              <p:ext uri="{D42A27DB-BD31-4B8C-83A1-F6EECF244321}">
                <p14:modId xmlns:p14="http://schemas.microsoft.com/office/powerpoint/2010/main" val="1482925634"/>
              </p:ext>
            </p:extLst>
          </p:nvPr>
        </p:nvGraphicFramePr>
        <p:xfrm>
          <a:off x="2306285" y="3707401"/>
          <a:ext cx="15262780" cy="6702998"/>
        </p:xfrm>
        <a:graphic>
          <a:graphicData uri="http://schemas.openxmlformats.org/drawingml/2006/table">
            <a:tbl>
              <a:tblPr firstRow="1" bandRow="1">
                <a:tableStyleId>{5C22544A-7EE6-4342-B048-85BDC9FD1C3A}</a:tableStyleId>
              </a:tblPr>
              <a:tblGrid>
                <a:gridCol w="3815695">
                  <a:extLst>
                    <a:ext uri="{9D8B030D-6E8A-4147-A177-3AD203B41FA5}">
                      <a16:colId xmlns:a16="http://schemas.microsoft.com/office/drawing/2014/main" val="869976360"/>
                    </a:ext>
                  </a:extLst>
                </a:gridCol>
                <a:gridCol w="4447864">
                  <a:extLst>
                    <a:ext uri="{9D8B030D-6E8A-4147-A177-3AD203B41FA5}">
                      <a16:colId xmlns:a16="http://schemas.microsoft.com/office/drawing/2014/main" val="2937406836"/>
                    </a:ext>
                  </a:extLst>
                </a:gridCol>
                <a:gridCol w="3378631">
                  <a:extLst>
                    <a:ext uri="{9D8B030D-6E8A-4147-A177-3AD203B41FA5}">
                      <a16:colId xmlns:a16="http://schemas.microsoft.com/office/drawing/2014/main" val="2444917822"/>
                    </a:ext>
                  </a:extLst>
                </a:gridCol>
                <a:gridCol w="3620590">
                  <a:extLst>
                    <a:ext uri="{9D8B030D-6E8A-4147-A177-3AD203B41FA5}">
                      <a16:colId xmlns:a16="http://schemas.microsoft.com/office/drawing/2014/main" val="1699940144"/>
                    </a:ext>
                  </a:extLst>
                </a:gridCol>
              </a:tblGrid>
              <a:tr h="370840">
                <a:tc>
                  <a:txBody>
                    <a:bodyPr/>
                    <a:lstStyle/>
                    <a:p>
                      <a:r>
                        <a:rPr lang="en-CO" sz="2400" b="0" dirty="0"/>
                        <a:t>ID: EC002</a:t>
                      </a:r>
                    </a:p>
                  </a:txBody>
                  <a:tcPr>
                    <a:solidFill>
                      <a:srgbClr val="784250"/>
                    </a:solidFill>
                  </a:tcPr>
                </a:tc>
                <a:tc>
                  <a:txBody>
                    <a:bodyPr/>
                    <a:lstStyle/>
                    <a:p>
                      <a:r>
                        <a:rPr lang="en-CO" sz="2400" b="0" dirty="0"/>
                        <a:t>Latencia</a:t>
                      </a:r>
                    </a:p>
                  </a:txBody>
                  <a:tcPr>
                    <a:solidFill>
                      <a:srgbClr val="784250"/>
                    </a:solidFill>
                  </a:tcPr>
                </a:tc>
                <a:tc>
                  <a:txBody>
                    <a:bodyPr/>
                    <a:lstStyle/>
                    <a:p>
                      <a:r>
                        <a:rPr lang="en-CO" sz="2400" b="0" dirty="0"/>
                        <a:t>Versión</a:t>
                      </a:r>
                    </a:p>
                  </a:txBody>
                  <a:tcPr>
                    <a:solidFill>
                      <a:srgbClr val="784250"/>
                    </a:solidFill>
                  </a:tcPr>
                </a:tc>
                <a:tc>
                  <a:txBody>
                    <a:bodyPr/>
                    <a:lstStyle/>
                    <a:p>
                      <a:r>
                        <a:rPr lang="en-CO" sz="2400" b="0" dirty="0"/>
                        <a:t>1</a:t>
                      </a:r>
                    </a:p>
                  </a:txBody>
                  <a:tcPr>
                    <a:solidFill>
                      <a:srgbClr val="784250"/>
                    </a:solidFill>
                  </a:tcPr>
                </a:tc>
                <a:extLst>
                  <a:ext uri="{0D108BD9-81ED-4DB2-BD59-A6C34878D82A}">
                    <a16:rowId xmlns:a16="http://schemas.microsoft.com/office/drawing/2014/main" val="2346727281"/>
                  </a:ext>
                </a:extLst>
              </a:tr>
              <a:tr h="370840">
                <a:tc>
                  <a:txBody>
                    <a:bodyPr/>
                    <a:lstStyle/>
                    <a:p>
                      <a:r>
                        <a:rPr lang="en-CO" b="1" dirty="0">
                          <a:solidFill>
                            <a:schemeClr val="bg1"/>
                          </a:solidFill>
                        </a:rPr>
                        <a:t>Fuente</a:t>
                      </a:r>
                    </a:p>
                  </a:txBody>
                  <a:tcPr>
                    <a:solidFill>
                      <a:srgbClr val="784250"/>
                    </a:solidFill>
                  </a:tcPr>
                </a:tc>
                <a:tc>
                  <a:txBody>
                    <a:bodyPr/>
                    <a:lstStyle/>
                    <a:p>
                      <a:r>
                        <a:rPr lang="en-CO" b="1" dirty="0">
                          <a:solidFill>
                            <a:schemeClr val="bg1"/>
                          </a:solidFill>
                        </a:rPr>
                        <a:t>Estímulo</a:t>
                      </a:r>
                    </a:p>
                  </a:txBody>
                  <a:tcPr>
                    <a:solidFill>
                      <a:srgbClr val="784250"/>
                    </a:solidFill>
                  </a:tcPr>
                </a:tc>
                <a:tc>
                  <a:txBody>
                    <a:bodyPr/>
                    <a:lstStyle/>
                    <a:p>
                      <a:r>
                        <a:rPr lang="en-CO" b="1" dirty="0">
                          <a:solidFill>
                            <a:schemeClr val="bg1"/>
                          </a:solidFill>
                        </a:rPr>
                        <a:t>Artefacto</a:t>
                      </a:r>
                    </a:p>
                  </a:txBody>
                  <a:tcPr>
                    <a:solidFill>
                      <a:srgbClr val="784250"/>
                    </a:solidFill>
                  </a:tcPr>
                </a:tc>
                <a:tc>
                  <a:txBody>
                    <a:bodyPr/>
                    <a:lstStyle/>
                    <a:p>
                      <a:r>
                        <a:rPr lang="en-CO" b="1" dirty="0">
                          <a:solidFill>
                            <a:schemeClr val="bg1"/>
                          </a:solidFill>
                        </a:rPr>
                        <a:t>Ambiente</a:t>
                      </a:r>
                    </a:p>
                  </a:txBody>
                  <a:tcPr>
                    <a:solidFill>
                      <a:srgbClr val="784250"/>
                    </a:solidFill>
                  </a:tcPr>
                </a:tc>
                <a:extLst>
                  <a:ext uri="{0D108BD9-81ED-4DB2-BD59-A6C34878D82A}">
                    <a16:rowId xmlns:a16="http://schemas.microsoft.com/office/drawing/2014/main" val="1300478606"/>
                  </a:ext>
                </a:extLst>
              </a:tr>
              <a:tr h="370840">
                <a:tc>
                  <a:txBody>
                    <a:bodyPr/>
                    <a:lstStyle/>
                    <a:p>
                      <a:r>
                        <a:rPr lang="en-CO" dirty="0"/>
                        <a:t>Vendedor.</a:t>
                      </a:r>
                    </a:p>
                    <a:p>
                      <a:endParaRPr lang="en-CO" dirty="0"/>
                    </a:p>
                    <a:p>
                      <a:endParaRPr lang="en-CO" dirty="0"/>
                    </a:p>
                    <a:p>
                      <a:endParaRPr lang="en-CO" dirty="0"/>
                    </a:p>
                  </a:txBody>
                  <a:tcPr/>
                </a:tc>
                <a:tc>
                  <a:txBody>
                    <a:bodyPr/>
                    <a:lstStyle/>
                    <a:p>
                      <a:r>
                        <a:rPr lang="en-CO" dirty="0"/>
                        <a:t>Creación de pedido en línea durante visita a cliente.</a:t>
                      </a:r>
                    </a:p>
                  </a:txBody>
                  <a:tcPr/>
                </a:tc>
                <a:tc>
                  <a:txBody>
                    <a:bodyPr/>
                    <a:lstStyle/>
                    <a:p>
                      <a:r>
                        <a:rPr lang="en-CO" dirty="0"/>
                        <a:t>Sistema.</a:t>
                      </a:r>
                    </a:p>
                  </a:txBody>
                  <a:tcPr/>
                </a:tc>
                <a:tc>
                  <a:txBody>
                    <a:bodyPr/>
                    <a:lstStyle/>
                    <a:p>
                      <a:r>
                        <a:rPr lang="en-CO" dirty="0"/>
                        <a:t>En operación normal, con 15000 pedidos mensuales o 0.35 pedidos por minuto.</a:t>
                      </a:r>
                    </a:p>
                  </a:txBody>
                  <a:tcPr/>
                </a:tc>
                <a:extLst>
                  <a:ext uri="{0D108BD9-81ED-4DB2-BD59-A6C34878D82A}">
                    <a16:rowId xmlns:a16="http://schemas.microsoft.com/office/drawing/2014/main" val="3087289581"/>
                  </a:ext>
                </a:extLst>
              </a:tr>
              <a:tr h="370840">
                <a:tc gridSpan="2">
                  <a:txBody>
                    <a:bodyPr/>
                    <a:lstStyle/>
                    <a:p>
                      <a:pPr algn="ctr"/>
                      <a:r>
                        <a:rPr lang="en-CO" b="1" dirty="0">
                          <a:solidFill>
                            <a:schemeClr val="bg1"/>
                          </a:solidFill>
                        </a:rPr>
                        <a:t>Respuesta</a:t>
                      </a:r>
                    </a:p>
                  </a:txBody>
                  <a:tcPr>
                    <a:solidFill>
                      <a:srgbClr val="784250"/>
                    </a:solidFill>
                  </a:tcPr>
                </a:tc>
                <a:tc hMerge="1">
                  <a:txBody>
                    <a:bodyPr/>
                    <a:lstStyle/>
                    <a:p>
                      <a:endParaRPr lang="en-CO" dirty="0"/>
                    </a:p>
                  </a:txBody>
                  <a:tcPr>
                    <a:solidFill>
                      <a:srgbClr val="784250"/>
                    </a:solidFill>
                  </a:tcPr>
                </a:tc>
                <a:tc gridSpan="2">
                  <a:txBody>
                    <a:bodyPr/>
                    <a:lstStyle/>
                    <a:p>
                      <a:pPr marL="0" marR="0" lvl="0" indent="0" algn="ctr" defTabSz="1507846" rtl="0" eaLnBrk="1" fontAlgn="auto" latinLnBrk="0" hangingPunct="1">
                        <a:lnSpc>
                          <a:spcPct val="100000"/>
                        </a:lnSpc>
                        <a:spcBef>
                          <a:spcPts val="0"/>
                        </a:spcBef>
                        <a:spcAft>
                          <a:spcPts val="0"/>
                        </a:spcAft>
                        <a:buClrTx/>
                        <a:buSzTx/>
                        <a:buFontTx/>
                        <a:buNone/>
                        <a:tabLst/>
                        <a:defRPr/>
                      </a:pPr>
                      <a:r>
                        <a:rPr lang="en-CO" b="1" dirty="0">
                          <a:solidFill>
                            <a:schemeClr val="bg1"/>
                          </a:solidFill>
                        </a:rPr>
                        <a:t>Medida de la Respuesta</a:t>
                      </a:r>
                    </a:p>
                  </a:txBody>
                  <a:tcPr>
                    <a:solidFill>
                      <a:srgbClr val="784250"/>
                    </a:solidFill>
                  </a:tcPr>
                </a:tc>
                <a:tc hMerge="1">
                  <a:txBody>
                    <a:bodyPr/>
                    <a:lstStyle/>
                    <a:p>
                      <a:endParaRPr lang="en-CO" dirty="0"/>
                    </a:p>
                  </a:txBody>
                  <a:tcPr>
                    <a:solidFill>
                      <a:srgbClr val="784250"/>
                    </a:solidFill>
                  </a:tcPr>
                </a:tc>
                <a:extLst>
                  <a:ext uri="{0D108BD9-81ED-4DB2-BD59-A6C34878D82A}">
                    <a16:rowId xmlns:a16="http://schemas.microsoft.com/office/drawing/2014/main" val="3064982357"/>
                  </a:ext>
                </a:extLst>
              </a:tr>
              <a:tr h="370840">
                <a:tc gridSpan="2">
                  <a:txBody>
                    <a:bodyPr/>
                    <a:lstStyle/>
                    <a:p>
                      <a:r>
                        <a:rPr lang="en-CO" dirty="0"/>
                        <a:t>El sistema entrega el cálculo de tiempo de entrega estimado tras la confirmación del pedido.</a:t>
                      </a:r>
                    </a:p>
                    <a:p>
                      <a:endParaRPr lang="en-CO" dirty="0"/>
                    </a:p>
                    <a:p>
                      <a:endParaRPr lang="en-CO" dirty="0"/>
                    </a:p>
                    <a:p>
                      <a:endParaRPr lang="en-CO" dirty="0"/>
                    </a:p>
                  </a:txBody>
                  <a:tcPr/>
                </a:tc>
                <a:tc hMerge="1">
                  <a:txBody>
                    <a:bodyPr/>
                    <a:lstStyle/>
                    <a:p>
                      <a:endParaRPr lang="en-CO" dirty="0"/>
                    </a:p>
                  </a:txBody>
                  <a:tcPr/>
                </a:tc>
                <a:tc gridSpan="2">
                  <a:txBody>
                    <a:bodyPr/>
                    <a:lstStyle/>
                    <a:p>
                      <a:r>
                        <a:rPr lang="en-CO" dirty="0"/>
                        <a:t>El cálculo se da en menos de dos segundos.</a:t>
                      </a:r>
                    </a:p>
                  </a:txBody>
                  <a:tcPr/>
                </a:tc>
                <a:tc hMerge="1">
                  <a:txBody>
                    <a:bodyPr/>
                    <a:lstStyle/>
                    <a:p>
                      <a:endParaRPr lang="en-CO" dirty="0"/>
                    </a:p>
                  </a:txBody>
                  <a:tcPr/>
                </a:tc>
                <a:extLst>
                  <a:ext uri="{0D108BD9-81ED-4DB2-BD59-A6C34878D82A}">
                    <a16:rowId xmlns:a16="http://schemas.microsoft.com/office/drawing/2014/main" val="2908819859"/>
                  </a:ext>
                </a:extLst>
              </a:tr>
            </a:tbl>
          </a:graphicData>
        </a:graphic>
      </p:graphicFrame>
      <p:pic>
        <p:nvPicPr>
          <p:cNvPr id="14" name="Picture 42" descr="A picture containing clock&#10;&#10;Description automatically generated">
            <a:extLst>
              <a:ext uri="{FF2B5EF4-FFF2-40B4-BE49-F238E27FC236}">
                <a16:creationId xmlns:a16="http://schemas.microsoft.com/office/drawing/2014/main" id="{647C2E29-72E9-4B31-BD67-4B2776C8BE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Tree>
    <p:extLst>
      <p:ext uri="{BB962C8B-B14F-4D97-AF65-F5344CB8AC3E}">
        <p14:creationId xmlns:p14="http://schemas.microsoft.com/office/powerpoint/2010/main" val="4012890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Pentagon 35">
            <a:extLst>
              <a:ext uri="{FF2B5EF4-FFF2-40B4-BE49-F238E27FC236}">
                <a16:creationId xmlns:a16="http://schemas.microsoft.com/office/drawing/2014/main" id="{846DF9A9-623E-B94B-ABFB-55F40F134C51}"/>
              </a:ext>
            </a:extLst>
          </p:cNvPr>
          <p:cNvSpPr/>
          <p:nvPr/>
        </p:nvSpPr>
        <p:spPr>
          <a:xfrm>
            <a:off x="2348118" y="849088"/>
            <a:ext cx="15474931" cy="1293286"/>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4400" dirty="0"/>
              <a:t>Esp</a:t>
            </a:r>
            <a:r>
              <a:rPr lang="es-CO" sz="4400" dirty="0"/>
              <a:t>e</a:t>
            </a:r>
            <a:r>
              <a:rPr lang="en-CO" sz="4400" dirty="0"/>
              <a:t>cificación de Escenarios de Calidad</a:t>
            </a:r>
          </a:p>
        </p:txBody>
      </p:sp>
      <p:graphicFrame>
        <p:nvGraphicFramePr>
          <p:cNvPr id="3" name="Table 2">
            <a:extLst>
              <a:ext uri="{FF2B5EF4-FFF2-40B4-BE49-F238E27FC236}">
                <a16:creationId xmlns:a16="http://schemas.microsoft.com/office/drawing/2014/main" id="{7848254A-8877-FE45-9BF6-EEAC352420F7}"/>
              </a:ext>
            </a:extLst>
          </p:cNvPr>
          <p:cNvGraphicFramePr>
            <a:graphicFrameLocks noGrp="1"/>
          </p:cNvGraphicFramePr>
          <p:nvPr>
            <p:extLst>
              <p:ext uri="{D42A27DB-BD31-4B8C-83A1-F6EECF244321}">
                <p14:modId xmlns:p14="http://schemas.microsoft.com/office/powerpoint/2010/main" val="247829054"/>
              </p:ext>
            </p:extLst>
          </p:nvPr>
        </p:nvGraphicFramePr>
        <p:xfrm>
          <a:off x="2306285" y="3707401"/>
          <a:ext cx="15262780" cy="7155309"/>
        </p:xfrm>
        <a:graphic>
          <a:graphicData uri="http://schemas.openxmlformats.org/drawingml/2006/table">
            <a:tbl>
              <a:tblPr firstRow="1" bandRow="1">
                <a:tableStyleId>{5C22544A-7EE6-4342-B048-85BDC9FD1C3A}</a:tableStyleId>
              </a:tblPr>
              <a:tblGrid>
                <a:gridCol w="3815695">
                  <a:extLst>
                    <a:ext uri="{9D8B030D-6E8A-4147-A177-3AD203B41FA5}">
                      <a16:colId xmlns:a16="http://schemas.microsoft.com/office/drawing/2014/main" val="869976360"/>
                    </a:ext>
                  </a:extLst>
                </a:gridCol>
                <a:gridCol w="4447864">
                  <a:extLst>
                    <a:ext uri="{9D8B030D-6E8A-4147-A177-3AD203B41FA5}">
                      <a16:colId xmlns:a16="http://schemas.microsoft.com/office/drawing/2014/main" val="2937406836"/>
                    </a:ext>
                  </a:extLst>
                </a:gridCol>
                <a:gridCol w="3378631">
                  <a:extLst>
                    <a:ext uri="{9D8B030D-6E8A-4147-A177-3AD203B41FA5}">
                      <a16:colId xmlns:a16="http://schemas.microsoft.com/office/drawing/2014/main" val="2444917822"/>
                    </a:ext>
                  </a:extLst>
                </a:gridCol>
                <a:gridCol w="3620590">
                  <a:extLst>
                    <a:ext uri="{9D8B030D-6E8A-4147-A177-3AD203B41FA5}">
                      <a16:colId xmlns:a16="http://schemas.microsoft.com/office/drawing/2014/main" val="1699940144"/>
                    </a:ext>
                  </a:extLst>
                </a:gridCol>
              </a:tblGrid>
              <a:tr h="370840">
                <a:tc>
                  <a:txBody>
                    <a:bodyPr/>
                    <a:lstStyle/>
                    <a:p>
                      <a:r>
                        <a:rPr lang="en-CO" sz="2400" b="0" dirty="0"/>
                        <a:t>ID: EC003</a:t>
                      </a:r>
                    </a:p>
                  </a:txBody>
                  <a:tcPr>
                    <a:solidFill>
                      <a:srgbClr val="784250"/>
                    </a:solidFill>
                  </a:tcPr>
                </a:tc>
                <a:tc>
                  <a:txBody>
                    <a:bodyPr/>
                    <a:lstStyle/>
                    <a:p>
                      <a:r>
                        <a:rPr lang="en-CO" sz="2400" b="0" dirty="0"/>
                        <a:t>Escalabilidad</a:t>
                      </a:r>
                    </a:p>
                  </a:txBody>
                  <a:tcPr>
                    <a:solidFill>
                      <a:srgbClr val="784250"/>
                    </a:solidFill>
                  </a:tcPr>
                </a:tc>
                <a:tc>
                  <a:txBody>
                    <a:bodyPr/>
                    <a:lstStyle/>
                    <a:p>
                      <a:r>
                        <a:rPr lang="en-CO" sz="2400" b="0" dirty="0"/>
                        <a:t>Versión</a:t>
                      </a:r>
                    </a:p>
                  </a:txBody>
                  <a:tcPr>
                    <a:solidFill>
                      <a:srgbClr val="784250"/>
                    </a:solidFill>
                  </a:tcPr>
                </a:tc>
                <a:tc>
                  <a:txBody>
                    <a:bodyPr/>
                    <a:lstStyle/>
                    <a:p>
                      <a:r>
                        <a:rPr lang="en-CO" sz="2400" b="0" dirty="0"/>
                        <a:t>1</a:t>
                      </a:r>
                    </a:p>
                  </a:txBody>
                  <a:tcPr>
                    <a:solidFill>
                      <a:srgbClr val="784250"/>
                    </a:solidFill>
                  </a:tcPr>
                </a:tc>
                <a:extLst>
                  <a:ext uri="{0D108BD9-81ED-4DB2-BD59-A6C34878D82A}">
                    <a16:rowId xmlns:a16="http://schemas.microsoft.com/office/drawing/2014/main" val="2346727281"/>
                  </a:ext>
                </a:extLst>
              </a:tr>
              <a:tr h="370840">
                <a:tc>
                  <a:txBody>
                    <a:bodyPr/>
                    <a:lstStyle/>
                    <a:p>
                      <a:r>
                        <a:rPr lang="en-CO" b="1" dirty="0">
                          <a:solidFill>
                            <a:schemeClr val="bg1"/>
                          </a:solidFill>
                        </a:rPr>
                        <a:t>Fuente</a:t>
                      </a:r>
                    </a:p>
                  </a:txBody>
                  <a:tcPr>
                    <a:solidFill>
                      <a:srgbClr val="784250"/>
                    </a:solidFill>
                  </a:tcPr>
                </a:tc>
                <a:tc>
                  <a:txBody>
                    <a:bodyPr/>
                    <a:lstStyle/>
                    <a:p>
                      <a:r>
                        <a:rPr lang="en-CO" b="1" dirty="0">
                          <a:solidFill>
                            <a:schemeClr val="bg1"/>
                          </a:solidFill>
                        </a:rPr>
                        <a:t>Estímulo</a:t>
                      </a:r>
                    </a:p>
                  </a:txBody>
                  <a:tcPr>
                    <a:solidFill>
                      <a:srgbClr val="784250"/>
                    </a:solidFill>
                  </a:tcPr>
                </a:tc>
                <a:tc>
                  <a:txBody>
                    <a:bodyPr/>
                    <a:lstStyle/>
                    <a:p>
                      <a:r>
                        <a:rPr lang="en-CO" b="1" dirty="0">
                          <a:solidFill>
                            <a:schemeClr val="bg1"/>
                          </a:solidFill>
                        </a:rPr>
                        <a:t>Artefacto</a:t>
                      </a:r>
                    </a:p>
                  </a:txBody>
                  <a:tcPr>
                    <a:solidFill>
                      <a:srgbClr val="784250"/>
                    </a:solidFill>
                  </a:tcPr>
                </a:tc>
                <a:tc>
                  <a:txBody>
                    <a:bodyPr/>
                    <a:lstStyle/>
                    <a:p>
                      <a:r>
                        <a:rPr lang="en-CO" b="1" dirty="0">
                          <a:solidFill>
                            <a:schemeClr val="bg1"/>
                          </a:solidFill>
                        </a:rPr>
                        <a:t>Ambiente</a:t>
                      </a:r>
                    </a:p>
                  </a:txBody>
                  <a:tcPr>
                    <a:solidFill>
                      <a:srgbClr val="784250"/>
                    </a:solidFill>
                  </a:tcPr>
                </a:tc>
                <a:extLst>
                  <a:ext uri="{0D108BD9-81ED-4DB2-BD59-A6C34878D82A}">
                    <a16:rowId xmlns:a16="http://schemas.microsoft.com/office/drawing/2014/main" val="1300478606"/>
                  </a:ext>
                </a:extLst>
              </a:tr>
              <a:tr h="370840">
                <a:tc>
                  <a:txBody>
                    <a:bodyPr/>
                    <a:lstStyle/>
                    <a:p>
                      <a:r>
                        <a:rPr lang="en-CO" dirty="0"/>
                        <a:t>Vendedor.</a:t>
                      </a:r>
                    </a:p>
                    <a:p>
                      <a:endParaRPr lang="en-CO" dirty="0"/>
                    </a:p>
                    <a:p>
                      <a:endParaRPr lang="en-CO" dirty="0"/>
                    </a:p>
                  </a:txBody>
                  <a:tcPr/>
                </a:tc>
                <a:tc>
                  <a:txBody>
                    <a:bodyPr/>
                    <a:lstStyle/>
                    <a:p>
                      <a:r>
                        <a:rPr lang="en-CO" dirty="0"/>
                        <a:t>Creación de pedido en línea durante visita a cliente.</a:t>
                      </a:r>
                    </a:p>
                  </a:txBody>
                  <a:tcPr/>
                </a:tc>
                <a:tc>
                  <a:txBody>
                    <a:bodyPr/>
                    <a:lstStyle/>
                    <a:p>
                      <a:pPr marL="0" marR="0" lvl="0" indent="0" algn="l" defTabSz="1507846" rtl="0" eaLnBrk="1" fontAlgn="auto" latinLnBrk="0" hangingPunct="1">
                        <a:lnSpc>
                          <a:spcPct val="100000"/>
                        </a:lnSpc>
                        <a:spcBef>
                          <a:spcPts val="0"/>
                        </a:spcBef>
                        <a:spcAft>
                          <a:spcPts val="0"/>
                        </a:spcAft>
                        <a:buClrTx/>
                        <a:buSzTx/>
                        <a:buFontTx/>
                        <a:buNone/>
                        <a:tabLst/>
                        <a:defRPr/>
                      </a:pPr>
                      <a:r>
                        <a:rPr lang="en-CO" dirty="0"/>
                        <a:t>Sistema</a:t>
                      </a:r>
                    </a:p>
                    <a:p>
                      <a:endParaRPr lang="en-CO" dirty="0"/>
                    </a:p>
                  </a:txBody>
                  <a:tcPr/>
                </a:tc>
                <a:tc>
                  <a:txBody>
                    <a:bodyPr/>
                    <a:lstStyle/>
                    <a:p>
                      <a:r>
                        <a:rPr lang="en-CO" dirty="0"/>
                        <a:t>En operación normal, contexto de campañas sanitarias en donde se incrementa la tasa base de 0.35 pedidos por minuto.</a:t>
                      </a:r>
                    </a:p>
                  </a:txBody>
                  <a:tcPr/>
                </a:tc>
                <a:extLst>
                  <a:ext uri="{0D108BD9-81ED-4DB2-BD59-A6C34878D82A}">
                    <a16:rowId xmlns:a16="http://schemas.microsoft.com/office/drawing/2014/main" val="3087289581"/>
                  </a:ext>
                </a:extLst>
              </a:tr>
              <a:tr h="370840">
                <a:tc gridSpan="2">
                  <a:txBody>
                    <a:bodyPr/>
                    <a:lstStyle/>
                    <a:p>
                      <a:pPr algn="ctr"/>
                      <a:r>
                        <a:rPr lang="en-CO" b="1" dirty="0">
                          <a:solidFill>
                            <a:schemeClr val="bg1"/>
                          </a:solidFill>
                        </a:rPr>
                        <a:t>Respuesta</a:t>
                      </a:r>
                    </a:p>
                  </a:txBody>
                  <a:tcPr>
                    <a:solidFill>
                      <a:srgbClr val="784250"/>
                    </a:solidFill>
                  </a:tcPr>
                </a:tc>
                <a:tc hMerge="1">
                  <a:txBody>
                    <a:bodyPr/>
                    <a:lstStyle/>
                    <a:p>
                      <a:endParaRPr lang="en-CO" dirty="0"/>
                    </a:p>
                  </a:txBody>
                  <a:tcPr>
                    <a:solidFill>
                      <a:srgbClr val="784250"/>
                    </a:solidFill>
                  </a:tcPr>
                </a:tc>
                <a:tc gridSpan="2">
                  <a:txBody>
                    <a:bodyPr/>
                    <a:lstStyle/>
                    <a:p>
                      <a:pPr marL="0" marR="0" lvl="0" indent="0" algn="ctr" defTabSz="1507846" rtl="0" eaLnBrk="1" fontAlgn="auto" latinLnBrk="0" hangingPunct="1">
                        <a:lnSpc>
                          <a:spcPct val="100000"/>
                        </a:lnSpc>
                        <a:spcBef>
                          <a:spcPts val="0"/>
                        </a:spcBef>
                        <a:spcAft>
                          <a:spcPts val="0"/>
                        </a:spcAft>
                        <a:buClrTx/>
                        <a:buSzTx/>
                        <a:buFontTx/>
                        <a:buNone/>
                        <a:tabLst/>
                        <a:defRPr/>
                      </a:pPr>
                      <a:r>
                        <a:rPr lang="en-CO" b="1" dirty="0">
                          <a:solidFill>
                            <a:schemeClr val="bg1"/>
                          </a:solidFill>
                        </a:rPr>
                        <a:t>Medida de la Respuesta</a:t>
                      </a:r>
                    </a:p>
                  </a:txBody>
                  <a:tcPr>
                    <a:solidFill>
                      <a:srgbClr val="784250"/>
                    </a:solidFill>
                  </a:tcPr>
                </a:tc>
                <a:tc hMerge="1">
                  <a:txBody>
                    <a:bodyPr/>
                    <a:lstStyle/>
                    <a:p>
                      <a:endParaRPr lang="en-CO" dirty="0"/>
                    </a:p>
                  </a:txBody>
                  <a:tcPr>
                    <a:solidFill>
                      <a:srgbClr val="784250"/>
                    </a:solidFill>
                  </a:tcPr>
                </a:tc>
                <a:extLst>
                  <a:ext uri="{0D108BD9-81ED-4DB2-BD59-A6C34878D82A}">
                    <a16:rowId xmlns:a16="http://schemas.microsoft.com/office/drawing/2014/main" val="3064982357"/>
                  </a:ext>
                </a:extLst>
              </a:tr>
              <a:tr h="370840">
                <a:tc gridSpan="2">
                  <a:txBody>
                    <a:bodyPr/>
                    <a:lstStyle/>
                    <a:p>
                      <a:r>
                        <a:rPr lang="en-CO" dirty="0"/>
                        <a:t>El sistema realiza la confirmación de pedido y cálculo de tiempo estimado, escalando automaticamente su capacidad de procesamiento.</a:t>
                      </a:r>
                    </a:p>
                    <a:p>
                      <a:endParaRPr lang="en-CO" dirty="0"/>
                    </a:p>
                  </a:txBody>
                  <a:tcPr/>
                </a:tc>
                <a:tc hMerge="1">
                  <a:txBody>
                    <a:bodyPr/>
                    <a:lstStyle/>
                    <a:p>
                      <a:endParaRPr lang="en-CO" dirty="0"/>
                    </a:p>
                  </a:txBody>
                  <a:tcPr/>
                </a:tc>
                <a:tc gridSpan="2">
                  <a:txBody>
                    <a:bodyPr/>
                    <a:lstStyle/>
                    <a:p>
                      <a:r>
                        <a:rPr lang="en-CO" dirty="0"/>
                        <a:t>El escalamiento debe poder aumentar la capacidad de 100 pedidos por minuto a 400 pedidos por minuto durante una hora, garantizando que todos los pedidos se confirmen correctamente.</a:t>
                      </a:r>
                    </a:p>
                  </a:txBody>
                  <a:tcPr/>
                </a:tc>
                <a:tc hMerge="1">
                  <a:txBody>
                    <a:bodyPr/>
                    <a:lstStyle/>
                    <a:p>
                      <a:endParaRPr lang="en-CO" dirty="0"/>
                    </a:p>
                  </a:txBody>
                  <a:tcPr/>
                </a:tc>
                <a:extLst>
                  <a:ext uri="{0D108BD9-81ED-4DB2-BD59-A6C34878D82A}">
                    <a16:rowId xmlns:a16="http://schemas.microsoft.com/office/drawing/2014/main" val="2908819859"/>
                  </a:ext>
                </a:extLst>
              </a:tr>
            </a:tbl>
          </a:graphicData>
        </a:graphic>
      </p:graphicFrame>
      <p:pic>
        <p:nvPicPr>
          <p:cNvPr id="14" name="Picture 42" descr="A picture containing clock&#10;&#10;Description automatically generated">
            <a:extLst>
              <a:ext uri="{FF2B5EF4-FFF2-40B4-BE49-F238E27FC236}">
                <a16:creationId xmlns:a16="http://schemas.microsoft.com/office/drawing/2014/main" id="{16163168-5939-4F76-9902-9900FB12B7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Tree>
    <p:extLst>
      <p:ext uri="{BB962C8B-B14F-4D97-AF65-F5344CB8AC3E}">
        <p14:creationId xmlns:p14="http://schemas.microsoft.com/office/powerpoint/2010/main" val="514347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B4401-A0CC-7D3A-AD28-8C22B22BE73F}"/>
            </a:ext>
          </a:extLst>
        </p:cNvPr>
        <p:cNvGrpSpPr/>
        <p:nvPr/>
      </p:nvGrpSpPr>
      <p:grpSpPr>
        <a:xfrm>
          <a:off x="0" y="0"/>
          <a:ext cx="0" cy="0"/>
          <a:chOff x="0" y="0"/>
          <a:chExt cx="0" cy="0"/>
        </a:xfrm>
      </p:grpSpPr>
      <p:sp>
        <p:nvSpPr>
          <p:cNvPr id="36" name="Pentagon 35">
            <a:extLst>
              <a:ext uri="{FF2B5EF4-FFF2-40B4-BE49-F238E27FC236}">
                <a16:creationId xmlns:a16="http://schemas.microsoft.com/office/drawing/2014/main" id="{7C12F857-CAC5-17DB-E027-944C651C4A52}"/>
              </a:ext>
            </a:extLst>
          </p:cNvPr>
          <p:cNvSpPr/>
          <p:nvPr/>
        </p:nvSpPr>
        <p:spPr>
          <a:xfrm>
            <a:off x="2348118" y="849088"/>
            <a:ext cx="15474931" cy="1293286"/>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4400" dirty="0"/>
              <a:t>Esp</a:t>
            </a:r>
            <a:r>
              <a:rPr lang="es-CO" sz="4400" dirty="0"/>
              <a:t>e</a:t>
            </a:r>
            <a:r>
              <a:rPr lang="en-CO" sz="4400" dirty="0"/>
              <a:t>cificación de Escenarios de Calidad</a:t>
            </a:r>
          </a:p>
        </p:txBody>
      </p:sp>
      <p:graphicFrame>
        <p:nvGraphicFramePr>
          <p:cNvPr id="3" name="Table 2">
            <a:extLst>
              <a:ext uri="{FF2B5EF4-FFF2-40B4-BE49-F238E27FC236}">
                <a16:creationId xmlns:a16="http://schemas.microsoft.com/office/drawing/2014/main" id="{B2556A62-2645-8DF0-1506-892999C67CB5}"/>
              </a:ext>
            </a:extLst>
          </p:cNvPr>
          <p:cNvGraphicFramePr>
            <a:graphicFrameLocks noGrp="1"/>
          </p:cNvGraphicFramePr>
          <p:nvPr>
            <p:extLst>
              <p:ext uri="{D42A27DB-BD31-4B8C-83A1-F6EECF244321}">
                <p14:modId xmlns:p14="http://schemas.microsoft.com/office/powerpoint/2010/main" val="1840370616"/>
              </p:ext>
            </p:extLst>
          </p:nvPr>
        </p:nvGraphicFramePr>
        <p:xfrm>
          <a:off x="2306285" y="3707401"/>
          <a:ext cx="15262780" cy="6250688"/>
        </p:xfrm>
        <a:graphic>
          <a:graphicData uri="http://schemas.openxmlformats.org/drawingml/2006/table">
            <a:tbl>
              <a:tblPr firstRow="1" bandRow="1">
                <a:tableStyleId>{5C22544A-7EE6-4342-B048-85BDC9FD1C3A}</a:tableStyleId>
              </a:tblPr>
              <a:tblGrid>
                <a:gridCol w="3815695">
                  <a:extLst>
                    <a:ext uri="{9D8B030D-6E8A-4147-A177-3AD203B41FA5}">
                      <a16:colId xmlns:a16="http://schemas.microsoft.com/office/drawing/2014/main" val="869976360"/>
                    </a:ext>
                  </a:extLst>
                </a:gridCol>
                <a:gridCol w="4447864">
                  <a:extLst>
                    <a:ext uri="{9D8B030D-6E8A-4147-A177-3AD203B41FA5}">
                      <a16:colId xmlns:a16="http://schemas.microsoft.com/office/drawing/2014/main" val="2937406836"/>
                    </a:ext>
                  </a:extLst>
                </a:gridCol>
                <a:gridCol w="3378631">
                  <a:extLst>
                    <a:ext uri="{9D8B030D-6E8A-4147-A177-3AD203B41FA5}">
                      <a16:colId xmlns:a16="http://schemas.microsoft.com/office/drawing/2014/main" val="2444917822"/>
                    </a:ext>
                  </a:extLst>
                </a:gridCol>
                <a:gridCol w="3620590">
                  <a:extLst>
                    <a:ext uri="{9D8B030D-6E8A-4147-A177-3AD203B41FA5}">
                      <a16:colId xmlns:a16="http://schemas.microsoft.com/office/drawing/2014/main" val="1699940144"/>
                    </a:ext>
                  </a:extLst>
                </a:gridCol>
              </a:tblGrid>
              <a:tr h="370840">
                <a:tc>
                  <a:txBody>
                    <a:bodyPr/>
                    <a:lstStyle/>
                    <a:p>
                      <a:r>
                        <a:rPr lang="en-CO" sz="2400" b="0" dirty="0"/>
                        <a:t>ID: EC004</a:t>
                      </a:r>
                    </a:p>
                  </a:txBody>
                  <a:tcPr>
                    <a:solidFill>
                      <a:srgbClr val="784250"/>
                    </a:solidFill>
                  </a:tcPr>
                </a:tc>
                <a:tc>
                  <a:txBody>
                    <a:bodyPr/>
                    <a:lstStyle/>
                    <a:p>
                      <a:r>
                        <a:rPr lang="es-CO" sz="2400" b="0"/>
                        <a:t>Escalabilidad</a:t>
                      </a:r>
                      <a:endParaRPr lang="en-CO" sz="2400" b="0" dirty="0"/>
                    </a:p>
                  </a:txBody>
                  <a:tcPr>
                    <a:solidFill>
                      <a:srgbClr val="784250"/>
                    </a:solidFill>
                  </a:tcPr>
                </a:tc>
                <a:tc>
                  <a:txBody>
                    <a:bodyPr/>
                    <a:lstStyle/>
                    <a:p>
                      <a:r>
                        <a:rPr lang="en-CO" sz="2400" b="0" dirty="0"/>
                        <a:t>Versión</a:t>
                      </a:r>
                    </a:p>
                  </a:txBody>
                  <a:tcPr>
                    <a:solidFill>
                      <a:srgbClr val="784250"/>
                    </a:solidFill>
                  </a:tcPr>
                </a:tc>
                <a:tc>
                  <a:txBody>
                    <a:bodyPr/>
                    <a:lstStyle/>
                    <a:p>
                      <a:r>
                        <a:rPr lang="en-CO" sz="2400" b="0" dirty="0"/>
                        <a:t>1</a:t>
                      </a:r>
                    </a:p>
                  </a:txBody>
                  <a:tcPr>
                    <a:solidFill>
                      <a:srgbClr val="784250"/>
                    </a:solidFill>
                  </a:tcPr>
                </a:tc>
                <a:extLst>
                  <a:ext uri="{0D108BD9-81ED-4DB2-BD59-A6C34878D82A}">
                    <a16:rowId xmlns:a16="http://schemas.microsoft.com/office/drawing/2014/main" val="2346727281"/>
                  </a:ext>
                </a:extLst>
              </a:tr>
              <a:tr h="370840">
                <a:tc>
                  <a:txBody>
                    <a:bodyPr/>
                    <a:lstStyle/>
                    <a:p>
                      <a:r>
                        <a:rPr lang="en-CO" b="1" dirty="0">
                          <a:solidFill>
                            <a:schemeClr val="bg1"/>
                          </a:solidFill>
                        </a:rPr>
                        <a:t>Fuente</a:t>
                      </a:r>
                    </a:p>
                  </a:txBody>
                  <a:tcPr>
                    <a:solidFill>
                      <a:srgbClr val="784250"/>
                    </a:solidFill>
                  </a:tcPr>
                </a:tc>
                <a:tc>
                  <a:txBody>
                    <a:bodyPr/>
                    <a:lstStyle/>
                    <a:p>
                      <a:r>
                        <a:rPr lang="en-CO" b="1" dirty="0">
                          <a:solidFill>
                            <a:schemeClr val="bg1"/>
                          </a:solidFill>
                        </a:rPr>
                        <a:t>Estímulo</a:t>
                      </a:r>
                    </a:p>
                  </a:txBody>
                  <a:tcPr>
                    <a:solidFill>
                      <a:srgbClr val="784250"/>
                    </a:solidFill>
                  </a:tcPr>
                </a:tc>
                <a:tc>
                  <a:txBody>
                    <a:bodyPr/>
                    <a:lstStyle/>
                    <a:p>
                      <a:r>
                        <a:rPr lang="en-CO" b="1" dirty="0">
                          <a:solidFill>
                            <a:schemeClr val="bg1"/>
                          </a:solidFill>
                        </a:rPr>
                        <a:t>Artefacto</a:t>
                      </a:r>
                    </a:p>
                  </a:txBody>
                  <a:tcPr>
                    <a:solidFill>
                      <a:srgbClr val="784250"/>
                    </a:solidFill>
                  </a:tcPr>
                </a:tc>
                <a:tc>
                  <a:txBody>
                    <a:bodyPr/>
                    <a:lstStyle/>
                    <a:p>
                      <a:r>
                        <a:rPr lang="en-CO" b="1" dirty="0">
                          <a:solidFill>
                            <a:schemeClr val="bg1"/>
                          </a:solidFill>
                        </a:rPr>
                        <a:t>Ambiente</a:t>
                      </a:r>
                    </a:p>
                  </a:txBody>
                  <a:tcPr>
                    <a:solidFill>
                      <a:srgbClr val="784250"/>
                    </a:solidFill>
                  </a:tcPr>
                </a:tc>
                <a:extLst>
                  <a:ext uri="{0D108BD9-81ED-4DB2-BD59-A6C34878D82A}">
                    <a16:rowId xmlns:a16="http://schemas.microsoft.com/office/drawing/2014/main" val="1300478606"/>
                  </a:ext>
                </a:extLst>
              </a:tr>
              <a:tr h="370840">
                <a:tc>
                  <a:txBody>
                    <a:bodyPr/>
                    <a:lstStyle/>
                    <a:p>
                      <a:pPr marL="0" marR="0" lvl="0" indent="0" algn="l" defTabSz="1507846" rtl="0" eaLnBrk="1" fontAlgn="auto" latinLnBrk="0" hangingPunct="1">
                        <a:lnSpc>
                          <a:spcPct val="100000"/>
                        </a:lnSpc>
                        <a:spcBef>
                          <a:spcPts val="0"/>
                        </a:spcBef>
                        <a:spcAft>
                          <a:spcPts val="0"/>
                        </a:spcAft>
                        <a:buClrTx/>
                        <a:buSzTx/>
                        <a:buFontTx/>
                        <a:buNone/>
                        <a:tabLst/>
                        <a:defRPr/>
                      </a:pPr>
                      <a:r>
                        <a:rPr lang="en-CO" dirty="0"/>
                        <a:t>Administrador de proveedores y productos.</a:t>
                      </a:r>
                    </a:p>
                    <a:p>
                      <a:endParaRPr lang="en-CO" dirty="0"/>
                    </a:p>
                  </a:txBody>
                  <a:tcPr/>
                </a:tc>
                <a:tc>
                  <a:txBody>
                    <a:bodyPr/>
                    <a:lstStyle/>
                    <a:p>
                      <a:r>
                        <a:rPr lang="en-CO" dirty="0"/>
                        <a:t>Creación de producto mediante la carga masiva de cátalogos externos.</a:t>
                      </a:r>
                    </a:p>
                  </a:txBody>
                  <a:tcPr/>
                </a:tc>
                <a:tc>
                  <a:txBody>
                    <a:bodyPr/>
                    <a:lstStyle/>
                    <a:p>
                      <a:r>
                        <a:rPr lang="en-CO" dirty="0"/>
                        <a:t>Sistema.</a:t>
                      </a:r>
                    </a:p>
                  </a:txBody>
                  <a:tcPr/>
                </a:tc>
                <a:tc>
                  <a:txBody>
                    <a:bodyPr/>
                    <a:lstStyle/>
                    <a:p>
                      <a:r>
                        <a:rPr lang="en-CO" dirty="0"/>
                        <a:t>En operación normal. Asumiendo una tasa de 5 productos creados al día.</a:t>
                      </a:r>
                    </a:p>
                  </a:txBody>
                  <a:tcPr/>
                </a:tc>
                <a:extLst>
                  <a:ext uri="{0D108BD9-81ED-4DB2-BD59-A6C34878D82A}">
                    <a16:rowId xmlns:a16="http://schemas.microsoft.com/office/drawing/2014/main" val="3087289581"/>
                  </a:ext>
                </a:extLst>
              </a:tr>
              <a:tr h="370840">
                <a:tc gridSpan="2">
                  <a:txBody>
                    <a:bodyPr/>
                    <a:lstStyle/>
                    <a:p>
                      <a:pPr algn="ctr"/>
                      <a:r>
                        <a:rPr lang="en-CO" b="1" dirty="0">
                          <a:solidFill>
                            <a:schemeClr val="bg1"/>
                          </a:solidFill>
                        </a:rPr>
                        <a:t>Respuesta</a:t>
                      </a:r>
                    </a:p>
                  </a:txBody>
                  <a:tcPr>
                    <a:solidFill>
                      <a:srgbClr val="784250"/>
                    </a:solidFill>
                  </a:tcPr>
                </a:tc>
                <a:tc hMerge="1">
                  <a:txBody>
                    <a:bodyPr/>
                    <a:lstStyle/>
                    <a:p>
                      <a:endParaRPr lang="en-CO" dirty="0"/>
                    </a:p>
                  </a:txBody>
                  <a:tcPr>
                    <a:solidFill>
                      <a:srgbClr val="784250"/>
                    </a:solidFill>
                  </a:tcPr>
                </a:tc>
                <a:tc gridSpan="2">
                  <a:txBody>
                    <a:bodyPr/>
                    <a:lstStyle/>
                    <a:p>
                      <a:pPr marL="0" marR="0" lvl="0" indent="0" algn="ctr" defTabSz="1507846" rtl="0" eaLnBrk="1" fontAlgn="auto" latinLnBrk="0" hangingPunct="1">
                        <a:lnSpc>
                          <a:spcPct val="100000"/>
                        </a:lnSpc>
                        <a:spcBef>
                          <a:spcPts val="0"/>
                        </a:spcBef>
                        <a:spcAft>
                          <a:spcPts val="0"/>
                        </a:spcAft>
                        <a:buClrTx/>
                        <a:buSzTx/>
                        <a:buFontTx/>
                        <a:buNone/>
                        <a:tabLst/>
                        <a:defRPr/>
                      </a:pPr>
                      <a:r>
                        <a:rPr lang="en-CO" b="1" dirty="0">
                          <a:solidFill>
                            <a:schemeClr val="bg1"/>
                          </a:solidFill>
                        </a:rPr>
                        <a:t>Medida de la Respuesta</a:t>
                      </a:r>
                    </a:p>
                  </a:txBody>
                  <a:tcPr>
                    <a:solidFill>
                      <a:srgbClr val="784250"/>
                    </a:solidFill>
                  </a:tcPr>
                </a:tc>
                <a:tc hMerge="1">
                  <a:txBody>
                    <a:bodyPr/>
                    <a:lstStyle/>
                    <a:p>
                      <a:endParaRPr lang="en-CO" dirty="0"/>
                    </a:p>
                  </a:txBody>
                  <a:tcPr>
                    <a:solidFill>
                      <a:srgbClr val="784250"/>
                    </a:solidFill>
                  </a:tcPr>
                </a:tc>
                <a:extLst>
                  <a:ext uri="{0D108BD9-81ED-4DB2-BD59-A6C34878D82A}">
                    <a16:rowId xmlns:a16="http://schemas.microsoft.com/office/drawing/2014/main" val="3064982357"/>
                  </a:ext>
                </a:extLst>
              </a:tr>
              <a:tr h="370840">
                <a:tc gridSpan="2">
                  <a:txBody>
                    <a:bodyPr/>
                    <a:lstStyle/>
                    <a:p>
                      <a:r>
                        <a:rPr lang="en-CO" dirty="0"/>
                        <a:t>El sistema crea exitosamente el nuevo producto, lo indexa y disponibiliza para consultas y creación de pedidos.</a:t>
                      </a:r>
                    </a:p>
                    <a:p>
                      <a:endParaRPr lang="en-CO" dirty="0"/>
                    </a:p>
                    <a:p>
                      <a:endParaRPr lang="en-CO" dirty="0"/>
                    </a:p>
                  </a:txBody>
                  <a:tcPr/>
                </a:tc>
                <a:tc hMerge="1">
                  <a:txBody>
                    <a:bodyPr/>
                    <a:lstStyle/>
                    <a:p>
                      <a:endParaRPr lang="en-CO" dirty="0"/>
                    </a:p>
                  </a:txBody>
                  <a:tcPr/>
                </a:tc>
                <a:tc gridSpan="2">
                  <a:txBody>
                    <a:bodyPr/>
                    <a:lstStyle/>
                    <a:p>
                      <a:r>
                        <a:rPr lang="en-CO" dirty="0"/>
                        <a:t>El sistema debe poder aumentar la capacidad de productos activos de 5500 a 11000, sin degradar los tiempos de consultas o creación de pedidos.</a:t>
                      </a:r>
                    </a:p>
                  </a:txBody>
                  <a:tcPr/>
                </a:tc>
                <a:tc hMerge="1">
                  <a:txBody>
                    <a:bodyPr/>
                    <a:lstStyle/>
                    <a:p>
                      <a:endParaRPr lang="en-CO" dirty="0"/>
                    </a:p>
                  </a:txBody>
                  <a:tcPr/>
                </a:tc>
                <a:extLst>
                  <a:ext uri="{0D108BD9-81ED-4DB2-BD59-A6C34878D82A}">
                    <a16:rowId xmlns:a16="http://schemas.microsoft.com/office/drawing/2014/main" val="2908819859"/>
                  </a:ext>
                </a:extLst>
              </a:tr>
            </a:tbl>
          </a:graphicData>
        </a:graphic>
      </p:graphicFrame>
      <p:pic>
        <p:nvPicPr>
          <p:cNvPr id="14" name="Picture 42" descr="A picture containing clock&#10;&#10;Description automatically generated">
            <a:extLst>
              <a:ext uri="{FF2B5EF4-FFF2-40B4-BE49-F238E27FC236}">
                <a16:creationId xmlns:a16="http://schemas.microsoft.com/office/drawing/2014/main" id="{36784ED8-EEFB-DD29-7833-3E9DCC22C0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Tree>
    <p:extLst>
      <p:ext uri="{BB962C8B-B14F-4D97-AF65-F5344CB8AC3E}">
        <p14:creationId xmlns:p14="http://schemas.microsoft.com/office/powerpoint/2010/main" val="2194401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Pentagon 35">
            <a:extLst>
              <a:ext uri="{FF2B5EF4-FFF2-40B4-BE49-F238E27FC236}">
                <a16:creationId xmlns:a16="http://schemas.microsoft.com/office/drawing/2014/main" id="{846DF9A9-623E-B94B-ABFB-55F40F134C51}"/>
              </a:ext>
            </a:extLst>
          </p:cNvPr>
          <p:cNvSpPr/>
          <p:nvPr/>
        </p:nvSpPr>
        <p:spPr>
          <a:xfrm>
            <a:off x="2348118" y="849088"/>
            <a:ext cx="15474931" cy="1293286"/>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4400" dirty="0"/>
              <a:t>Esp</a:t>
            </a:r>
            <a:r>
              <a:rPr lang="es-CO" sz="4400" dirty="0"/>
              <a:t>e</a:t>
            </a:r>
            <a:r>
              <a:rPr lang="en-CO" sz="4400" dirty="0"/>
              <a:t>cificación de Escenarios de Calidad</a:t>
            </a:r>
          </a:p>
        </p:txBody>
      </p:sp>
      <p:graphicFrame>
        <p:nvGraphicFramePr>
          <p:cNvPr id="3" name="Table 2">
            <a:extLst>
              <a:ext uri="{FF2B5EF4-FFF2-40B4-BE49-F238E27FC236}">
                <a16:creationId xmlns:a16="http://schemas.microsoft.com/office/drawing/2014/main" id="{7848254A-8877-FE45-9BF6-EEAC352420F7}"/>
              </a:ext>
            </a:extLst>
          </p:cNvPr>
          <p:cNvGraphicFramePr>
            <a:graphicFrameLocks noGrp="1"/>
          </p:cNvGraphicFramePr>
          <p:nvPr>
            <p:extLst>
              <p:ext uri="{D42A27DB-BD31-4B8C-83A1-F6EECF244321}">
                <p14:modId xmlns:p14="http://schemas.microsoft.com/office/powerpoint/2010/main" val="1427712658"/>
              </p:ext>
            </p:extLst>
          </p:nvPr>
        </p:nvGraphicFramePr>
        <p:xfrm>
          <a:off x="2306285" y="3707401"/>
          <a:ext cx="15262780" cy="6702998"/>
        </p:xfrm>
        <a:graphic>
          <a:graphicData uri="http://schemas.openxmlformats.org/drawingml/2006/table">
            <a:tbl>
              <a:tblPr firstRow="1" bandRow="1">
                <a:tableStyleId>{5C22544A-7EE6-4342-B048-85BDC9FD1C3A}</a:tableStyleId>
              </a:tblPr>
              <a:tblGrid>
                <a:gridCol w="3815695">
                  <a:extLst>
                    <a:ext uri="{9D8B030D-6E8A-4147-A177-3AD203B41FA5}">
                      <a16:colId xmlns:a16="http://schemas.microsoft.com/office/drawing/2014/main" val="869976360"/>
                    </a:ext>
                  </a:extLst>
                </a:gridCol>
                <a:gridCol w="4447864">
                  <a:extLst>
                    <a:ext uri="{9D8B030D-6E8A-4147-A177-3AD203B41FA5}">
                      <a16:colId xmlns:a16="http://schemas.microsoft.com/office/drawing/2014/main" val="2937406836"/>
                    </a:ext>
                  </a:extLst>
                </a:gridCol>
                <a:gridCol w="3378631">
                  <a:extLst>
                    <a:ext uri="{9D8B030D-6E8A-4147-A177-3AD203B41FA5}">
                      <a16:colId xmlns:a16="http://schemas.microsoft.com/office/drawing/2014/main" val="2444917822"/>
                    </a:ext>
                  </a:extLst>
                </a:gridCol>
                <a:gridCol w="3620590">
                  <a:extLst>
                    <a:ext uri="{9D8B030D-6E8A-4147-A177-3AD203B41FA5}">
                      <a16:colId xmlns:a16="http://schemas.microsoft.com/office/drawing/2014/main" val="1699940144"/>
                    </a:ext>
                  </a:extLst>
                </a:gridCol>
              </a:tblGrid>
              <a:tr h="370840">
                <a:tc>
                  <a:txBody>
                    <a:bodyPr/>
                    <a:lstStyle/>
                    <a:p>
                      <a:r>
                        <a:rPr lang="en-CO" sz="2400" b="0" dirty="0"/>
                        <a:t>ID: EC005</a:t>
                      </a:r>
                    </a:p>
                  </a:txBody>
                  <a:tcPr>
                    <a:solidFill>
                      <a:srgbClr val="784250"/>
                    </a:solidFill>
                  </a:tcPr>
                </a:tc>
                <a:tc>
                  <a:txBody>
                    <a:bodyPr/>
                    <a:lstStyle/>
                    <a:p>
                      <a:r>
                        <a:rPr lang="en-CO" sz="2400" b="0" dirty="0"/>
                        <a:t>Facilidad de Modificación</a:t>
                      </a:r>
                    </a:p>
                  </a:txBody>
                  <a:tcPr>
                    <a:solidFill>
                      <a:srgbClr val="784250"/>
                    </a:solidFill>
                  </a:tcPr>
                </a:tc>
                <a:tc>
                  <a:txBody>
                    <a:bodyPr/>
                    <a:lstStyle/>
                    <a:p>
                      <a:r>
                        <a:rPr lang="en-CO" sz="2400" b="0" dirty="0"/>
                        <a:t>Versión</a:t>
                      </a:r>
                    </a:p>
                  </a:txBody>
                  <a:tcPr>
                    <a:solidFill>
                      <a:srgbClr val="784250"/>
                    </a:solidFill>
                  </a:tcPr>
                </a:tc>
                <a:tc>
                  <a:txBody>
                    <a:bodyPr/>
                    <a:lstStyle/>
                    <a:p>
                      <a:r>
                        <a:rPr lang="en-CO" sz="2400" b="0" dirty="0"/>
                        <a:t>1</a:t>
                      </a:r>
                    </a:p>
                  </a:txBody>
                  <a:tcPr>
                    <a:solidFill>
                      <a:srgbClr val="784250"/>
                    </a:solidFill>
                  </a:tcPr>
                </a:tc>
                <a:extLst>
                  <a:ext uri="{0D108BD9-81ED-4DB2-BD59-A6C34878D82A}">
                    <a16:rowId xmlns:a16="http://schemas.microsoft.com/office/drawing/2014/main" val="2346727281"/>
                  </a:ext>
                </a:extLst>
              </a:tr>
              <a:tr h="370840">
                <a:tc>
                  <a:txBody>
                    <a:bodyPr/>
                    <a:lstStyle/>
                    <a:p>
                      <a:r>
                        <a:rPr lang="en-CO" b="1" dirty="0">
                          <a:solidFill>
                            <a:schemeClr val="bg1"/>
                          </a:solidFill>
                        </a:rPr>
                        <a:t>Fuente</a:t>
                      </a:r>
                    </a:p>
                  </a:txBody>
                  <a:tcPr>
                    <a:solidFill>
                      <a:srgbClr val="784250"/>
                    </a:solidFill>
                  </a:tcPr>
                </a:tc>
                <a:tc>
                  <a:txBody>
                    <a:bodyPr/>
                    <a:lstStyle/>
                    <a:p>
                      <a:r>
                        <a:rPr lang="en-CO" b="1" dirty="0">
                          <a:solidFill>
                            <a:schemeClr val="bg1"/>
                          </a:solidFill>
                        </a:rPr>
                        <a:t>Estímulo</a:t>
                      </a:r>
                    </a:p>
                  </a:txBody>
                  <a:tcPr>
                    <a:solidFill>
                      <a:srgbClr val="784250"/>
                    </a:solidFill>
                  </a:tcPr>
                </a:tc>
                <a:tc>
                  <a:txBody>
                    <a:bodyPr/>
                    <a:lstStyle/>
                    <a:p>
                      <a:r>
                        <a:rPr lang="en-CO" b="1" dirty="0">
                          <a:solidFill>
                            <a:schemeClr val="bg1"/>
                          </a:solidFill>
                        </a:rPr>
                        <a:t>Artefacto</a:t>
                      </a:r>
                    </a:p>
                  </a:txBody>
                  <a:tcPr>
                    <a:solidFill>
                      <a:srgbClr val="784250"/>
                    </a:solidFill>
                  </a:tcPr>
                </a:tc>
                <a:tc>
                  <a:txBody>
                    <a:bodyPr/>
                    <a:lstStyle/>
                    <a:p>
                      <a:r>
                        <a:rPr lang="en-CO" b="1" dirty="0">
                          <a:solidFill>
                            <a:schemeClr val="bg1"/>
                          </a:solidFill>
                        </a:rPr>
                        <a:t>Ambiente</a:t>
                      </a:r>
                    </a:p>
                  </a:txBody>
                  <a:tcPr>
                    <a:solidFill>
                      <a:srgbClr val="784250"/>
                    </a:solidFill>
                  </a:tcPr>
                </a:tc>
                <a:extLst>
                  <a:ext uri="{0D108BD9-81ED-4DB2-BD59-A6C34878D82A}">
                    <a16:rowId xmlns:a16="http://schemas.microsoft.com/office/drawing/2014/main" val="1300478606"/>
                  </a:ext>
                </a:extLst>
              </a:tr>
              <a:tr h="370840">
                <a:tc>
                  <a:txBody>
                    <a:bodyPr/>
                    <a:lstStyle/>
                    <a:p>
                      <a:r>
                        <a:rPr lang="en-CO" dirty="0"/>
                        <a:t>Desarrollador.</a:t>
                      </a:r>
                    </a:p>
                    <a:p>
                      <a:endParaRPr lang="en-CO" dirty="0"/>
                    </a:p>
                    <a:p>
                      <a:endParaRPr lang="en-CO" dirty="0"/>
                    </a:p>
                    <a:p>
                      <a:endParaRPr lang="en-CO" dirty="0"/>
                    </a:p>
                    <a:p>
                      <a:endParaRPr lang="en-CO" dirty="0"/>
                    </a:p>
                  </a:txBody>
                  <a:tcPr/>
                </a:tc>
                <a:tc>
                  <a:txBody>
                    <a:bodyPr/>
                    <a:lstStyle/>
                    <a:p>
                      <a:r>
                        <a:rPr lang="en-CO" dirty="0"/>
                        <a:t>Se debe programar una nueva variable en el algoritmo de optimización de compras.</a:t>
                      </a:r>
                    </a:p>
                  </a:txBody>
                  <a:tcPr/>
                </a:tc>
                <a:tc>
                  <a:txBody>
                    <a:bodyPr/>
                    <a:lstStyle/>
                    <a:p>
                      <a:r>
                        <a:rPr lang="en-CO" dirty="0"/>
                        <a:t>Sistema.</a:t>
                      </a:r>
                    </a:p>
                  </a:txBody>
                  <a:tcPr/>
                </a:tc>
                <a:tc>
                  <a:txBody>
                    <a:bodyPr/>
                    <a:lstStyle/>
                    <a:p>
                      <a:r>
                        <a:rPr lang="en-CO" dirty="0"/>
                        <a:t>En operación normal. Se realizan ajustes a los algoritmos de manera periodica, como tareas comúnes del equipo TI.</a:t>
                      </a:r>
                    </a:p>
                  </a:txBody>
                  <a:tcPr/>
                </a:tc>
                <a:extLst>
                  <a:ext uri="{0D108BD9-81ED-4DB2-BD59-A6C34878D82A}">
                    <a16:rowId xmlns:a16="http://schemas.microsoft.com/office/drawing/2014/main" val="3087289581"/>
                  </a:ext>
                </a:extLst>
              </a:tr>
              <a:tr h="370840">
                <a:tc gridSpan="2">
                  <a:txBody>
                    <a:bodyPr/>
                    <a:lstStyle/>
                    <a:p>
                      <a:pPr algn="ctr"/>
                      <a:r>
                        <a:rPr lang="en-CO" b="1" dirty="0">
                          <a:solidFill>
                            <a:schemeClr val="bg1"/>
                          </a:solidFill>
                        </a:rPr>
                        <a:t>Respuesta</a:t>
                      </a:r>
                    </a:p>
                  </a:txBody>
                  <a:tcPr>
                    <a:solidFill>
                      <a:srgbClr val="784250"/>
                    </a:solidFill>
                  </a:tcPr>
                </a:tc>
                <a:tc hMerge="1">
                  <a:txBody>
                    <a:bodyPr/>
                    <a:lstStyle/>
                    <a:p>
                      <a:endParaRPr lang="en-CO" dirty="0"/>
                    </a:p>
                  </a:txBody>
                  <a:tcPr>
                    <a:solidFill>
                      <a:srgbClr val="784250"/>
                    </a:solidFill>
                  </a:tcPr>
                </a:tc>
                <a:tc gridSpan="2">
                  <a:txBody>
                    <a:bodyPr/>
                    <a:lstStyle/>
                    <a:p>
                      <a:pPr marL="0" marR="0" lvl="0" indent="0" algn="ctr" defTabSz="1507846" rtl="0" eaLnBrk="1" fontAlgn="auto" latinLnBrk="0" hangingPunct="1">
                        <a:lnSpc>
                          <a:spcPct val="100000"/>
                        </a:lnSpc>
                        <a:spcBef>
                          <a:spcPts val="0"/>
                        </a:spcBef>
                        <a:spcAft>
                          <a:spcPts val="0"/>
                        </a:spcAft>
                        <a:buClrTx/>
                        <a:buSzTx/>
                        <a:buFontTx/>
                        <a:buNone/>
                        <a:tabLst/>
                        <a:defRPr/>
                      </a:pPr>
                      <a:r>
                        <a:rPr lang="en-CO" b="1" dirty="0">
                          <a:solidFill>
                            <a:schemeClr val="bg1"/>
                          </a:solidFill>
                        </a:rPr>
                        <a:t>Medida de la Respuesta</a:t>
                      </a:r>
                    </a:p>
                  </a:txBody>
                  <a:tcPr>
                    <a:solidFill>
                      <a:srgbClr val="784250"/>
                    </a:solidFill>
                  </a:tcPr>
                </a:tc>
                <a:tc hMerge="1">
                  <a:txBody>
                    <a:bodyPr/>
                    <a:lstStyle/>
                    <a:p>
                      <a:endParaRPr lang="en-CO" dirty="0"/>
                    </a:p>
                  </a:txBody>
                  <a:tcPr>
                    <a:solidFill>
                      <a:srgbClr val="784250"/>
                    </a:solidFill>
                  </a:tcPr>
                </a:tc>
                <a:extLst>
                  <a:ext uri="{0D108BD9-81ED-4DB2-BD59-A6C34878D82A}">
                    <a16:rowId xmlns:a16="http://schemas.microsoft.com/office/drawing/2014/main" val="3064982357"/>
                  </a:ext>
                </a:extLst>
              </a:tr>
              <a:tr h="370840">
                <a:tc gridSpan="2">
                  <a:txBody>
                    <a:bodyPr/>
                    <a:lstStyle/>
                    <a:p>
                      <a:r>
                        <a:rPr lang="en-CO" dirty="0"/>
                        <a:t>El desarrollador incluye la nueva variable al algoritmo en el código base.</a:t>
                      </a:r>
                    </a:p>
                    <a:p>
                      <a:endParaRPr lang="en-CO" dirty="0"/>
                    </a:p>
                  </a:txBody>
                  <a:tcPr/>
                </a:tc>
                <a:tc hMerge="1">
                  <a:txBody>
                    <a:bodyPr/>
                    <a:lstStyle/>
                    <a:p>
                      <a:endParaRPr lang="en-CO" dirty="0"/>
                    </a:p>
                  </a:txBody>
                  <a:tcPr/>
                </a:tc>
                <a:tc gridSpan="2">
                  <a:txBody>
                    <a:bodyPr/>
                    <a:lstStyle/>
                    <a:p>
                      <a:r>
                        <a:rPr lang="en-CO" dirty="0"/>
                        <a:t>La modificación no toma más de 4 horas por hombre desde el inicio de la tarea hasta su puesta en operación.</a:t>
                      </a:r>
                    </a:p>
                  </a:txBody>
                  <a:tcPr/>
                </a:tc>
                <a:tc hMerge="1">
                  <a:txBody>
                    <a:bodyPr/>
                    <a:lstStyle/>
                    <a:p>
                      <a:endParaRPr lang="en-CO" dirty="0"/>
                    </a:p>
                  </a:txBody>
                  <a:tcPr/>
                </a:tc>
                <a:extLst>
                  <a:ext uri="{0D108BD9-81ED-4DB2-BD59-A6C34878D82A}">
                    <a16:rowId xmlns:a16="http://schemas.microsoft.com/office/drawing/2014/main" val="2908819859"/>
                  </a:ext>
                </a:extLst>
              </a:tr>
            </a:tbl>
          </a:graphicData>
        </a:graphic>
      </p:graphicFrame>
      <p:pic>
        <p:nvPicPr>
          <p:cNvPr id="14" name="Picture 42" descr="A picture containing clock&#10;&#10;Description automatically generated">
            <a:extLst>
              <a:ext uri="{FF2B5EF4-FFF2-40B4-BE49-F238E27FC236}">
                <a16:creationId xmlns:a16="http://schemas.microsoft.com/office/drawing/2014/main" id="{8DFD1B41-4B93-400C-A9A0-91D5C8DE59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Tree>
    <p:extLst>
      <p:ext uri="{BB962C8B-B14F-4D97-AF65-F5344CB8AC3E}">
        <p14:creationId xmlns:p14="http://schemas.microsoft.com/office/powerpoint/2010/main" val="1754111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78501-879D-AE39-830F-ED35023E706F}"/>
            </a:ext>
          </a:extLst>
        </p:cNvPr>
        <p:cNvGrpSpPr/>
        <p:nvPr/>
      </p:nvGrpSpPr>
      <p:grpSpPr>
        <a:xfrm>
          <a:off x="0" y="0"/>
          <a:ext cx="0" cy="0"/>
          <a:chOff x="0" y="0"/>
          <a:chExt cx="0" cy="0"/>
        </a:xfrm>
      </p:grpSpPr>
      <p:sp>
        <p:nvSpPr>
          <p:cNvPr id="36" name="Pentagon 35">
            <a:extLst>
              <a:ext uri="{FF2B5EF4-FFF2-40B4-BE49-F238E27FC236}">
                <a16:creationId xmlns:a16="http://schemas.microsoft.com/office/drawing/2014/main" id="{13E3C0E5-3408-4F95-CFA4-B4A3EB27A711}"/>
              </a:ext>
            </a:extLst>
          </p:cNvPr>
          <p:cNvSpPr/>
          <p:nvPr/>
        </p:nvSpPr>
        <p:spPr>
          <a:xfrm>
            <a:off x="2348118" y="849088"/>
            <a:ext cx="15474931" cy="1293286"/>
          </a:xfrm>
          <a:prstGeom prst="homePlate">
            <a:avLst>
              <a:gd name="adj" fmla="val 50000"/>
            </a:avLst>
          </a:prstGeom>
          <a:solidFill>
            <a:schemeClr val="accent1">
              <a:lumMod val="75000"/>
              <a:lumOff val="25000"/>
              <a:alpha val="6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O" sz="4400" dirty="0"/>
              <a:t>Esp</a:t>
            </a:r>
            <a:r>
              <a:rPr lang="es-CO" sz="4400" dirty="0"/>
              <a:t>e</a:t>
            </a:r>
            <a:r>
              <a:rPr lang="en-CO" sz="4400" dirty="0"/>
              <a:t>cificación de Escenarios de Calidad</a:t>
            </a:r>
          </a:p>
        </p:txBody>
      </p:sp>
      <p:graphicFrame>
        <p:nvGraphicFramePr>
          <p:cNvPr id="3" name="Table 2">
            <a:extLst>
              <a:ext uri="{FF2B5EF4-FFF2-40B4-BE49-F238E27FC236}">
                <a16:creationId xmlns:a16="http://schemas.microsoft.com/office/drawing/2014/main" id="{A89CB913-66A2-BCBC-8434-8BEB04C79028}"/>
              </a:ext>
            </a:extLst>
          </p:cNvPr>
          <p:cNvGraphicFramePr>
            <a:graphicFrameLocks noGrp="1"/>
          </p:cNvGraphicFramePr>
          <p:nvPr>
            <p:extLst>
              <p:ext uri="{D42A27DB-BD31-4B8C-83A1-F6EECF244321}">
                <p14:modId xmlns:p14="http://schemas.microsoft.com/office/powerpoint/2010/main" val="2899800208"/>
              </p:ext>
            </p:extLst>
          </p:nvPr>
        </p:nvGraphicFramePr>
        <p:xfrm>
          <a:off x="2306285" y="3707401"/>
          <a:ext cx="15262780" cy="6702998"/>
        </p:xfrm>
        <a:graphic>
          <a:graphicData uri="http://schemas.openxmlformats.org/drawingml/2006/table">
            <a:tbl>
              <a:tblPr firstRow="1" bandRow="1">
                <a:tableStyleId>{5C22544A-7EE6-4342-B048-85BDC9FD1C3A}</a:tableStyleId>
              </a:tblPr>
              <a:tblGrid>
                <a:gridCol w="3815695">
                  <a:extLst>
                    <a:ext uri="{9D8B030D-6E8A-4147-A177-3AD203B41FA5}">
                      <a16:colId xmlns:a16="http://schemas.microsoft.com/office/drawing/2014/main" val="869976360"/>
                    </a:ext>
                  </a:extLst>
                </a:gridCol>
                <a:gridCol w="4447864">
                  <a:extLst>
                    <a:ext uri="{9D8B030D-6E8A-4147-A177-3AD203B41FA5}">
                      <a16:colId xmlns:a16="http://schemas.microsoft.com/office/drawing/2014/main" val="2937406836"/>
                    </a:ext>
                  </a:extLst>
                </a:gridCol>
                <a:gridCol w="3378631">
                  <a:extLst>
                    <a:ext uri="{9D8B030D-6E8A-4147-A177-3AD203B41FA5}">
                      <a16:colId xmlns:a16="http://schemas.microsoft.com/office/drawing/2014/main" val="2444917822"/>
                    </a:ext>
                  </a:extLst>
                </a:gridCol>
                <a:gridCol w="3620590">
                  <a:extLst>
                    <a:ext uri="{9D8B030D-6E8A-4147-A177-3AD203B41FA5}">
                      <a16:colId xmlns:a16="http://schemas.microsoft.com/office/drawing/2014/main" val="1699940144"/>
                    </a:ext>
                  </a:extLst>
                </a:gridCol>
              </a:tblGrid>
              <a:tr h="370840">
                <a:tc>
                  <a:txBody>
                    <a:bodyPr/>
                    <a:lstStyle/>
                    <a:p>
                      <a:r>
                        <a:rPr lang="en-CO" sz="2400" b="0" dirty="0"/>
                        <a:t>ID: EC006</a:t>
                      </a:r>
                    </a:p>
                  </a:txBody>
                  <a:tcPr>
                    <a:solidFill>
                      <a:srgbClr val="784250"/>
                    </a:solidFill>
                  </a:tcPr>
                </a:tc>
                <a:tc>
                  <a:txBody>
                    <a:bodyPr/>
                    <a:lstStyle/>
                    <a:p>
                      <a:r>
                        <a:rPr lang="en-CO" sz="2400" b="0" dirty="0"/>
                        <a:t>Facilidad de Modificación</a:t>
                      </a:r>
                    </a:p>
                  </a:txBody>
                  <a:tcPr>
                    <a:solidFill>
                      <a:srgbClr val="784250"/>
                    </a:solidFill>
                  </a:tcPr>
                </a:tc>
                <a:tc>
                  <a:txBody>
                    <a:bodyPr/>
                    <a:lstStyle/>
                    <a:p>
                      <a:r>
                        <a:rPr lang="en-CO" sz="2400" b="0" dirty="0"/>
                        <a:t>Versión</a:t>
                      </a:r>
                    </a:p>
                  </a:txBody>
                  <a:tcPr>
                    <a:solidFill>
                      <a:srgbClr val="784250"/>
                    </a:solidFill>
                  </a:tcPr>
                </a:tc>
                <a:tc>
                  <a:txBody>
                    <a:bodyPr/>
                    <a:lstStyle/>
                    <a:p>
                      <a:r>
                        <a:rPr lang="en-CO" sz="2400" b="0" dirty="0"/>
                        <a:t>1</a:t>
                      </a:r>
                    </a:p>
                  </a:txBody>
                  <a:tcPr>
                    <a:solidFill>
                      <a:srgbClr val="784250"/>
                    </a:solidFill>
                  </a:tcPr>
                </a:tc>
                <a:extLst>
                  <a:ext uri="{0D108BD9-81ED-4DB2-BD59-A6C34878D82A}">
                    <a16:rowId xmlns:a16="http://schemas.microsoft.com/office/drawing/2014/main" val="2346727281"/>
                  </a:ext>
                </a:extLst>
              </a:tr>
              <a:tr h="370840">
                <a:tc>
                  <a:txBody>
                    <a:bodyPr/>
                    <a:lstStyle/>
                    <a:p>
                      <a:r>
                        <a:rPr lang="en-CO" b="1" dirty="0">
                          <a:solidFill>
                            <a:schemeClr val="bg1"/>
                          </a:solidFill>
                        </a:rPr>
                        <a:t>Fuente</a:t>
                      </a:r>
                    </a:p>
                  </a:txBody>
                  <a:tcPr>
                    <a:solidFill>
                      <a:srgbClr val="784250"/>
                    </a:solidFill>
                  </a:tcPr>
                </a:tc>
                <a:tc>
                  <a:txBody>
                    <a:bodyPr/>
                    <a:lstStyle/>
                    <a:p>
                      <a:r>
                        <a:rPr lang="en-CO" b="1" dirty="0">
                          <a:solidFill>
                            <a:schemeClr val="bg1"/>
                          </a:solidFill>
                        </a:rPr>
                        <a:t>Estímulo</a:t>
                      </a:r>
                    </a:p>
                  </a:txBody>
                  <a:tcPr>
                    <a:solidFill>
                      <a:srgbClr val="784250"/>
                    </a:solidFill>
                  </a:tcPr>
                </a:tc>
                <a:tc>
                  <a:txBody>
                    <a:bodyPr/>
                    <a:lstStyle/>
                    <a:p>
                      <a:r>
                        <a:rPr lang="en-CO" b="1" dirty="0">
                          <a:solidFill>
                            <a:schemeClr val="bg1"/>
                          </a:solidFill>
                        </a:rPr>
                        <a:t>Artefacto</a:t>
                      </a:r>
                    </a:p>
                  </a:txBody>
                  <a:tcPr>
                    <a:solidFill>
                      <a:srgbClr val="784250"/>
                    </a:solidFill>
                  </a:tcPr>
                </a:tc>
                <a:tc>
                  <a:txBody>
                    <a:bodyPr/>
                    <a:lstStyle/>
                    <a:p>
                      <a:r>
                        <a:rPr lang="en-CO" b="1" dirty="0">
                          <a:solidFill>
                            <a:schemeClr val="bg1"/>
                          </a:solidFill>
                        </a:rPr>
                        <a:t>Ambiente</a:t>
                      </a:r>
                    </a:p>
                  </a:txBody>
                  <a:tcPr>
                    <a:solidFill>
                      <a:srgbClr val="784250"/>
                    </a:solidFill>
                  </a:tcPr>
                </a:tc>
                <a:extLst>
                  <a:ext uri="{0D108BD9-81ED-4DB2-BD59-A6C34878D82A}">
                    <a16:rowId xmlns:a16="http://schemas.microsoft.com/office/drawing/2014/main" val="1300478606"/>
                  </a:ext>
                </a:extLst>
              </a:tr>
              <a:tr h="370840">
                <a:tc>
                  <a:txBody>
                    <a:bodyPr/>
                    <a:lstStyle/>
                    <a:p>
                      <a:r>
                        <a:rPr lang="en-CO" dirty="0"/>
                        <a:t>Desarrollador.</a:t>
                      </a:r>
                    </a:p>
                    <a:p>
                      <a:endParaRPr lang="en-CO" dirty="0"/>
                    </a:p>
                    <a:p>
                      <a:endParaRPr lang="en-CO" dirty="0"/>
                    </a:p>
                    <a:p>
                      <a:endParaRPr lang="en-CO" dirty="0"/>
                    </a:p>
                    <a:p>
                      <a:endParaRPr lang="en-CO" dirty="0"/>
                    </a:p>
                  </a:txBody>
                  <a:tcPr/>
                </a:tc>
                <a:tc>
                  <a:txBody>
                    <a:bodyPr/>
                    <a:lstStyle/>
                    <a:p>
                      <a:r>
                        <a:rPr lang="en-CO" dirty="0"/>
                        <a:t>Se debe actualizar la versión una librería de análisis de texto en el algoritmo de búsqueda.</a:t>
                      </a:r>
                    </a:p>
                  </a:txBody>
                  <a:tcPr/>
                </a:tc>
                <a:tc>
                  <a:txBody>
                    <a:bodyPr/>
                    <a:lstStyle/>
                    <a:p>
                      <a:r>
                        <a:rPr lang="en-CO" dirty="0"/>
                        <a:t>Sistema.</a:t>
                      </a:r>
                    </a:p>
                  </a:txBody>
                  <a:tcPr/>
                </a:tc>
                <a:tc>
                  <a:txBody>
                    <a:bodyPr/>
                    <a:lstStyle/>
                    <a:p>
                      <a:r>
                        <a:rPr lang="en-CO" dirty="0"/>
                        <a:t>En operación normal. Se realizan ajustes a los algoritmos de manera periodica, como tareas comúnes del equipo TI.</a:t>
                      </a:r>
                    </a:p>
                  </a:txBody>
                  <a:tcPr/>
                </a:tc>
                <a:extLst>
                  <a:ext uri="{0D108BD9-81ED-4DB2-BD59-A6C34878D82A}">
                    <a16:rowId xmlns:a16="http://schemas.microsoft.com/office/drawing/2014/main" val="3087289581"/>
                  </a:ext>
                </a:extLst>
              </a:tr>
              <a:tr h="370840">
                <a:tc gridSpan="2">
                  <a:txBody>
                    <a:bodyPr/>
                    <a:lstStyle/>
                    <a:p>
                      <a:pPr algn="ctr"/>
                      <a:r>
                        <a:rPr lang="en-CO" b="1" dirty="0">
                          <a:solidFill>
                            <a:schemeClr val="bg1"/>
                          </a:solidFill>
                        </a:rPr>
                        <a:t>Respuesta</a:t>
                      </a:r>
                    </a:p>
                  </a:txBody>
                  <a:tcPr>
                    <a:solidFill>
                      <a:srgbClr val="784250"/>
                    </a:solidFill>
                  </a:tcPr>
                </a:tc>
                <a:tc hMerge="1">
                  <a:txBody>
                    <a:bodyPr/>
                    <a:lstStyle/>
                    <a:p>
                      <a:endParaRPr lang="en-CO" dirty="0"/>
                    </a:p>
                  </a:txBody>
                  <a:tcPr>
                    <a:solidFill>
                      <a:srgbClr val="784250"/>
                    </a:solidFill>
                  </a:tcPr>
                </a:tc>
                <a:tc gridSpan="2">
                  <a:txBody>
                    <a:bodyPr/>
                    <a:lstStyle/>
                    <a:p>
                      <a:pPr marL="0" marR="0" lvl="0" indent="0" algn="ctr" defTabSz="1507846" rtl="0" eaLnBrk="1" fontAlgn="auto" latinLnBrk="0" hangingPunct="1">
                        <a:lnSpc>
                          <a:spcPct val="100000"/>
                        </a:lnSpc>
                        <a:spcBef>
                          <a:spcPts val="0"/>
                        </a:spcBef>
                        <a:spcAft>
                          <a:spcPts val="0"/>
                        </a:spcAft>
                        <a:buClrTx/>
                        <a:buSzTx/>
                        <a:buFontTx/>
                        <a:buNone/>
                        <a:tabLst/>
                        <a:defRPr/>
                      </a:pPr>
                      <a:r>
                        <a:rPr lang="en-CO" b="1" dirty="0">
                          <a:solidFill>
                            <a:schemeClr val="bg1"/>
                          </a:solidFill>
                        </a:rPr>
                        <a:t>Medida de la Respuesta</a:t>
                      </a:r>
                    </a:p>
                  </a:txBody>
                  <a:tcPr>
                    <a:solidFill>
                      <a:srgbClr val="784250"/>
                    </a:solidFill>
                  </a:tcPr>
                </a:tc>
                <a:tc hMerge="1">
                  <a:txBody>
                    <a:bodyPr/>
                    <a:lstStyle/>
                    <a:p>
                      <a:endParaRPr lang="en-CO" dirty="0"/>
                    </a:p>
                  </a:txBody>
                  <a:tcPr>
                    <a:solidFill>
                      <a:srgbClr val="784250"/>
                    </a:solidFill>
                  </a:tcPr>
                </a:tc>
                <a:extLst>
                  <a:ext uri="{0D108BD9-81ED-4DB2-BD59-A6C34878D82A}">
                    <a16:rowId xmlns:a16="http://schemas.microsoft.com/office/drawing/2014/main" val="3064982357"/>
                  </a:ext>
                </a:extLst>
              </a:tr>
              <a:tr h="370840">
                <a:tc gridSpan="2">
                  <a:txBody>
                    <a:bodyPr/>
                    <a:lstStyle/>
                    <a:p>
                      <a:r>
                        <a:rPr lang="en-CO" dirty="0"/>
                        <a:t>El desarrollador actualiza a la nueva versión en el algoritmo de búsqueda en el código base.</a:t>
                      </a:r>
                    </a:p>
                    <a:p>
                      <a:endParaRPr lang="en-CO" dirty="0"/>
                    </a:p>
                  </a:txBody>
                  <a:tcPr/>
                </a:tc>
                <a:tc hMerge="1">
                  <a:txBody>
                    <a:bodyPr/>
                    <a:lstStyle/>
                    <a:p>
                      <a:endParaRPr lang="en-CO" dirty="0"/>
                    </a:p>
                  </a:txBody>
                  <a:tcPr/>
                </a:tc>
                <a:tc gridSpan="2">
                  <a:txBody>
                    <a:bodyPr/>
                    <a:lstStyle/>
                    <a:p>
                      <a:r>
                        <a:rPr lang="en-CO" dirty="0"/>
                        <a:t>La modificación no toma más de 4 horas por hombre desde el inicio de la tarea hasta su puesta en operación.</a:t>
                      </a:r>
                    </a:p>
                  </a:txBody>
                  <a:tcPr/>
                </a:tc>
                <a:tc hMerge="1">
                  <a:txBody>
                    <a:bodyPr/>
                    <a:lstStyle/>
                    <a:p>
                      <a:endParaRPr lang="en-CO" dirty="0"/>
                    </a:p>
                  </a:txBody>
                  <a:tcPr/>
                </a:tc>
                <a:extLst>
                  <a:ext uri="{0D108BD9-81ED-4DB2-BD59-A6C34878D82A}">
                    <a16:rowId xmlns:a16="http://schemas.microsoft.com/office/drawing/2014/main" val="2908819859"/>
                  </a:ext>
                </a:extLst>
              </a:tr>
            </a:tbl>
          </a:graphicData>
        </a:graphic>
      </p:graphicFrame>
      <p:pic>
        <p:nvPicPr>
          <p:cNvPr id="14" name="Picture 42" descr="A picture containing clock&#10;&#10;Description automatically generated">
            <a:extLst>
              <a:ext uri="{FF2B5EF4-FFF2-40B4-BE49-F238E27FC236}">
                <a16:creationId xmlns:a16="http://schemas.microsoft.com/office/drawing/2014/main" id="{39EFE496-2EFB-210B-B2DF-AF62F8B55D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37536" y="169019"/>
            <a:ext cx="1550902" cy="1550902"/>
          </a:xfrm>
          <a:prstGeom prst="rect">
            <a:avLst/>
          </a:prstGeom>
        </p:spPr>
      </p:pic>
    </p:spTree>
    <p:extLst>
      <p:ext uri="{BB962C8B-B14F-4D97-AF65-F5344CB8AC3E}">
        <p14:creationId xmlns:p14="http://schemas.microsoft.com/office/powerpoint/2010/main" val="2134863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Imagen en blanco y negro&#10;&#10;Descripción generada automáticamente con confianza baja">
            <a:extLst>
              <a:ext uri="{FF2B5EF4-FFF2-40B4-BE49-F238E27FC236}">
                <a16:creationId xmlns:a16="http://schemas.microsoft.com/office/drawing/2014/main" id="{81F5B806-8B2D-AE50-0A27-48994D40AF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41438" y="1178805"/>
            <a:ext cx="2784659" cy="1075663"/>
          </a:xfrm>
          <a:prstGeom prst="rect">
            <a:avLst/>
          </a:prstGeom>
        </p:spPr>
      </p:pic>
      <p:sp>
        <p:nvSpPr>
          <p:cNvPr id="6" name="CuadroTexto 5">
            <a:extLst>
              <a:ext uri="{FF2B5EF4-FFF2-40B4-BE49-F238E27FC236}">
                <a16:creationId xmlns:a16="http://schemas.microsoft.com/office/drawing/2014/main" id="{6E3E24F2-D469-0477-E32A-013755FCD7E6}"/>
              </a:ext>
            </a:extLst>
          </p:cNvPr>
          <p:cNvSpPr txBox="1"/>
          <p:nvPr/>
        </p:nvSpPr>
        <p:spPr>
          <a:xfrm>
            <a:off x="1741439" y="4641559"/>
            <a:ext cx="16621223" cy="3290516"/>
          </a:xfrm>
          <a:prstGeom prst="rect">
            <a:avLst/>
          </a:prstGeom>
          <a:noFill/>
        </p:spPr>
        <p:txBody>
          <a:bodyPr wrap="square" rtlCol="0">
            <a:spAutoFit/>
          </a:bodyPr>
          <a:lstStyle/>
          <a:p>
            <a:r>
              <a:rPr lang="es-419" sz="2309" b="1" dirty="0">
                <a:latin typeface="Lato" panose="020F0502020204030203" pitchFamily="34" charset="0"/>
              </a:rPr>
              <a:t>© - Derechos Reservados: </a:t>
            </a:r>
            <a:r>
              <a:rPr lang="es-419" sz="2309" dirty="0">
                <a:latin typeface="Lato" panose="020F0502020204030203" pitchFamily="34" charset="0"/>
              </a:rPr>
              <a:t>la presente obra, y en general todos sus contenidos, se encuentran protegidos por las normas internacionales y nacionales vigentes sobre propiedad Intelectual, por lo tanto su utilización parcial o total, reproducción, comunicación pública, transformación, distribución, alquiler, préstamo público e importación, total o parcial, en todo o en parte, en formato impreso o digital y en cualquier formato conocido o por conocer, se encuentran prohibidos, y solo serán lícitos en la medida en que se cuente con la autorización previa y expresa por escrito de la Universidad de los Andes.</a:t>
            </a:r>
          </a:p>
          <a:p>
            <a:endParaRPr lang="es-419" sz="2309" dirty="0">
              <a:latin typeface="Lato" panose="020F0502020204030203" pitchFamily="34" charset="0"/>
            </a:endParaRPr>
          </a:p>
          <a:p>
            <a:r>
              <a:rPr lang="es-419" sz="2309" dirty="0">
                <a:latin typeface="Lato" panose="020F0502020204030203" pitchFamily="34" charset="0"/>
              </a:rPr>
              <a:t>De igual manera, la utilización de la imagen de las personas, docentes o estudiantes, sin su previa autorización está expresamente prohibida. En caso de incumplirse con lo mencionado, se procederá de conformidad con los reglamentos y políticas de la universidad, sin perjuicio de las demás acciones legales aplicables.</a:t>
            </a:r>
          </a:p>
        </p:txBody>
      </p:sp>
      <p:cxnSp>
        <p:nvCxnSpPr>
          <p:cNvPr id="8" name="Conector recto 7">
            <a:extLst>
              <a:ext uri="{FF2B5EF4-FFF2-40B4-BE49-F238E27FC236}">
                <a16:creationId xmlns:a16="http://schemas.microsoft.com/office/drawing/2014/main" id="{F2F0434D-F534-2403-C639-2D7194B7065D}"/>
              </a:ext>
            </a:extLst>
          </p:cNvPr>
          <p:cNvCxnSpPr>
            <a:cxnSpLocks/>
          </p:cNvCxnSpPr>
          <p:nvPr/>
        </p:nvCxnSpPr>
        <p:spPr>
          <a:xfrm>
            <a:off x="1741439" y="4047944"/>
            <a:ext cx="16621223" cy="0"/>
          </a:xfrm>
          <a:prstGeom prst="line">
            <a:avLst/>
          </a:prstGeom>
        </p:spPr>
        <p:style>
          <a:lnRef idx="1">
            <a:schemeClr val="dk1"/>
          </a:lnRef>
          <a:fillRef idx="0">
            <a:schemeClr val="dk1"/>
          </a:fillRef>
          <a:effectRef idx="0">
            <a:schemeClr val="dk1"/>
          </a:effectRef>
          <a:fontRef idx="minor">
            <a:schemeClr val="tx1"/>
          </a:fontRef>
        </p:style>
      </p:cxnSp>
      <p:cxnSp>
        <p:nvCxnSpPr>
          <p:cNvPr id="10" name="Conector recto 9">
            <a:extLst>
              <a:ext uri="{FF2B5EF4-FFF2-40B4-BE49-F238E27FC236}">
                <a16:creationId xmlns:a16="http://schemas.microsoft.com/office/drawing/2014/main" id="{1EDDB248-E9A3-3F5C-5EC0-E5BE576ADD19}"/>
              </a:ext>
            </a:extLst>
          </p:cNvPr>
          <p:cNvCxnSpPr>
            <a:cxnSpLocks/>
          </p:cNvCxnSpPr>
          <p:nvPr/>
        </p:nvCxnSpPr>
        <p:spPr>
          <a:xfrm>
            <a:off x="1741439" y="8598993"/>
            <a:ext cx="16621223" cy="0"/>
          </a:xfrm>
          <a:prstGeom prst="line">
            <a:avLst/>
          </a:prstGeom>
        </p:spPr>
        <p:style>
          <a:lnRef idx="1">
            <a:schemeClr val="dk1"/>
          </a:lnRef>
          <a:fillRef idx="0">
            <a:schemeClr val="dk1"/>
          </a:fillRef>
          <a:effectRef idx="0">
            <a:schemeClr val="dk1"/>
          </a:effectRef>
          <a:fontRef idx="minor">
            <a:schemeClr val="tx1"/>
          </a:fontRef>
        </p:style>
      </p:cxnSp>
      <p:sp>
        <p:nvSpPr>
          <p:cNvPr id="11" name="Rectángulo 10">
            <a:extLst>
              <a:ext uri="{FF2B5EF4-FFF2-40B4-BE49-F238E27FC236}">
                <a16:creationId xmlns:a16="http://schemas.microsoft.com/office/drawing/2014/main" id="{9EAB3392-A4DF-DC0F-9005-BFDA8D351B43}"/>
              </a:ext>
            </a:extLst>
          </p:cNvPr>
          <p:cNvSpPr/>
          <p:nvPr/>
        </p:nvSpPr>
        <p:spPr>
          <a:xfrm>
            <a:off x="0" y="273448"/>
            <a:ext cx="158465" cy="11308555"/>
          </a:xfrm>
          <a:prstGeom prst="rect">
            <a:avLst/>
          </a:prstGeom>
          <a:solidFill>
            <a:srgbClr val="2122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sz="2968"/>
          </a:p>
        </p:txBody>
      </p:sp>
      <p:sp>
        <p:nvSpPr>
          <p:cNvPr id="12" name="Rectángulo 11">
            <a:extLst>
              <a:ext uri="{FF2B5EF4-FFF2-40B4-BE49-F238E27FC236}">
                <a16:creationId xmlns:a16="http://schemas.microsoft.com/office/drawing/2014/main" id="{B8A3E730-9418-BC79-0993-BC738F7162F9}"/>
              </a:ext>
            </a:extLst>
          </p:cNvPr>
          <p:cNvSpPr/>
          <p:nvPr/>
        </p:nvSpPr>
        <p:spPr>
          <a:xfrm>
            <a:off x="0" y="1871356"/>
            <a:ext cx="158465" cy="9753630"/>
          </a:xfrm>
          <a:prstGeom prst="rect">
            <a:avLst/>
          </a:prstGeom>
          <a:solidFill>
            <a:srgbClr val="F9EB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sz="2968"/>
          </a:p>
        </p:txBody>
      </p:sp>
      <p:pic>
        <p:nvPicPr>
          <p:cNvPr id="16" name="Imagen 15" descr="Fondo negro con letras blancas&#10;&#10;Descripción generada automáticamente con confianza media">
            <a:extLst>
              <a:ext uri="{FF2B5EF4-FFF2-40B4-BE49-F238E27FC236}">
                <a16:creationId xmlns:a16="http://schemas.microsoft.com/office/drawing/2014/main" id="{3FFFE140-7A0A-FA90-4C23-6383FB55A7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1890" y="2529840"/>
            <a:ext cx="5760324" cy="6795774"/>
          </a:xfrm>
          <a:prstGeom prst="rect">
            <a:avLst/>
          </a:prstGeom>
        </p:spPr>
      </p:pic>
    </p:spTree>
    <p:extLst>
      <p:ext uri="{BB962C8B-B14F-4D97-AF65-F5344CB8AC3E}">
        <p14:creationId xmlns:p14="http://schemas.microsoft.com/office/powerpoint/2010/main" val="4171484528"/>
      </p:ext>
    </p:extLst>
  </p:cSld>
  <p:clrMapOvr>
    <a:masterClrMapping/>
  </p:clrMapOvr>
</p:sld>
</file>

<file path=ppt/theme/theme1.xml><?xml version="1.0" encoding="utf-8"?>
<a:theme xmlns:a="http://schemas.openxmlformats.org/drawingml/2006/main" name="Tema3">
  <a:themeElements>
    <a:clrScheme name="MISO 1">
      <a:dk1>
        <a:srgbClr val="4C4D4C"/>
      </a:dk1>
      <a:lt1>
        <a:srgbClr val="FEFAFA"/>
      </a:lt1>
      <a:dk2>
        <a:srgbClr val="4F504F"/>
      </a:dk2>
      <a:lt2>
        <a:srgbClr val="FFFAFA"/>
      </a:lt2>
      <a:accent1>
        <a:srgbClr val="0C0D2B"/>
      </a:accent1>
      <a:accent2>
        <a:srgbClr val="332174"/>
      </a:accent2>
      <a:accent3>
        <a:srgbClr val="3AB1E3"/>
      </a:accent3>
      <a:accent4>
        <a:srgbClr val="0070BA"/>
      </a:accent4>
      <a:accent5>
        <a:srgbClr val="9AC3E2"/>
      </a:accent5>
      <a:accent6>
        <a:srgbClr val="9991BA"/>
      </a:accent6>
      <a:hlink>
        <a:srgbClr val="32AEE2"/>
      </a:hlink>
      <a:folHlink>
        <a:srgbClr val="4D9BC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a3" id="{191589FF-03B5-B54F-9F12-A00A11A3A487}" vid="{2CB6F1CE-0CB0-934C-9A98-3DD7BE7A16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32C2E94BA26B184CBB6282D7591E99F9" ma:contentTypeVersion="16" ma:contentTypeDescription="Crear nuevo documento." ma:contentTypeScope="" ma:versionID="d2cced94f7dcc45aa1f33cd122d49447">
  <xsd:schema xmlns:xsd="http://www.w3.org/2001/XMLSchema" xmlns:xs="http://www.w3.org/2001/XMLSchema" xmlns:p="http://schemas.microsoft.com/office/2006/metadata/properties" xmlns:ns2="1a860d3e-6179-436c-977f-c8fec32702f9" xmlns:ns3="975eb909-7871-4881-a0e4-375dc0be4505" targetNamespace="http://schemas.microsoft.com/office/2006/metadata/properties" ma:root="true" ma:fieldsID="fd8633f808c4f6ac46999f2159d7c5c0" ns2:_="" ns3:_="">
    <xsd:import namespace="1a860d3e-6179-436c-977f-c8fec32702f9"/>
    <xsd:import namespace="975eb909-7871-4881-a0e4-375dc0be450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ServiceAutoKeyPoints" minOccurs="0"/>
                <xsd:element ref="ns3:MediaServiceKeyPoints" minOccurs="0"/>
                <xsd:element ref="ns3:MediaLengthInSecond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60d3e-6179-436c-977f-c8fec32702f9"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4d57bf8d-d566-4d19-80db-30c522907b41}" ma:internalName="TaxCatchAll" ma:showField="CatchAllData" ma:web="1a860d3e-6179-436c-977f-c8fec32702f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75eb909-7871-4881-a0e4-375dc0be450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a38e7027-190f-4f90-8839-9f8250567d86"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a860d3e-6179-436c-977f-c8fec32702f9" xsi:nil="true"/>
    <lcf76f155ced4ddcb4097134ff3c332f xmlns="975eb909-7871-4881-a0e4-375dc0be450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421D5F9-A82C-429E-A9A2-CEE64FBC94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60d3e-6179-436c-977f-c8fec32702f9"/>
    <ds:schemaRef ds:uri="975eb909-7871-4881-a0e4-375dc0be450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D08BC5-BB74-4700-819F-9C3407BB318F}">
  <ds:schemaRefs>
    <ds:schemaRef ds:uri="http://schemas.microsoft.com/sharepoint/v3/contenttype/forms"/>
  </ds:schemaRefs>
</ds:datastoreItem>
</file>

<file path=customXml/itemProps3.xml><?xml version="1.0" encoding="utf-8"?>
<ds:datastoreItem xmlns:ds="http://schemas.openxmlformats.org/officeDocument/2006/customXml" ds:itemID="{448E550A-15A5-4D48-94D1-B72434D8EB30}">
  <ds:schemaRefs>
    <ds:schemaRef ds:uri="http://schemas.microsoft.com/office/2006/metadata/properties"/>
    <ds:schemaRef ds:uri="975eb909-7871-4881-a0e4-375dc0be4505"/>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1a860d3e-6179-436c-977f-c8fec32702f9"/>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Tema MISO</Template>
  <TotalTime>4554</TotalTime>
  <Words>1060</Words>
  <Application>Microsoft Macintosh PowerPoint</Application>
  <PresentationFormat>Custom</PresentationFormat>
  <Paragraphs>145</Paragraphs>
  <Slides>11</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GT America</vt:lpstr>
      <vt:lpstr>GT America Bold</vt:lpstr>
      <vt:lpstr>GT America Thin</vt:lpstr>
      <vt:lpstr>Lato</vt:lpstr>
      <vt:lpstr>Tema3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Felipe Arturo Bonilla Parra</dc:creator>
  <cp:lastModifiedBy>Juan Felipe Rojas Cendales</cp:lastModifiedBy>
  <cp:revision>131</cp:revision>
  <dcterms:created xsi:type="dcterms:W3CDTF">2020-02-04T21:09:36Z</dcterms:created>
  <dcterms:modified xsi:type="dcterms:W3CDTF">2025-08-16T19:52:50Z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0x010100C3FA879870CE104FB414359600E5844F</vt:lpwstr>
  </property>
  <property fmtid="{D5CDD505-2E9C-101B-9397-08002B2CF9AE}" pid="3" name="MediaServiceImageTags">
    <vt:lpwstr/>
  </property>
</Properties>
</file>